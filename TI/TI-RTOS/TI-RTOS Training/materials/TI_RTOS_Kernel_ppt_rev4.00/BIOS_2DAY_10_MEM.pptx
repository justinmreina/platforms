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notesSlides/notesSlide3.xml" ContentType="application/vnd.openxmlformats-officedocument.presentationml.notesSlide+xml"/>
  <Override PartName="/ppt/tags/tag10.xml" ContentType="application/vnd.openxmlformats-officedocument.presentationml.tags+xml"/>
  <Override PartName="/ppt/notesSlides/notesSlide4.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notesSlides/notesSlide5.xml" ContentType="application/vnd.openxmlformats-officedocument.presentationml.notesSlide+xml"/>
  <Override PartName="/ppt/tags/tag29.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notesSlides/notesSlide9.xml" ContentType="application/vnd.openxmlformats-officedocument.presentationml.notesSlide+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notesSlides/notesSlide10.xml" ContentType="application/vnd.openxmlformats-officedocument.presentationml.notesSlide+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notesSlides/notesSlide11.xml" ContentType="application/vnd.openxmlformats-officedocument.presentationml.notesSlide+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notesSlides/notesSlide12.xml" ContentType="application/vnd.openxmlformats-officedocument.presentationml.notesSlide+xml"/>
  <Override PartName="/ppt/tags/tag76.xml" ContentType="application/vnd.openxmlformats-officedocument.presentationml.tags+xml"/>
  <Override PartName="/ppt/notesSlides/notesSlide13.xml" ContentType="application/vnd.openxmlformats-officedocument.presentationml.notesSlide+xml"/>
  <Override PartName="/ppt/tags/tag77.xml" ContentType="application/vnd.openxmlformats-officedocument.presentationml.tags+xml"/>
  <Override PartName="/ppt/notesSlides/notesSlide14.xml" ContentType="application/vnd.openxmlformats-officedocument.presentationml.notesSlide+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notesSlides/notesSlide15.xml" ContentType="application/vnd.openxmlformats-officedocument.presentationml.notesSlide+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notesSlides/notesSlide16.xml" ContentType="application/vnd.openxmlformats-officedocument.presentationml.notesSlide+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notesSlides/notesSlide20.xml" ContentType="application/vnd.openxmlformats-officedocument.presentationml.notesSlide+xml"/>
  <Override PartName="/ppt/tags/tag117.xml" ContentType="application/vnd.openxmlformats-officedocument.presentationml.tags+xml"/>
  <Override PartName="/ppt/notesSlides/notesSlide21.xml" ContentType="application/vnd.openxmlformats-officedocument.presentationml.notesSlide+xml"/>
  <Override PartName="/ppt/tags/tag118.xml" ContentType="application/vnd.openxmlformats-officedocument.presentationml.tags+xml"/>
  <Override PartName="/ppt/notesSlides/notesSlide22.xml" ContentType="application/vnd.openxmlformats-officedocument.presentationml.notesSlide+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notesSlides/notesSlide23.xml" ContentType="application/vnd.openxmlformats-officedocument.presentationml.notesSlide+xml"/>
  <Override PartName="/ppt/tags/tag128.xml" ContentType="application/vnd.openxmlformats-officedocument.presentationml.tags+xml"/>
  <Override PartName="/ppt/notesSlides/notesSlide24.xml" ContentType="application/vnd.openxmlformats-officedocument.presentationml.notesSlide+xml"/>
  <Override PartName="/ppt/tags/tag129.xml" ContentType="application/vnd.openxmlformats-officedocument.presentationml.tags+xml"/>
  <Override PartName="/ppt/notesSlides/notesSlide25.xml" ContentType="application/vnd.openxmlformats-officedocument.presentationml.notesSlide+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801" r:id="rId1"/>
  </p:sldMasterIdLst>
  <p:notesMasterIdLst>
    <p:notesMasterId r:id="rId43"/>
  </p:notesMasterIdLst>
  <p:handoutMasterIdLst>
    <p:handoutMasterId r:id="rId44"/>
  </p:handoutMasterIdLst>
  <p:sldIdLst>
    <p:sldId id="1066" r:id="rId2"/>
    <p:sldId id="767" r:id="rId3"/>
    <p:sldId id="1108" r:id="rId4"/>
    <p:sldId id="626" r:id="rId5"/>
    <p:sldId id="652" r:id="rId6"/>
    <p:sldId id="1109" r:id="rId7"/>
    <p:sldId id="1110" r:id="rId8"/>
    <p:sldId id="627" r:id="rId9"/>
    <p:sldId id="628" r:id="rId10"/>
    <p:sldId id="629" r:id="rId11"/>
    <p:sldId id="631" r:id="rId12"/>
    <p:sldId id="634" r:id="rId13"/>
    <p:sldId id="1111" r:id="rId14"/>
    <p:sldId id="771" r:id="rId15"/>
    <p:sldId id="1112" r:id="rId16"/>
    <p:sldId id="660" r:id="rId17"/>
    <p:sldId id="1113" r:id="rId18"/>
    <p:sldId id="656" r:id="rId19"/>
    <p:sldId id="1114" r:id="rId20"/>
    <p:sldId id="769" r:id="rId21"/>
    <p:sldId id="879" r:id="rId22"/>
    <p:sldId id="878" r:id="rId23"/>
    <p:sldId id="1115" r:id="rId24"/>
    <p:sldId id="772" r:id="rId25"/>
    <p:sldId id="1116" r:id="rId26"/>
    <p:sldId id="653" r:id="rId27"/>
    <p:sldId id="1117" r:id="rId28"/>
    <p:sldId id="640" r:id="rId29"/>
    <p:sldId id="641" r:id="rId30"/>
    <p:sldId id="938" r:id="rId31"/>
    <p:sldId id="1118" r:id="rId32"/>
    <p:sldId id="1080" r:id="rId33"/>
    <p:sldId id="1081" r:id="rId34"/>
    <p:sldId id="1082" r:id="rId35"/>
    <p:sldId id="1119" r:id="rId36"/>
    <p:sldId id="1083" r:id="rId37"/>
    <p:sldId id="1120" r:id="rId38"/>
    <p:sldId id="1121" r:id="rId39"/>
    <p:sldId id="1014" r:id="rId40"/>
    <p:sldId id="1067" r:id="rId41"/>
    <p:sldId id="620" r:id="rId42"/>
  </p:sldIdLst>
  <p:sldSz cx="9144000" cy="6858000" type="screen4x3"/>
  <p:notesSz cx="7315200" cy="9601200"/>
  <p:defaultTextStyle>
    <a:defPPr>
      <a:defRPr lang="en-US"/>
    </a:defPPr>
    <a:lvl1pPr algn="l" rtl="0" eaLnBrk="0" fontAlgn="base" hangingPunct="0">
      <a:lnSpc>
        <a:spcPct val="80000"/>
      </a:lnSpc>
      <a:spcBef>
        <a:spcPct val="50000"/>
      </a:spcBef>
      <a:spcAft>
        <a:spcPct val="0"/>
      </a:spcAft>
      <a:defRPr sz="2400" b="1" kern="1200">
        <a:solidFill>
          <a:schemeClr val="tx1"/>
        </a:solidFill>
        <a:latin typeface="Arial" charset="0"/>
        <a:ea typeface="+mn-ea"/>
        <a:cs typeface="+mn-cs"/>
      </a:defRPr>
    </a:lvl1pPr>
    <a:lvl2pPr marL="457200" algn="l" rtl="0" eaLnBrk="0" fontAlgn="base" hangingPunct="0">
      <a:lnSpc>
        <a:spcPct val="80000"/>
      </a:lnSpc>
      <a:spcBef>
        <a:spcPct val="50000"/>
      </a:spcBef>
      <a:spcAft>
        <a:spcPct val="0"/>
      </a:spcAft>
      <a:defRPr sz="2400" b="1" kern="1200">
        <a:solidFill>
          <a:schemeClr val="tx1"/>
        </a:solidFill>
        <a:latin typeface="Arial" charset="0"/>
        <a:ea typeface="+mn-ea"/>
        <a:cs typeface="+mn-cs"/>
      </a:defRPr>
    </a:lvl2pPr>
    <a:lvl3pPr marL="914400" algn="l" rtl="0" eaLnBrk="0" fontAlgn="base" hangingPunct="0">
      <a:lnSpc>
        <a:spcPct val="80000"/>
      </a:lnSpc>
      <a:spcBef>
        <a:spcPct val="50000"/>
      </a:spcBef>
      <a:spcAft>
        <a:spcPct val="0"/>
      </a:spcAft>
      <a:defRPr sz="2400" b="1" kern="1200">
        <a:solidFill>
          <a:schemeClr val="tx1"/>
        </a:solidFill>
        <a:latin typeface="Arial" charset="0"/>
        <a:ea typeface="+mn-ea"/>
        <a:cs typeface="+mn-cs"/>
      </a:defRPr>
    </a:lvl3pPr>
    <a:lvl4pPr marL="1371600" algn="l" rtl="0" eaLnBrk="0" fontAlgn="base" hangingPunct="0">
      <a:lnSpc>
        <a:spcPct val="80000"/>
      </a:lnSpc>
      <a:spcBef>
        <a:spcPct val="50000"/>
      </a:spcBef>
      <a:spcAft>
        <a:spcPct val="0"/>
      </a:spcAft>
      <a:defRPr sz="2400" b="1" kern="1200">
        <a:solidFill>
          <a:schemeClr val="tx1"/>
        </a:solidFill>
        <a:latin typeface="Arial" charset="0"/>
        <a:ea typeface="+mn-ea"/>
        <a:cs typeface="+mn-cs"/>
      </a:defRPr>
    </a:lvl4pPr>
    <a:lvl5pPr marL="1828800" algn="l" rtl="0" eaLnBrk="0" fontAlgn="base" hangingPunct="0">
      <a:lnSpc>
        <a:spcPct val="80000"/>
      </a:lnSpc>
      <a:spcBef>
        <a:spcPct val="50000"/>
      </a:spcBef>
      <a:spcAft>
        <a:spcPct val="0"/>
      </a:spcAft>
      <a:defRPr sz="2400" b="1" kern="1200">
        <a:solidFill>
          <a:schemeClr val="tx1"/>
        </a:solidFill>
        <a:latin typeface="Arial" charset="0"/>
        <a:ea typeface="+mn-ea"/>
        <a:cs typeface="+mn-cs"/>
      </a:defRPr>
    </a:lvl5pPr>
    <a:lvl6pPr marL="2286000" algn="l" defTabSz="914400" rtl="0" eaLnBrk="1" latinLnBrk="0" hangingPunct="1">
      <a:defRPr sz="2400" b="1" kern="1200">
        <a:solidFill>
          <a:schemeClr val="tx1"/>
        </a:solidFill>
        <a:latin typeface="Arial" charset="0"/>
        <a:ea typeface="+mn-ea"/>
        <a:cs typeface="+mn-cs"/>
      </a:defRPr>
    </a:lvl6pPr>
    <a:lvl7pPr marL="2743200" algn="l" defTabSz="914400" rtl="0" eaLnBrk="1" latinLnBrk="0" hangingPunct="1">
      <a:defRPr sz="2400" b="1" kern="1200">
        <a:solidFill>
          <a:schemeClr val="tx1"/>
        </a:solidFill>
        <a:latin typeface="Arial" charset="0"/>
        <a:ea typeface="+mn-ea"/>
        <a:cs typeface="+mn-cs"/>
      </a:defRPr>
    </a:lvl7pPr>
    <a:lvl8pPr marL="3200400" algn="l" defTabSz="914400" rtl="0" eaLnBrk="1" latinLnBrk="0" hangingPunct="1">
      <a:defRPr sz="2400" b="1" kern="1200">
        <a:solidFill>
          <a:schemeClr val="tx1"/>
        </a:solidFill>
        <a:latin typeface="Arial" charset="0"/>
        <a:ea typeface="+mn-ea"/>
        <a:cs typeface="+mn-cs"/>
      </a:defRPr>
    </a:lvl8pPr>
    <a:lvl9pPr marL="3657600" algn="l" defTabSz="914400" rtl="0" eaLnBrk="1" latinLnBrk="0" hangingPunct="1">
      <a:defRPr sz="2400" b="1"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FF66"/>
    <a:srgbClr val="FFFFFF"/>
    <a:srgbClr val="C0C0C0"/>
    <a:srgbClr val="FF99FF"/>
    <a:srgbClr val="808080"/>
    <a:srgbClr val="969696"/>
    <a:srgbClr val="B2B2B2"/>
    <a:srgbClr val="33CCCC"/>
    <a:srgbClr val="FF99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586" autoAdjust="0"/>
    <p:restoredTop sz="89894" autoAdjust="0"/>
  </p:normalViewPr>
  <p:slideViewPr>
    <p:cSldViewPr>
      <p:cViewPr>
        <p:scale>
          <a:sx n="90" d="100"/>
          <a:sy n="90" d="100"/>
        </p:scale>
        <p:origin x="-708"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20138" tIns="0" rIns="20138" bIns="0" numCol="1" anchor="t" anchorCtr="0" compatLnSpc="1">
            <a:prstTxWarp prst="textNoShape">
              <a:avLst/>
            </a:prstTxWarp>
          </a:bodyPr>
          <a:lstStyle>
            <a:lvl1pPr defTabSz="966788">
              <a:defRPr sz="1100" b="0" i="1">
                <a:effectLst/>
                <a:latin typeface="Times New Roman" pitchFamily="18" charset="0"/>
              </a:defRPr>
            </a:lvl1pPr>
          </a:lstStyle>
          <a:p>
            <a:pPr>
              <a:defRPr/>
            </a:pPr>
            <a:endParaRPr lang="en-US"/>
          </a:p>
        </p:txBody>
      </p:sp>
      <p:sp>
        <p:nvSpPr>
          <p:cNvPr id="3075" name="Rectangle 3"/>
          <p:cNvSpPr>
            <a:spLocks noGrp="1" noChangeArrowheads="1"/>
          </p:cNvSpPr>
          <p:nvPr>
            <p:ph type="dt" sz="quarter" idx="1"/>
          </p:nvPr>
        </p:nvSpPr>
        <p:spPr bwMode="auto">
          <a:xfrm>
            <a:off x="4144963" y="0"/>
            <a:ext cx="3170237" cy="479425"/>
          </a:xfrm>
          <a:prstGeom prst="rect">
            <a:avLst/>
          </a:prstGeom>
          <a:noFill/>
          <a:ln w="9525">
            <a:noFill/>
            <a:miter lim="800000"/>
            <a:headEnd/>
            <a:tailEnd/>
          </a:ln>
          <a:effectLst/>
        </p:spPr>
        <p:txBody>
          <a:bodyPr vert="horz" wrap="square" lIns="20138" tIns="0" rIns="20138" bIns="0" numCol="1" anchor="t" anchorCtr="0" compatLnSpc="1">
            <a:prstTxWarp prst="textNoShape">
              <a:avLst/>
            </a:prstTxWarp>
          </a:bodyPr>
          <a:lstStyle>
            <a:lvl1pPr algn="r" defTabSz="966788">
              <a:defRPr sz="1100" b="0" i="1">
                <a:effectLst/>
                <a:latin typeface="Times New Roman" pitchFamily="18" charset="0"/>
              </a:defRPr>
            </a:lvl1pPr>
          </a:lstStyle>
          <a:p>
            <a:pPr>
              <a:defRPr/>
            </a:pPr>
            <a:endParaRPr lang="en-US"/>
          </a:p>
        </p:txBody>
      </p:sp>
      <p:sp>
        <p:nvSpPr>
          <p:cNvPr id="3076" name="Rectangle 4"/>
          <p:cNvSpPr>
            <a:spLocks noGrp="1" noChangeArrowheads="1"/>
          </p:cNvSpPr>
          <p:nvPr>
            <p:ph type="ftr" sz="quarter" idx="2"/>
          </p:nvPr>
        </p:nvSpPr>
        <p:spPr bwMode="auto">
          <a:xfrm>
            <a:off x="0" y="9121775"/>
            <a:ext cx="3170238" cy="479425"/>
          </a:xfrm>
          <a:prstGeom prst="rect">
            <a:avLst/>
          </a:prstGeom>
          <a:noFill/>
          <a:ln w="9525">
            <a:noFill/>
            <a:miter lim="800000"/>
            <a:headEnd/>
            <a:tailEnd/>
          </a:ln>
          <a:effectLst/>
        </p:spPr>
        <p:txBody>
          <a:bodyPr vert="horz" wrap="square" lIns="20138" tIns="0" rIns="20138" bIns="0" numCol="1" anchor="b" anchorCtr="0" compatLnSpc="1">
            <a:prstTxWarp prst="textNoShape">
              <a:avLst/>
            </a:prstTxWarp>
          </a:bodyPr>
          <a:lstStyle>
            <a:lvl1pPr defTabSz="966788">
              <a:defRPr sz="1100" b="0" i="1">
                <a:effectLst/>
                <a:latin typeface="Times New Roman" pitchFamily="18" charset="0"/>
              </a:defRPr>
            </a:lvl1pPr>
          </a:lstStyle>
          <a:p>
            <a:pPr>
              <a:defRPr/>
            </a:pPr>
            <a:endParaRPr lang="en-US"/>
          </a:p>
        </p:txBody>
      </p:sp>
      <p:sp>
        <p:nvSpPr>
          <p:cNvPr id="3077" name="Rectangle 5"/>
          <p:cNvSpPr>
            <a:spLocks noGrp="1" noChangeArrowheads="1"/>
          </p:cNvSpPr>
          <p:nvPr>
            <p:ph type="sldNum" sz="quarter" idx="3"/>
          </p:nvPr>
        </p:nvSpPr>
        <p:spPr bwMode="auto">
          <a:xfrm>
            <a:off x="4144963" y="9121775"/>
            <a:ext cx="3170237" cy="479425"/>
          </a:xfrm>
          <a:prstGeom prst="rect">
            <a:avLst/>
          </a:prstGeom>
          <a:noFill/>
          <a:ln w="9525">
            <a:noFill/>
            <a:miter lim="800000"/>
            <a:headEnd/>
            <a:tailEnd/>
          </a:ln>
          <a:effectLst/>
        </p:spPr>
        <p:txBody>
          <a:bodyPr vert="horz" wrap="square" lIns="20138" tIns="0" rIns="20138" bIns="0" numCol="1" anchor="b" anchorCtr="0" compatLnSpc="1">
            <a:prstTxWarp prst="textNoShape">
              <a:avLst/>
            </a:prstTxWarp>
          </a:bodyPr>
          <a:lstStyle>
            <a:lvl1pPr algn="r" defTabSz="966788">
              <a:defRPr sz="1100" b="0" i="1">
                <a:effectLst/>
                <a:latin typeface="Times New Roman" pitchFamily="18" charset="0"/>
              </a:defRPr>
            </a:lvl1pPr>
          </a:lstStyle>
          <a:p>
            <a:pPr>
              <a:defRPr/>
            </a:pPr>
            <a:fld id="{4DEB5558-5646-4AD0-AB75-65028B08A80A}" type="slidenum">
              <a:rPr lang="en-US"/>
              <a:pPr>
                <a:defRPr/>
              </a:pPr>
              <a:t>‹#›</a:t>
            </a:fld>
            <a:endParaRPr lang="en-US"/>
          </a:p>
        </p:txBody>
      </p:sp>
    </p:spTree>
    <p:extLst>
      <p:ext uri="{BB962C8B-B14F-4D97-AF65-F5344CB8AC3E}">
        <p14:creationId xmlns:p14="http://schemas.microsoft.com/office/powerpoint/2010/main" val="300945550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20138" tIns="0" rIns="20138" bIns="0" numCol="1" anchor="t" anchorCtr="0" compatLnSpc="1">
            <a:prstTxWarp prst="textNoShape">
              <a:avLst/>
            </a:prstTxWarp>
          </a:bodyPr>
          <a:lstStyle>
            <a:lvl1pPr defTabSz="966788">
              <a:lnSpc>
                <a:spcPct val="100000"/>
              </a:lnSpc>
              <a:spcBef>
                <a:spcPct val="0"/>
              </a:spcBef>
              <a:defRPr sz="1100" b="0" i="1">
                <a:effectLst/>
                <a:latin typeface="Times New Roman" pitchFamily="18" charset="0"/>
              </a:defRPr>
            </a:lvl1pPr>
          </a:lstStyle>
          <a:p>
            <a:pPr>
              <a:defRPr/>
            </a:pPr>
            <a:endParaRPr lang="en-US"/>
          </a:p>
        </p:txBody>
      </p:sp>
      <p:sp>
        <p:nvSpPr>
          <p:cNvPr id="2051" name="Rectangle 3"/>
          <p:cNvSpPr>
            <a:spLocks noGrp="1" noChangeArrowheads="1"/>
          </p:cNvSpPr>
          <p:nvPr>
            <p:ph type="dt" idx="1"/>
          </p:nvPr>
        </p:nvSpPr>
        <p:spPr bwMode="auto">
          <a:xfrm>
            <a:off x="4144963" y="0"/>
            <a:ext cx="3170237" cy="479425"/>
          </a:xfrm>
          <a:prstGeom prst="rect">
            <a:avLst/>
          </a:prstGeom>
          <a:noFill/>
          <a:ln w="9525">
            <a:noFill/>
            <a:miter lim="800000"/>
            <a:headEnd/>
            <a:tailEnd/>
          </a:ln>
          <a:effectLst/>
        </p:spPr>
        <p:txBody>
          <a:bodyPr vert="horz" wrap="square" lIns="20138" tIns="0" rIns="20138" bIns="0" numCol="1" anchor="t" anchorCtr="0" compatLnSpc="1">
            <a:prstTxWarp prst="textNoShape">
              <a:avLst/>
            </a:prstTxWarp>
          </a:bodyPr>
          <a:lstStyle>
            <a:lvl1pPr algn="r" defTabSz="966788">
              <a:lnSpc>
                <a:spcPct val="100000"/>
              </a:lnSpc>
              <a:spcBef>
                <a:spcPct val="0"/>
              </a:spcBef>
              <a:defRPr sz="1100" b="0" i="1">
                <a:effectLst/>
                <a:latin typeface="Times New Roman" pitchFamily="18" charset="0"/>
              </a:defRPr>
            </a:lvl1pPr>
          </a:lstStyle>
          <a:p>
            <a:pPr>
              <a:defRPr/>
            </a:pPr>
            <a:endParaRPr lang="en-US"/>
          </a:p>
        </p:txBody>
      </p:sp>
      <p:sp>
        <p:nvSpPr>
          <p:cNvPr id="2052" name="Rectangle 4"/>
          <p:cNvSpPr>
            <a:spLocks noGrp="1" noChangeArrowheads="1"/>
          </p:cNvSpPr>
          <p:nvPr>
            <p:ph type="ftr" sz="quarter" idx="4"/>
          </p:nvPr>
        </p:nvSpPr>
        <p:spPr bwMode="auto">
          <a:xfrm>
            <a:off x="0" y="9121775"/>
            <a:ext cx="3170238" cy="479425"/>
          </a:xfrm>
          <a:prstGeom prst="rect">
            <a:avLst/>
          </a:prstGeom>
          <a:noFill/>
          <a:ln w="9525">
            <a:noFill/>
            <a:miter lim="800000"/>
            <a:headEnd/>
            <a:tailEnd/>
          </a:ln>
          <a:effectLst/>
        </p:spPr>
        <p:txBody>
          <a:bodyPr vert="horz" wrap="square" lIns="20138" tIns="0" rIns="20138" bIns="0" numCol="1" anchor="b" anchorCtr="0" compatLnSpc="1">
            <a:prstTxWarp prst="textNoShape">
              <a:avLst/>
            </a:prstTxWarp>
          </a:bodyPr>
          <a:lstStyle>
            <a:lvl1pPr defTabSz="966788">
              <a:lnSpc>
                <a:spcPct val="100000"/>
              </a:lnSpc>
              <a:spcBef>
                <a:spcPct val="0"/>
              </a:spcBef>
              <a:defRPr sz="1100" b="0" i="1">
                <a:effectLst/>
                <a:latin typeface="Times New Roman" pitchFamily="18" charset="0"/>
              </a:defRPr>
            </a:lvl1pPr>
          </a:lstStyle>
          <a:p>
            <a:pPr>
              <a:defRPr/>
            </a:pPr>
            <a:endParaRPr lang="en-US"/>
          </a:p>
        </p:txBody>
      </p:sp>
      <p:sp>
        <p:nvSpPr>
          <p:cNvPr id="2053" name="Rectangle 5"/>
          <p:cNvSpPr>
            <a:spLocks noGrp="1" noChangeArrowheads="1"/>
          </p:cNvSpPr>
          <p:nvPr>
            <p:ph type="sldNum" sz="quarter" idx="5"/>
          </p:nvPr>
        </p:nvSpPr>
        <p:spPr bwMode="auto">
          <a:xfrm>
            <a:off x="4144963" y="9121775"/>
            <a:ext cx="3170237" cy="479425"/>
          </a:xfrm>
          <a:prstGeom prst="rect">
            <a:avLst/>
          </a:prstGeom>
          <a:noFill/>
          <a:ln w="9525">
            <a:noFill/>
            <a:miter lim="800000"/>
            <a:headEnd/>
            <a:tailEnd/>
          </a:ln>
          <a:effectLst/>
        </p:spPr>
        <p:txBody>
          <a:bodyPr vert="horz" wrap="square" lIns="20138" tIns="0" rIns="20138" bIns="0" numCol="1" anchor="b" anchorCtr="0" compatLnSpc="1">
            <a:prstTxWarp prst="textNoShape">
              <a:avLst/>
            </a:prstTxWarp>
          </a:bodyPr>
          <a:lstStyle>
            <a:lvl1pPr algn="r" defTabSz="966788">
              <a:lnSpc>
                <a:spcPct val="100000"/>
              </a:lnSpc>
              <a:spcBef>
                <a:spcPct val="0"/>
              </a:spcBef>
              <a:defRPr sz="1100" b="0" i="1">
                <a:effectLst/>
                <a:latin typeface="Times New Roman" pitchFamily="18" charset="0"/>
              </a:defRPr>
            </a:lvl1pPr>
          </a:lstStyle>
          <a:p>
            <a:pPr>
              <a:defRPr/>
            </a:pPr>
            <a:fld id="{39146D69-7662-4846-8666-C3A29DC3CBC9}" type="slidenum">
              <a:rPr lang="en-US"/>
              <a:pPr>
                <a:defRPr/>
              </a:pPr>
              <a:t>‹#›</a:t>
            </a:fld>
            <a:endParaRPr lang="en-US"/>
          </a:p>
        </p:txBody>
      </p:sp>
      <p:sp>
        <p:nvSpPr>
          <p:cNvPr id="2054" name="Rectangle 6"/>
          <p:cNvSpPr>
            <a:spLocks noGrp="1" noChangeArrowheads="1"/>
          </p:cNvSpPr>
          <p:nvPr>
            <p:ph type="body" sz="quarter" idx="3"/>
          </p:nvPr>
        </p:nvSpPr>
        <p:spPr bwMode="auto">
          <a:xfrm>
            <a:off x="974725" y="4560888"/>
            <a:ext cx="5365750" cy="4319587"/>
          </a:xfrm>
          <a:prstGeom prst="rect">
            <a:avLst/>
          </a:prstGeom>
          <a:noFill/>
          <a:ln w="9525">
            <a:noFill/>
            <a:miter lim="800000"/>
            <a:headEnd/>
            <a:tailEnd/>
          </a:ln>
          <a:effectLst/>
        </p:spPr>
        <p:txBody>
          <a:bodyPr vert="horz" wrap="square" lIns="97332" tIns="48667" rIns="97332" bIns="48667"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32775" name="Rectangle 7"/>
          <p:cNvSpPr>
            <a:spLocks noGrp="1" noRot="1" noChangeAspect="1" noChangeArrowheads="1" noTextEdit="1"/>
          </p:cNvSpPr>
          <p:nvPr>
            <p:ph type="sldImg" idx="2"/>
          </p:nvPr>
        </p:nvSpPr>
        <p:spPr bwMode="auto">
          <a:xfrm>
            <a:off x="1266825" y="727075"/>
            <a:ext cx="4781550" cy="3586163"/>
          </a:xfrm>
          <a:prstGeom prst="rect">
            <a:avLst/>
          </a:prstGeom>
          <a:noFill/>
          <a:ln w="12700">
            <a:solidFill>
              <a:schemeClr val="tx1"/>
            </a:solidFill>
            <a:miter lim="800000"/>
            <a:headEnd/>
            <a:tailEnd/>
          </a:ln>
        </p:spPr>
      </p:sp>
    </p:spTree>
    <p:extLst>
      <p:ext uri="{BB962C8B-B14F-4D97-AF65-F5344CB8AC3E}">
        <p14:creationId xmlns:p14="http://schemas.microsoft.com/office/powerpoint/2010/main" val="141555712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5"/>
          <p:cNvSpPr>
            <a:spLocks noGrp="1" noChangeArrowheads="1"/>
          </p:cNvSpPr>
          <p:nvPr>
            <p:ph type="sldNum" sz="quarter" idx="5"/>
          </p:nvPr>
        </p:nvSpPr>
        <p:spPr>
          <a:noFill/>
        </p:spPr>
        <p:txBody>
          <a:bodyPr/>
          <a:lstStyle/>
          <a:p>
            <a:fld id="{BF2A8627-8987-406D-A21E-ABBD08ABA479}" type="slidenum">
              <a:rPr lang="en-US" smtClean="0">
                <a:solidFill>
                  <a:prstClr val="black"/>
                </a:solidFill>
              </a:rPr>
              <a:pPr/>
              <a:t>1</a:t>
            </a:fld>
            <a:endParaRPr lang="en-US" smtClean="0">
              <a:solidFill>
                <a:prstClr val="black"/>
              </a:solidFill>
            </a:endParaRPr>
          </a:p>
        </p:txBody>
      </p:sp>
      <p:sp>
        <p:nvSpPr>
          <p:cNvPr id="45059" name="Rectangle 2"/>
          <p:cNvSpPr>
            <a:spLocks noGrp="1" noRot="1" noChangeAspect="1" noChangeArrowheads="1" noTextEdit="1"/>
          </p:cNvSpPr>
          <p:nvPr>
            <p:ph type="sldImg"/>
          </p:nvPr>
        </p:nvSpPr>
        <p:spPr>
          <a:solidFill>
            <a:srgbClr val="FFFFFF"/>
          </a:solidFill>
          <a:ln/>
        </p:spPr>
      </p:sp>
      <p:sp>
        <p:nvSpPr>
          <p:cNvPr id="45060" name="Rectangle 3"/>
          <p:cNvSpPr>
            <a:spLocks noGrp="1" noChangeArrowheads="1"/>
          </p:cNvSpPr>
          <p:nvPr>
            <p:ph type="body" idx="1"/>
          </p:nvPr>
        </p:nvSpPr>
        <p:spPr>
          <a:xfrm>
            <a:off x="1112838" y="4643438"/>
            <a:ext cx="5964237" cy="4564062"/>
          </a:xfrm>
          <a:solidFill>
            <a:srgbClr val="FFFFFF"/>
          </a:solidFill>
          <a:ln>
            <a:solidFill>
              <a:srgbClr val="000000"/>
            </a:solidFill>
          </a:ln>
        </p:spPr>
        <p:txBody>
          <a:bodyPr lIns="94854" tIns="47427" rIns="94854" bIns="47427"/>
          <a:lstStyle/>
          <a:p>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5"/>
          <p:cNvSpPr>
            <a:spLocks noGrp="1" noChangeArrowheads="1"/>
          </p:cNvSpPr>
          <p:nvPr>
            <p:ph type="sldNum" sz="quarter" idx="5"/>
          </p:nvPr>
        </p:nvSpPr>
        <p:spPr>
          <a:noFill/>
        </p:spPr>
        <p:txBody>
          <a:bodyPr/>
          <a:lstStyle/>
          <a:p>
            <a:fld id="{D838D2CF-2E20-4C47-B5BF-A491D81D3EFB}" type="slidenum">
              <a:rPr lang="en-US" smtClean="0">
                <a:solidFill>
                  <a:prstClr val="black"/>
                </a:solidFill>
              </a:rPr>
              <a:pPr/>
              <a:t>2</a:t>
            </a:fld>
            <a:endParaRPr lang="en-US" smtClean="0">
              <a:solidFill>
                <a:prstClr val="black"/>
              </a:solidFill>
            </a:endParaRPr>
          </a:p>
        </p:txBody>
      </p:sp>
      <p:sp>
        <p:nvSpPr>
          <p:cNvPr id="47107" name="Rectangle 2"/>
          <p:cNvSpPr>
            <a:spLocks noGrp="1" noRot="1" noChangeAspect="1" noChangeArrowheads="1" noTextEdit="1"/>
          </p:cNvSpPr>
          <p:nvPr>
            <p:ph type="sldImg"/>
          </p:nvPr>
        </p:nvSpPr>
        <p:spPr>
          <a:ln/>
        </p:spPr>
      </p:sp>
      <p:sp>
        <p:nvSpPr>
          <p:cNvPr id="47108"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5"/>
          <p:cNvSpPr>
            <a:spLocks noGrp="1" noChangeArrowheads="1"/>
          </p:cNvSpPr>
          <p:nvPr>
            <p:ph type="sldNum" sz="quarter" idx="5"/>
          </p:nvPr>
        </p:nvSpPr>
        <p:spPr>
          <a:noFill/>
        </p:spPr>
        <p:txBody>
          <a:bodyPr/>
          <a:lstStyle/>
          <a:p>
            <a:fld id="{F5E59A99-3A52-4676-85D3-B772B0223FD2}" type="slidenum">
              <a:rPr lang="en-US">
                <a:solidFill>
                  <a:prstClr val="black"/>
                </a:solidFill>
              </a:rPr>
              <a:pPr/>
              <a:t>4</a:t>
            </a:fld>
            <a:endParaRPr lang="en-US">
              <a:solidFill>
                <a:prstClr val="black"/>
              </a:solidFill>
            </a:endParaRPr>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p:spPr>
        <p:txBody>
          <a:bodyPr/>
          <a:lstStyle/>
          <a:p>
            <a:r>
              <a:rPr lang="en-US" smtClean="0"/>
              <a:t>Smaller RAM budget is the result of </a:t>
            </a:r>
            <a:r>
              <a:rPr lang="en-US" i="1" smtClean="0"/>
              <a:t>sharing </a:t>
            </a:r>
            <a:r>
              <a:rPr lang="en-US" smtClean="0"/>
              <a:t>memory between two threads that run at different times. If the first allocates memory, runs, then frees this memory, a subsequent one can do the same – with the same memory. In complex systems with multiple threads, it is common that given threads only are in use some of the time. Dynamic allocation allows the system architect to take advantage of this fact and specify a RAM capacity </a:t>
            </a:r>
            <a:r>
              <a:rPr lang="en-US" i="1" smtClean="0"/>
              <a:t>smaller</a:t>
            </a:r>
            <a:r>
              <a:rPr lang="en-US" smtClean="0"/>
              <a:t> than the sum of the total RAM requirements, based on their ability to thus </a:t>
            </a:r>
            <a:r>
              <a:rPr lang="en-US" i="1" smtClean="0"/>
              <a:t>share</a:t>
            </a:r>
            <a:r>
              <a:rPr lang="en-US" smtClean="0"/>
              <a:t> the RAM. </a:t>
            </a:r>
          </a:p>
          <a:p>
            <a:endParaRPr lang="en-US" smtClean="0"/>
          </a:p>
          <a:p>
            <a:r>
              <a:rPr lang="en-US" smtClean="0"/>
              <a:t>Re-use of on-chip RAM is the same point as above, and is often a high value concern for DSP system designers. </a:t>
            </a:r>
          </a:p>
          <a:p>
            <a:endParaRPr lang="en-US" smtClean="0"/>
          </a:p>
          <a:p>
            <a:r>
              <a:rPr lang="en-US" smtClean="0"/>
              <a:t>Another technique common to RAM reuse in DSP systems is that of ‘overlays’. While this method also allows for memory reuse, it requires that the system integrator and the application authors all plan in advance how to make the overlay usage work correctly. Since this is not often possible, this is why the techniques shown here offer additional value – they allow threads to be written without knowing about other threads in the system and the benefits to still be had – reliably. </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5"/>
          <p:cNvSpPr>
            <a:spLocks noGrp="1" noChangeArrowheads="1"/>
          </p:cNvSpPr>
          <p:nvPr>
            <p:ph type="sldNum" sz="quarter" idx="5"/>
          </p:nvPr>
        </p:nvSpPr>
        <p:spPr>
          <a:noFill/>
        </p:spPr>
        <p:txBody>
          <a:bodyPr/>
          <a:lstStyle/>
          <a:p>
            <a:fld id="{D74ABBE3-B555-436B-9234-3BEC7B80872A}" type="slidenum">
              <a:rPr lang="en-US" smtClean="0"/>
              <a:pPr/>
              <a:t>5</a:t>
            </a:fld>
            <a:endParaRPr lang="en-US" smtClean="0"/>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a:ln/>
        </p:spPr>
        <p:txBody>
          <a:bodyPr/>
          <a:lstStyle/>
          <a:p>
            <a:r>
              <a:rPr lang="en-US" dirty="0" smtClean="0"/>
              <a:t>Static builds the smallest</a:t>
            </a:r>
            <a:r>
              <a:rPr lang="en-US" baseline="0" dirty="0" smtClean="0"/>
              <a:t> library – but not by much. If you are trying to squeeze the last ounce of memory space and you absolutely don’t need ANY dynamic creation/deletion, well, then static might be an option. This option is probably used more on MSP430 devices – but even then, it doesn’t save that much. One way to test the savings is to build with each policy and check the memory sizes produced.</a:t>
            </a:r>
            <a:endParaRPr lang="en-US" dirty="0"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5"/>
          <p:cNvSpPr>
            <a:spLocks noGrp="1" noChangeArrowheads="1"/>
          </p:cNvSpPr>
          <p:nvPr>
            <p:ph type="sldNum" sz="quarter" idx="5"/>
          </p:nvPr>
        </p:nvSpPr>
        <p:spPr>
          <a:noFill/>
        </p:spPr>
        <p:txBody>
          <a:bodyPr/>
          <a:lstStyle/>
          <a:p>
            <a:fld id="{CBA2106D-3587-43B3-903B-95EF1BB192A8}" type="slidenum">
              <a:rPr lang="en-US">
                <a:solidFill>
                  <a:prstClr val="black"/>
                </a:solidFill>
              </a:rPr>
              <a:pPr/>
              <a:t>8</a:t>
            </a:fld>
            <a:endParaRPr lang="en-US">
              <a:solidFill>
                <a:prstClr val="black"/>
              </a:solidFill>
            </a:endParaRPr>
          </a:p>
        </p:txBody>
      </p:sp>
      <p:sp>
        <p:nvSpPr>
          <p:cNvPr id="45059" name="Rectangle 2"/>
          <p:cNvSpPr>
            <a:spLocks noGrp="1" noRot="1" noChangeAspect="1" noChangeArrowheads="1" noTextEdit="1"/>
          </p:cNvSpPr>
          <p:nvPr>
            <p:ph type="sldImg"/>
          </p:nvPr>
        </p:nvSpPr>
        <p:spPr>
          <a:xfrm>
            <a:off x="1271588" y="733425"/>
            <a:ext cx="4773612" cy="3579813"/>
          </a:xfrm>
          <a:ln/>
        </p:spPr>
      </p:sp>
      <p:sp>
        <p:nvSpPr>
          <p:cNvPr id="45060" name="Rectangle 3"/>
          <p:cNvSpPr>
            <a:spLocks noGrp="1" noChangeArrowheads="1"/>
          </p:cNvSpPr>
          <p:nvPr>
            <p:ph type="body" idx="1"/>
          </p:nvPr>
        </p:nvSpPr>
        <p:spPr>
          <a:xfrm>
            <a:off x="976313" y="4559300"/>
            <a:ext cx="5362575" cy="4319588"/>
          </a:xfrm>
          <a:noFill/>
          <a:ln/>
        </p:spPr>
        <p:txBody>
          <a:bodyPr lIns="96638" tIns="48318" rIns="96638" bIns="48318"/>
          <a:lstStyle/>
          <a:p>
            <a:endParaRPr 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5"/>
          <p:cNvSpPr>
            <a:spLocks noGrp="1" noChangeArrowheads="1"/>
          </p:cNvSpPr>
          <p:nvPr>
            <p:ph type="sldNum" sz="quarter" idx="5"/>
          </p:nvPr>
        </p:nvSpPr>
        <p:spPr>
          <a:noFill/>
        </p:spPr>
        <p:txBody>
          <a:bodyPr/>
          <a:lstStyle/>
          <a:p>
            <a:fld id="{EA803A51-7AEB-49C5-B823-A3F8B1D00EF2}" type="slidenum">
              <a:rPr lang="en-US">
                <a:solidFill>
                  <a:prstClr val="black"/>
                </a:solidFill>
              </a:rPr>
              <a:pPr/>
              <a:t>9</a:t>
            </a:fld>
            <a:endParaRPr lang="en-US">
              <a:solidFill>
                <a:prstClr val="black"/>
              </a:solidFill>
            </a:endParaRPr>
          </a:p>
        </p:txBody>
      </p:sp>
      <p:sp>
        <p:nvSpPr>
          <p:cNvPr id="46083" name="Rectangle 2"/>
          <p:cNvSpPr>
            <a:spLocks noGrp="1" noRot="1" noChangeAspect="1" noChangeArrowheads="1" noTextEdit="1"/>
          </p:cNvSpPr>
          <p:nvPr>
            <p:ph type="sldImg"/>
          </p:nvPr>
        </p:nvSpPr>
        <p:spPr>
          <a:xfrm>
            <a:off x="1260475" y="720725"/>
            <a:ext cx="4802188" cy="3602038"/>
          </a:xfrm>
          <a:ln/>
        </p:spPr>
      </p:sp>
      <p:sp>
        <p:nvSpPr>
          <p:cNvPr id="46084" name="Rectangle 3"/>
          <p:cNvSpPr>
            <a:spLocks noGrp="1" noChangeArrowheads="1"/>
          </p:cNvSpPr>
          <p:nvPr>
            <p:ph type="body" idx="1"/>
          </p:nvPr>
        </p:nvSpPr>
        <p:spPr>
          <a:noFill/>
          <a:ln/>
        </p:spPr>
        <p:txBody>
          <a:bodyPr lIns="95289" tIns="47645" rIns="95289" bIns="47645"/>
          <a:lstStyle/>
          <a:p>
            <a:endParaRPr lang="en-US" dirty="0"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5"/>
          <p:cNvSpPr>
            <a:spLocks noGrp="1" noChangeArrowheads="1"/>
          </p:cNvSpPr>
          <p:nvPr>
            <p:ph type="sldNum" sz="quarter" idx="5"/>
          </p:nvPr>
        </p:nvSpPr>
        <p:spPr>
          <a:noFill/>
        </p:spPr>
        <p:txBody>
          <a:bodyPr/>
          <a:lstStyle/>
          <a:p>
            <a:fld id="{0D90876F-07D7-4432-94F7-C649F1F4D088}" type="slidenum">
              <a:rPr lang="en-US">
                <a:solidFill>
                  <a:prstClr val="black"/>
                </a:solidFill>
              </a:rPr>
              <a:pPr/>
              <a:t>10</a:t>
            </a:fld>
            <a:endParaRPr lang="en-US">
              <a:solidFill>
                <a:prstClr val="black"/>
              </a:solidFill>
            </a:endParaRPr>
          </a:p>
        </p:txBody>
      </p:sp>
      <p:sp>
        <p:nvSpPr>
          <p:cNvPr id="47107" name="Rectangle 2"/>
          <p:cNvSpPr>
            <a:spLocks noGrp="1" noRot="1" noChangeAspect="1" noChangeArrowheads="1" noTextEdit="1"/>
          </p:cNvSpPr>
          <p:nvPr>
            <p:ph type="sldImg"/>
          </p:nvPr>
        </p:nvSpPr>
        <p:spPr>
          <a:xfrm>
            <a:off x="1271588" y="733425"/>
            <a:ext cx="4773612" cy="3579813"/>
          </a:xfrm>
          <a:ln/>
        </p:spPr>
      </p:sp>
      <p:sp>
        <p:nvSpPr>
          <p:cNvPr id="47108" name="Rectangle 3"/>
          <p:cNvSpPr>
            <a:spLocks noGrp="1" noChangeArrowheads="1"/>
          </p:cNvSpPr>
          <p:nvPr>
            <p:ph type="body" idx="1"/>
          </p:nvPr>
        </p:nvSpPr>
        <p:spPr>
          <a:xfrm>
            <a:off x="976313" y="4559300"/>
            <a:ext cx="5362575" cy="4319588"/>
          </a:xfrm>
          <a:noFill/>
          <a:ln/>
        </p:spPr>
        <p:txBody>
          <a:bodyPr lIns="96638" tIns="48318" rIns="96638" bIns="48318"/>
          <a:lstStyle/>
          <a:p>
            <a:endParaRPr 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5"/>
          <p:cNvSpPr>
            <a:spLocks noGrp="1" noChangeArrowheads="1"/>
          </p:cNvSpPr>
          <p:nvPr>
            <p:ph type="sldNum" sz="quarter" idx="5"/>
          </p:nvPr>
        </p:nvSpPr>
        <p:spPr>
          <a:noFill/>
        </p:spPr>
        <p:txBody>
          <a:bodyPr/>
          <a:lstStyle/>
          <a:p>
            <a:fld id="{C825F94D-7FD4-4B78-A405-C57FA5840D9F}" type="slidenum">
              <a:rPr lang="en-US">
                <a:solidFill>
                  <a:prstClr val="black"/>
                </a:solidFill>
              </a:rPr>
              <a:pPr/>
              <a:t>11</a:t>
            </a:fld>
            <a:endParaRPr lang="en-US">
              <a:solidFill>
                <a:prstClr val="black"/>
              </a:solidFill>
            </a:endParaRPr>
          </a:p>
        </p:txBody>
      </p:sp>
      <p:sp>
        <p:nvSpPr>
          <p:cNvPr id="49155" name="Rectangle 2"/>
          <p:cNvSpPr>
            <a:spLocks noGrp="1" noRot="1" noChangeAspect="1" noChangeArrowheads="1" noTextEdit="1"/>
          </p:cNvSpPr>
          <p:nvPr>
            <p:ph type="sldImg"/>
          </p:nvPr>
        </p:nvSpPr>
        <p:spPr>
          <a:xfrm>
            <a:off x="1271588" y="733425"/>
            <a:ext cx="4773612" cy="3579813"/>
          </a:xfrm>
          <a:ln/>
        </p:spPr>
      </p:sp>
      <p:sp>
        <p:nvSpPr>
          <p:cNvPr id="49156" name="Rectangle 3"/>
          <p:cNvSpPr>
            <a:spLocks noGrp="1" noChangeArrowheads="1"/>
          </p:cNvSpPr>
          <p:nvPr>
            <p:ph type="body" idx="1"/>
          </p:nvPr>
        </p:nvSpPr>
        <p:spPr>
          <a:xfrm>
            <a:off x="976313" y="4559300"/>
            <a:ext cx="5362575" cy="4319588"/>
          </a:xfrm>
          <a:noFill/>
          <a:ln/>
        </p:spPr>
        <p:txBody>
          <a:bodyPr lIns="96638" tIns="48318" rIns="96638" bIns="48318"/>
          <a:lstStyle/>
          <a:p>
            <a:endParaRPr 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5"/>
          <p:cNvSpPr>
            <a:spLocks noGrp="1" noChangeArrowheads="1"/>
          </p:cNvSpPr>
          <p:nvPr>
            <p:ph type="sldNum" sz="quarter" idx="5"/>
          </p:nvPr>
        </p:nvSpPr>
        <p:spPr>
          <a:noFill/>
        </p:spPr>
        <p:txBody>
          <a:bodyPr/>
          <a:lstStyle/>
          <a:p>
            <a:fld id="{23BFC4C4-ED02-4228-A90A-0D05A1D4C032}" type="slidenum">
              <a:rPr lang="en-US">
                <a:solidFill>
                  <a:prstClr val="black"/>
                </a:solidFill>
              </a:rPr>
              <a:pPr/>
              <a:t>14</a:t>
            </a:fld>
            <a:endParaRPr lang="en-US">
              <a:solidFill>
                <a:prstClr val="black"/>
              </a:solidFill>
            </a:endParaRPr>
          </a:p>
        </p:txBody>
      </p:sp>
      <p:sp>
        <p:nvSpPr>
          <p:cNvPr id="59395" name="Rectangle 2"/>
          <p:cNvSpPr>
            <a:spLocks noGrp="1" noRot="1" noChangeAspect="1" noChangeArrowheads="1" noTextEdit="1"/>
          </p:cNvSpPr>
          <p:nvPr>
            <p:ph type="sldImg"/>
          </p:nvPr>
        </p:nvSpPr>
        <p:spPr>
          <a:xfrm>
            <a:off x="1268413" y="727075"/>
            <a:ext cx="4783137" cy="3587750"/>
          </a:xfrm>
          <a:ln/>
        </p:spPr>
      </p:sp>
      <p:sp>
        <p:nvSpPr>
          <p:cNvPr id="59396" name="Rectangle 3"/>
          <p:cNvSpPr>
            <a:spLocks noGrp="1" noChangeArrowheads="1"/>
          </p:cNvSpPr>
          <p:nvPr>
            <p:ph type="body" idx="1"/>
          </p:nvPr>
        </p:nvSpPr>
        <p:spPr>
          <a:xfrm>
            <a:off x="731838" y="4559300"/>
            <a:ext cx="6013450" cy="4402138"/>
          </a:xfrm>
          <a:noFill/>
          <a:ln/>
        </p:spPr>
        <p:txBody>
          <a:bodyPr lIns="96649" tIns="48324" rIns="96649" bIns="48324"/>
          <a:lstStyle/>
          <a:p>
            <a:endParaRPr lang="en-US" dirty="0"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5"/>
          <p:cNvSpPr>
            <a:spLocks noGrp="1" noChangeArrowheads="1"/>
          </p:cNvSpPr>
          <p:nvPr>
            <p:ph type="sldNum" sz="quarter" idx="5"/>
          </p:nvPr>
        </p:nvSpPr>
        <p:spPr>
          <a:noFill/>
        </p:spPr>
        <p:txBody>
          <a:bodyPr/>
          <a:lstStyle/>
          <a:p>
            <a:fld id="{D74ABBE3-B555-436B-9234-3BEC7B80872A}" type="slidenum">
              <a:rPr lang="en-US" smtClean="0"/>
              <a:pPr/>
              <a:t>16</a:t>
            </a:fld>
            <a:endParaRPr lang="en-US" smtClean="0"/>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a:ln/>
        </p:spPr>
        <p:txBody>
          <a:bodyPr/>
          <a:lstStyle/>
          <a:p>
            <a:endParaRPr lang="en-US" dirty="0"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5"/>
          <p:cNvSpPr>
            <a:spLocks noGrp="1" noChangeArrowheads="1"/>
          </p:cNvSpPr>
          <p:nvPr>
            <p:ph type="sldNum" sz="quarter" idx="5"/>
          </p:nvPr>
        </p:nvSpPr>
        <p:spPr>
          <a:noFill/>
        </p:spPr>
        <p:txBody>
          <a:bodyPr/>
          <a:lstStyle/>
          <a:p>
            <a:fld id="{D74ABBE3-B555-436B-9234-3BEC7B80872A}" type="slidenum">
              <a:rPr lang="en-US" smtClean="0"/>
              <a:pPr/>
              <a:t>18</a:t>
            </a:fld>
            <a:endParaRPr lang="en-US" smtClean="0"/>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a:ln/>
        </p:spPr>
        <p:txBody>
          <a:bodyPr/>
          <a:lstStyle/>
          <a:p>
            <a:endParaRPr lang="en-US" dirty="0"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5"/>
          <p:cNvSpPr>
            <a:spLocks noGrp="1" noChangeArrowheads="1"/>
          </p:cNvSpPr>
          <p:nvPr>
            <p:ph type="sldNum" sz="quarter" idx="5"/>
          </p:nvPr>
        </p:nvSpPr>
        <p:spPr>
          <a:noFill/>
        </p:spPr>
        <p:txBody>
          <a:bodyPr/>
          <a:lstStyle/>
          <a:p>
            <a:fld id="{D74ABBE3-B555-436B-9234-3BEC7B80872A}" type="slidenum">
              <a:rPr lang="en-US" smtClean="0"/>
              <a:pPr/>
              <a:t>20</a:t>
            </a:fld>
            <a:endParaRPr lang="en-US" smtClean="0"/>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a:ln/>
        </p:spPr>
        <p:txBody>
          <a:bodyPr/>
          <a:lstStyle/>
          <a:p>
            <a:endParaRPr lang="en-US" dirty="0"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5"/>
          <p:cNvSpPr>
            <a:spLocks noGrp="1" noChangeArrowheads="1"/>
          </p:cNvSpPr>
          <p:nvPr>
            <p:ph type="sldNum" sz="quarter" idx="5"/>
          </p:nvPr>
        </p:nvSpPr>
        <p:spPr>
          <a:noFill/>
        </p:spPr>
        <p:txBody>
          <a:bodyPr/>
          <a:lstStyle/>
          <a:p>
            <a:fld id="{23BFC4C4-ED02-4228-A90A-0D05A1D4C032}" type="slidenum">
              <a:rPr lang="en-US">
                <a:solidFill>
                  <a:prstClr val="black"/>
                </a:solidFill>
              </a:rPr>
              <a:pPr/>
              <a:t>21</a:t>
            </a:fld>
            <a:endParaRPr lang="en-US">
              <a:solidFill>
                <a:prstClr val="black"/>
              </a:solidFill>
            </a:endParaRPr>
          </a:p>
        </p:txBody>
      </p:sp>
      <p:sp>
        <p:nvSpPr>
          <p:cNvPr id="59395" name="Rectangle 2"/>
          <p:cNvSpPr>
            <a:spLocks noGrp="1" noRot="1" noChangeAspect="1" noChangeArrowheads="1" noTextEdit="1"/>
          </p:cNvSpPr>
          <p:nvPr>
            <p:ph type="sldImg"/>
          </p:nvPr>
        </p:nvSpPr>
        <p:spPr>
          <a:xfrm>
            <a:off x="1268413" y="727075"/>
            <a:ext cx="4783137" cy="3587750"/>
          </a:xfrm>
          <a:ln/>
        </p:spPr>
      </p:sp>
      <p:sp>
        <p:nvSpPr>
          <p:cNvPr id="59396" name="Rectangle 3"/>
          <p:cNvSpPr>
            <a:spLocks noGrp="1" noChangeArrowheads="1"/>
          </p:cNvSpPr>
          <p:nvPr>
            <p:ph type="body" idx="1"/>
          </p:nvPr>
        </p:nvSpPr>
        <p:spPr>
          <a:xfrm>
            <a:off x="731838" y="4559300"/>
            <a:ext cx="6013450" cy="4402138"/>
          </a:xfrm>
          <a:noFill/>
          <a:ln/>
        </p:spPr>
        <p:txBody>
          <a:bodyPr lIns="96649" tIns="48324" rIns="96649" bIns="48324"/>
          <a:lstStyle/>
          <a:p>
            <a:r>
              <a:rPr lang="en-US" dirty="0" smtClean="0"/>
              <a:t>Warning – </a:t>
            </a:r>
            <a:r>
              <a:rPr lang="en-US" dirty="0" err="1" smtClean="0"/>
              <a:t>blocksize</a:t>
            </a:r>
            <a:r>
              <a:rPr lang="en-US" dirty="0" smtClean="0"/>
              <a:t> must be a multiple of the worst-case structure</a:t>
            </a:r>
            <a:r>
              <a:rPr lang="en-US" baseline="0" dirty="0" smtClean="0"/>
              <a:t> alignment size. Not sure what happens if this is NOT done.</a:t>
            </a:r>
          </a:p>
          <a:p>
            <a:endParaRPr lang="en-US" baseline="0" dirty="0" smtClean="0"/>
          </a:p>
          <a:p>
            <a:endParaRPr lang="en-US" dirty="0"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5"/>
          <p:cNvSpPr>
            <a:spLocks noGrp="1" noChangeArrowheads="1"/>
          </p:cNvSpPr>
          <p:nvPr>
            <p:ph type="sldNum" sz="quarter" idx="5"/>
          </p:nvPr>
        </p:nvSpPr>
        <p:spPr>
          <a:noFill/>
        </p:spPr>
        <p:txBody>
          <a:bodyPr/>
          <a:lstStyle/>
          <a:p>
            <a:fld id="{23BFC4C4-ED02-4228-A90A-0D05A1D4C032}" type="slidenum">
              <a:rPr lang="en-US">
                <a:solidFill>
                  <a:prstClr val="black"/>
                </a:solidFill>
              </a:rPr>
              <a:pPr/>
              <a:t>22</a:t>
            </a:fld>
            <a:endParaRPr lang="en-US">
              <a:solidFill>
                <a:prstClr val="black"/>
              </a:solidFill>
            </a:endParaRPr>
          </a:p>
        </p:txBody>
      </p:sp>
      <p:sp>
        <p:nvSpPr>
          <p:cNvPr id="59395" name="Rectangle 2"/>
          <p:cNvSpPr>
            <a:spLocks noGrp="1" noRot="1" noChangeAspect="1" noChangeArrowheads="1" noTextEdit="1"/>
          </p:cNvSpPr>
          <p:nvPr>
            <p:ph type="sldImg"/>
          </p:nvPr>
        </p:nvSpPr>
        <p:spPr>
          <a:xfrm>
            <a:off x="1268413" y="727075"/>
            <a:ext cx="4783137" cy="3587750"/>
          </a:xfrm>
          <a:ln/>
        </p:spPr>
      </p:sp>
      <p:sp>
        <p:nvSpPr>
          <p:cNvPr id="59396" name="Rectangle 3"/>
          <p:cNvSpPr>
            <a:spLocks noGrp="1" noChangeArrowheads="1"/>
          </p:cNvSpPr>
          <p:nvPr>
            <p:ph type="body" idx="1"/>
          </p:nvPr>
        </p:nvSpPr>
        <p:spPr>
          <a:xfrm>
            <a:off x="731838" y="4559300"/>
            <a:ext cx="6013450" cy="4402138"/>
          </a:xfrm>
          <a:noFill/>
          <a:ln/>
        </p:spPr>
        <p:txBody>
          <a:bodyPr lIns="96649" tIns="48324" rIns="96649" bIns="48324"/>
          <a:lstStyle/>
          <a:p>
            <a:endParaRPr lang="en-US" dirty="0"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5"/>
          <p:cNvSpPr>
            <a:spLocks noGrp="1" noChangeArrowheads="1"/>
          </p:cNvSpPr>
          <p:nvPr>
            <p:ph type="sldNum" sz="quarter" idx="5"/>
          </p:nvPr>
        </p:nvSpPr>
        <p:spPr>
          <a:noFill/>
        </p:spPr>
        <p:txBody>
          <a:bodyPr/>
          <a:lstStyle/>
          <a:p>
            <a:fld id="{D74ABBE3-B555-436B-9234-3BEC7B80872A}" type="slidenum">
              <a:rPr lang="en-US" smtClean="0"/>
              <a:pPr/>
              <a:t>24</a:t>
            </a:fld>
            <a:endParaRPr lang="en-US" smtClean="0"/>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a:ln/>
        </p:spPr>
        <p:txBody>
          <a:bodyPr/>
          <a:lstStyle/>
          <a:p>
            <a:r>
              <a:rPr lang="en-US" dirty="0" smtClean="0"/>
              <a:t>Can</a:t>
            </a:r>
            <a:r>
              <a:rPr lang="en-US" baseline="0" dirty="0" smtClean="0"/>
              <a:t> be configured to “block borrow” from the “next size up”.</a:t>
            </a:r>
            <a:endParaRPr lang="en-US" dirty="0"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5"/>
          <p:cNvSpPr>
            <a:spLocks noGrp="1" noChangeArrowheads="1"/>
          </p:cNvSpPr>
          <p:nvPr>
            <p:ph type="sldNum" sz="quarter" idx="5"/>
          </p:nvPr>
        </p:nvSpPr>
        <p:spPr>
          <a:noFill/>
        </p:spPr>
        <p:txBody>
          <a:bodyPr/>
          <a:lstStyle/>
          <a:p>
            <a:fld id="{D74ABBE3-B555-436B-9234-3BEC7B80872A}" type="slidenum">
              <a:rPr lang="en-US" smtClean="0"/>
              <a:pPr/>
              <a:t>26</a:t>
            </a:fld>
            <a:endParaRPr lang="en-US" smtClean="0"/>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a:ln/>
        </p:spPr>
        <p:txBody>
          <a:bodyPr/>
          <a:lstStyle/>
          <a:p>
            <a:endParaRPr lang="en-US" dirty="0"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NULL is the </a:t>
            </a:r>
            <a:r>
              <a:rPr lang="en-US" dirty="0" err="1" smtClean="0"/>
              <a:t>Attrs</a:t>
            </a:r>
            <a:r>
              <a:rPr lang="en-US" dirty="0" smtClean="0"/>
              <a:t> structure</a:t>
            </a:r>
            <a:r>
              <a:rPr lang="en-US" baseline="0" dirty="0" smtClean="0"/>
              <a:t> for this creation. </a:t>
            </a:r>
            <a:endParaRPr lang="en-US" dirty="0"/>
          </a:p>
        </p:txBody>
      </p:sp>
      <p:sp>
        <p:nvSpPr>
          <p:cNvPr id="4" name="Slide Number Placeholder 3"/>
          <p:cNvSpPr>
            <a:spLocks noGrp="1"/>
          </p:cNvSpPr>
          <p:nvPr>
            <p:ph type="sldNum" sz="quarter" idx="10"/>
          </p:nvPr>
        </p:nvSpPr>
        <p:spPr/>
        <p:txBody>
          <a:bodyPr/>
          <a:lstStyle/>
          <a:p>
            <a:pPr>
              <a:defRPr/>
            </a:pPr>
            <a:fld id="{39146D69-7662-4846-8666-C3A29DC3CBC9}" type="slidenum">
              <a:rPr lang="en-US" smtClean="0"/>
              <a:pPr>
                <a:defRPr/>
              </a:pPr>
              <a:t>28</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5"/>
          <p:cNvSpPr>
            <a:spLocks noGrp="1" noChangeArrowheads="1"/>
          </p:cNvSpPr>
          <p:nvPr>
            <p:ph type="sldNum" sz="quarter" idx="5"/>
          </p:nvPr>
        </p:nvSpPr>
        <p:spPr>
          <a:noFill/>
        </p:spPr>
        <p:txBody>
          <a:bodyPr/>
          <a:lstStyle/>
          <a:p>
            <a:fld id="{C4C940DF-BB0C-439D-9911-E816CEEB4148}" type="slidenum">
              <a:rPr lang="en-US">
                <a:solidFill>
                  <a:prstClr val="black"/>
                </a:solidFill>
              </a:rPr>
              <a:pPr/>
              <a:t>29</a:t>
            </a:fld>
            <a:endParaRPr lang="en-US">
              <a:solidFill>
                <a:prstClr val="black"/>
              </a:solidFill>
            </a:endParaRPr>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p:spPr>
        <p:txBody>
          <a:bodyPr/>
          <a:lstStyle/>
          <a:p>
            <a:r>
              <a:rPr lang="en-US" dirty="0" smtClean="0"/>
              <a:t>Why </a:t>
            </a:r>
            <a:r>
              <a:rPr lang="en-US" dirty="0" err="1" smtClean="0"/>
              <a:t>taskParams</a:t>
            </a:r>
            <a:r>
              <a:rPr lang="en-US" dirty="0" smtClean="0"/>
              <a:t>? It sets the defaults if you don’t. Plus, you can change those defaults (like priority above). Also, it opens up the ability for adding new features (</a:t>
            </a:r>
            <a:r>
              <a:rPr lang="en-US" dirty="0" err="1" smtClean="0"/>
              <a:t>params</a:t>
            </a:r>
            <a:r>
              <a:rPr lang="en-US" dirty="0" smtClean="0"/>
              <a:t>) in the future with the same C code.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5"/>
          <p:cNvSpPr>
            <a:spLocks noGrp="1" noChangeArrowheads="1"/>
          </p:cNvSpPr>
          <p:nvPr>
            <p:ph type="sldNum" sz="quarter" idx="5"/>
          </p:nvPr>
        </p:nvSpPr>
        <p:spPr>
          <a:noFill/>
        </p:spPr>
        <p:txBody>
          <a:bodyPr/>
          <a:lstStyle/>
          <a:p>
            <a:fld id="{F5E59A99-3A52-4676-85D3-B772B0223FD2}" type="slidenum">
              <a:rPr lang="en-US">
                <a:solidFill>
                  <a:prstClr val="black"/>
                </a:solidFill>
              </a:rPr>
              <a:pPr/>
              <a:t>30</a:t>
            </a:fld>
            <a:endParaRPr lang="en-US">
              <a:solidFill>
                <a:prstClr val="black"/>
              </a:solidFill>
            </a:endParaRPr>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p:spPr>
        <p:txBody>
          <a:bodyPr/>
          <a:lstStyle/>
          <a:p>
            <a:endParaRPr lang="en-US" dirty="0"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5"/>
          <p:cNvSpPr>
            <a:spLocks noGrp="1" noChangeArrowheads="1"/>
          </p:cNvSpPr>
          <p:nvPr>
            <p:ph type="sldNum" sz="quarter" idx="5"/>
          </p:nvPr>
        </p:nvSpPr>
        <p:spPr>
          <a:noFill/>
        </p:spPr>
        <p:txBody>
          <a:bodyPr/>
          <a:lstStyle/>
          <a:p>
            <a:fld id="{2FC636D1-77B7-48C3-892B-E6115312BC97}" type="slidenum">
              <a:rPr lang="en-US" smtClean="0"/>
              <a:pPr/>
              <a:t>32</a:t>
            </a:fld>
            <a:endParaRPr lang="en-US" smtClean="0"/>
          </a:p>
        </p:txBody>
      </p:sp>
      <p:sp>
        <p:nvSpPr>
          <p:cNvPr id="105475" name="Rectangle 2"/>
          <p:cNvSpPr>
            <a:spLocks noGrp="1" noRot="1" noChangeAspect="1" noChangeArrowheads="1" noTextEdit="1"/>
          </p:cNvSpPr>
          <p:nvPr>
            <p:ph type="sldImg"/>
          </p:nvPr>
        </p:nvSpPr>
        <p:spPr>
          <a:ln/>
        </p:spPr>
      </p:sp>
      <p:sp>
        <p:nvSpPr>
          <p:cNvPr id="105476" name="Rectangle 3"/>
          <p:cNvSpPr>
            <a:spLocks noGrp="1" noChangeArrowheads="1"/>
          </p:cNvSpPr>
          <p:nvPr>
            <p:ph type="body" idx="1"/>
          </p:nvPr>
        </p:nvSpPr>
        <p:spPr>
          <a:noFill/>
          <a:ln/>
        </p:spPr>
        <p:txBody>
          <a:bodyPr/>
          <a:lstStyle/>
          <a:p>
            <a:r>
              <a:rPr lang="en-US" smtClean="0"/>
              <a:t>When you create a custom section, you must use a userlinker.cmd file and link in (-l, that’s a minus L) the linker command file generated by the cdb. This user linker command file will contain just a SECTIONS directive and the memory area you specify can be set up in the .cdb file and Mem Manager.</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5"/>
          <p:cNvSpPr>
            <a:spLocks noGrp="1" noChangeArrowheads="1"/>
          </p:cNvSpPr>
          <p:nvPr>
            <p:ph type="sldNum" sz="quarter" idx="5"/>
          </p:nvPr>
        </p:nvSpPr>
        <p:spPr>
          <a:noFill/>
        </p:spPr>
        <p:txBody>
          <a:bodyPr/>
          <a:lstStyle/>
          <a:p>
            <a:fld id="{0579CD9A-C109-45E4-A3C8-F7436C680D3E}" type="slidenum">
              <a:rPr lang="en-US" smtClean="0"/>
              <a:pPr/>
              <a:t>33</a:t>
            </a:fld>
            <a:endParaRPr lang="en-US" smtClean="0"/>
          </a:p>
        </p:txBody>
      </p:sp>
      <p:sp>
        <p:nvSpPr>
          <p:cNvPr id="106499" name="Rectangle 2"/>
          <p:cNvSpPr>
            <a:spLocks noGrp="1" noRot="1" noChangeAspect="1" noChangeArrowheads="1" noTextEdit="1"/>
          </p:cNvSpPr>
          <p:nvPr>
            <p:ph type="sldImg"/>
          </p:nvPr>
        </p:nvSpPr>
        <p:spPr>
          <a:ln/>
        </p:spPr>
      </p:sp>
      <p:sp>
        <p:nvSpPr>
          <p:cNvPr id="106500" name="Rectangle 3"/>
          <p:cNvSpPr>
            <a:spLocks noGrp="1" noChangeArrowheads="1"/>
          </p:cNvSpPr>
          <p:nvPr>
            <p:ph type="body" idx="1"/>
          </p:nvPr>
        </p:nvSpPr>
        <p:spPr>
          <a:noFill/>
          <a:ln/>
        </p:spPr>
        <p:txBody>
          <a:bodyPr/>
          <a:lstStyle/>
          <a:p>
            <a:r>
              <a:rPr lang="en-US" smtClean="0"/>
              <a:t>When you create a custom section, you must use a userlinker.cmd file and link in (-l, that’s a minus L) the linker command file generated by the cdb. This user linker command file will contain just a SECTIONS directive and the memory area you specify can be set up in the .cdb file and Mem Manager.</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5"/>
          <p:cNvSpPr>
            <a:spLocks noGrp="1" noChangeArrowheads="1"/>
          </p:cNvSpPr>
          <p:nvPr>
            <p:ph type="sldNum" sz="quarter" idx="5"/>
          </p:nvPr>
        </p:nvSpPr>
        <p:spPr>
          <a:noFill/>
        </p:spPr>
        <p:txBody>
          <a:bodyPr/>
          <a:lstStyle/>
          <a:p>
            <a:fld id="{EE4EC7F1-1B43-4975-A0FC-4D8B70CC2ACD}" type="slidenum">
              <a:rPr lang="en-US" smtClean="0"/>
              <a:pPr/>
              <a:t>34</a:t>
            </a:fld>
            <a:endParaRPr lang="en-US" smtClean="0"/>
          </a:p>
        </p:txBody>
      </p:sp>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a:noFill/>
          <a:ln/>
        </p:spPr>
        <p:txBody>
          <a:bodyPr/>
          <a:lstStyle/>
          <a:p>
            <a:pPr>
              <a:lnSpc>
                <a:spcPct val="90000"/>
              </a:lnSpc>
              <a:spcBef>
                <a:spcPct val="50000"/>
              </a:spcBef>
              <a:buClr>
                <a:schemeClr val="tx2"/>
              </a:buClr>
              <a:buSzPct val="75000"/>
              <a:buFont typeface="Wingdings" pitchFamily="2" charset="2"/>
              <a:buChar char=""/>
            </a:pPr>
            <a:r>
              <a:rPr lang="en-US" b="1" smtClean="0"/>
              <a:t>Do not modify appcfg.cmd – your changes will be</a:t>
            </a:r>
            <a:br>
              <a:rPr lang="en-US" b="1" smtClean="0"/>
            </a:br>
            <a:r>
              <a:rPr lang="en-US" b="1" smtClean="0"/>
              <a:t>overwritten during “Build” (or “Rebuild”)</a:t>
            </a:r>
          </a:p>
          <a:p>
            <a:pPr marL="0" marR="0" indent="0" algn="l" defTabSz="914400" rtl="0" eaLnBrk="0" fontAlgn="base" latinLnBrk="0" hangingPunct="0">
              <a:lnSpc>
                <a:spcPct val="90000"/>
              </a:lnSpc>
              <a:spcBef>
                <a:spcPct val="50000"/>
              </a:spcBef>
              <a:spcAft>
                <a:spcPct val="0"/>
              </a:spcAft>
              <a:buClr>
                <a:schemeClr val="tx2"/>
              </a:buClr>
              <a:buSzPct val="75000"/>
              <a:buFont typeface="Wingdings" pitchFamily="2" charset="2"/>
              <a:buChar char=""/>
              <a:tabLst/>
              <a:defRPr/>
            </a:pPr>
            <a:r>
              <a:rPr lang="en-US" b="0" smtClean="0">
                <a:latin typeface="Calibri" pitchFamily="34" charset="0"/>
                <a:cs typeface="Calibri" pitchFamily="34" charset="0"/>
              </a:rPr>
              <a:t>–mo creates subsection for every fxn (great for libraries)</a:t>
            </a:r>
          </a:p>
          <a:p>
            <a:pPr>
              <a:lnSpc>
                <a:spcPct val="90000"/>
              </a:lnSpc>
              <a:spcBef>
                <a:spcPct val="50000"/>
              </a:spcBef>
              <a:buClr>
                <a:schemeClr val="tx2"/>
              </a:buClr>
              <a:buSzPct val="75000"/>
              <a:buFont typeface="Wingdings" pitchFamily="2" charset="2"/>
              <a:buChar char=""/>
            </a:pPr>
            <a:endParaRPr lang="en-US" b="1" smtClean="0"/>
          </a:p>
          <a:p>
            <a:endParaRPr lang="en-US"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5"/>
          <p:cNvSpPr>
            <a:spLocks noGrp="1" noChangeArrowheads="1"/>
          </p:cNvSpPr>
          <p:nvPr>
            <p:ph type="sldNum" sz="quarter" idx="5"/>
          </p:nvPr>
        </p:nvSpPr>
        <p:spPr>
          <a:noFill/>
        </p:spPr>
        <p:txBody>
          <a:bodyPr/>
          <a:lstStyle/>
          <a:p>
            <a:fld id="{A6CF76D9-8C4F-404E-B421-838159FF4993}" type="slidenum">
              <a:rPr lang="en-US" smtClean="0">
                <a:solidFill>
                  <a:prstClr val="black"/>
                </a:solidFill>
              </a:rPr>
              <a:pPr/>
              <a:t>37</a:t>
            </a:fld>
            <a:endParaRPr lang="en-US" smtClean="0">
              <a:solidFill>
                <a:prstClr val="black"/>
              </a:solidFill>
            </a:endParaRPr>
          </a:p>
        </p:txBody>
      </p:sp>
      <p:sp>
        <p:nvSpPr>
          <p:cNvPr id="40963" name="Rectangle 2"/>
          <p:cNvSpPr>
            <a:spLocks noGrp="1" noRot="1" noChangeAspect="1" noChangeArrowheads="1" noTextEdit="1"/>
          </p:cNvSpPr>
          <p:nvPr>
            <p:ph type="sldImg"/>
          </p:nvPr>
        </p:nvSpPr>
        <p:spPr>
          <a:ln cap="flat"/>
        </p:spPr>
      </p:sp>
      <p:sp>
        <p:nvSpPr>
          <p:cNvPr id="40964"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5"/>
          <p:cNvSpPr>
            <a:spLocks noGrp="1" noChangeArrowheads="1"/>
          </p:cNvSpPr>
          <p:nvPr>
            <p:ph type="sldNum" sz="quarter" idx="5"/>
          </p:nvPr>
        </p:nvSpPr>
        <p:spPr>
          <a:noFill/>
        </p:spPr>
        <p:txBody>
          <a:bodyPr/>
          <a:lstStyle/>
          <a:p>
            <a:fld id="{EE4EC7F1-1B43-4975-A0FC-4D8B70CC2ACD}" type="slidenum">
              <a:rPr lang="en-US" smtClean="0">
                <a:solidFill>
                  <a:prstClr val="black"/>
                </a:solidFill>
              </a:rPr>
              <a:pPr/>
              <a:t>38</a:t>
            </a:fld>
            <a:endParaRPr lang="en-US" smtClean="0">
              <a:solidFill>
                <a:prstClr val="black"/>
              </a:solidFill>
            </a:endParaRPr>
          </a:p>
        </p:txBody>
      </p:sp>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5"/>
          <p:cNvSpPr>
            <a:spLocks noGrp="1" noChangeArrowheads="1"/>
          </p:cNvSpPr>
          <p:nvPr>
            <p:ph type="sldNum" sz="quarter" idx="5"/>
          </p:nvPr>
        </p:nvSpPr>
        <p:spPr>
          <a:noFill/>
        </p:spPr>
        <p:txBody>
          <a:bodyPr/>
          <a:lstStyle/>
          <a:p>
            <a:fld id="{F5E59A99-3A52-4676-85D3-B772B0223FD2}" type="slidenum">
              <a:rPr lang="en-US">
                <a:solidFill>
                  <a:prstClr val="black"/>
                </a:solidFill>
              </a:rPr>
              <a:pPr/>
              <a:t>39</a:t>
            </a:fld>
            <a:endParaRPr lang="en-US">
              <a:solidFill>
                <a:prstClr val="black"/>
              </a:solidFill>
            </a:endParaRPr>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p:spPr>
        <p:txBody>
          <a:bodyPr/>
          <a:lstStyle/>
          <a:p>
            <a:endParaRPr lang="en-US" dirty="0" smtClean="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noFill/>
        </p:spPr>
        <p:txBody>
          <a:bodyPr/>
          <a:lstStyle>
            <a:lvl1pPr algn="l">
              <a:defRPr>
                <a:solidFill>
                  <a:schemeClr val="tx2"/>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685800" y="3810000"/>
            <a:ext cx="7772400" cy="1752600"/>
          </a:xfrm>
        </p:spPr>
        <p:txBody>
          <a:bodyPr>
            <a:normAutofit/>
          </a:bodyPr>
          <a:lstStyle>
            <a:lvl1pPr marL="0" indent="0" algn="l">
              <a:buNone/>
              <a:defRPr sz="2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AEF89BD6-E300-4C67-B175-76E5828D27B4}" type="datetimeFigureOut">
              <a:rPr lang="en-US" smtClean="0"/>
              <a:pPr/>
              <a:t>4/9/2014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582210-5FCA-4178-AB04-4337EADA3D81}" type="slidenum">
              <a:rPr lang="en-US" smtClean="0"/>
              <a:pPr/>
              <a:t>‹#›</a:t>
            </a:fld>
            <a:endParaRPr lang="en-US"/>
          </a:p>
        </p:txBody>
      </p:sp>
      <p:pic>
        <p:nvPicPr>
          <p:cNvPr id="8" name="Picture 7" descr="ti_pptbar_white.png"/>
          <p:cNvPicPr>
            <a:picLocks noChangeAspect="1"/>
          </p:cNvPicPr>
          <p:nvPr/>
        </p:nvPicPr>
        <p:blipFill>
          <a:blip r:embed="rId2" cstate="print"/>
          <a:stretch>
            <a:fillRect/>
          </a:stretch>
        </p:blipFill>
        <p:spPr>
          <a:xfrm>
            <a:off x="326486" y="6324600"/>
            <a:ext cx="8491027" cy="481544"/>
          </a:xfrm>
          <a:prstGeom prst="rect">
            <a:avLst/>
          </a:prstGeom>
        </p:spPr>
      </p:pic>
      <p:grpSp>
        <p:nvGrpSpPr>
          <p:cNvPr id="10" name="Group 16"/>
          <p:cNvGrpSpPr>
            <a:grpSpLocks/>
          </p:cNvGrpSpPr>
          <p:nvPr/>
        </p:nvGrpSpPr>
        <p:grpSpPr bwMode="auto">
          <a:xfrm>
            <a:off x="-7938" y="6323013"/>
            <a:ext cx="8815388" cy="466725"/>
            <a:chOff x="-7620" y="6323077"/>
            <a:chExt cx="8814816" cy="466344"/>
          </a:xfrm>
        </p:grpSpPr>
        <p:cxnSp>
          <p:nvCxnSpPr>
            <p:cNvPr id="11" name="Straight Connector 10"/>
            <p:cNvCxnSpPr/>
            <p:nvPr userDrawn="1"/>
          </p:nvCxnSpPr>
          <p:spPr>
            <a:xfrm>
              <a:off x="-7620" y="6789421"/>
              <a:ext cx="8814816"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2" name="Straight Connector 11"/>
            <p:cNvCxnSpPr/>
            <p:nvPr userDrawn="1"/>
          </p:nvCxnSpPr>
          <p:spPr>
            <a:xfrm>
              <a:off x="-7620" y="6324663"/>
              <a:ext cx="8814816"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3" name="Straight Connector 12"/>
            <p:cNvCxnSpPr/>
            <p:nvPr userDrawn="1"/>
          </p:nvCxnSpPr>
          <p:spPr>
            <a:xfrm rot="16200000">
              <a:off x="8570849" y="6556249"/>
              <a:ext cx="466344" cy="0"/>
            </a:xfrm>
            <a:prstGeom prst="line">
              <a:avLst/>
            </a:prstGeom>
          </p:spPr>
          <p:style>
            <a:lnRef idx="1">
              <a:schemeClr val="accent2"/>
            </a:lnRef>
            <a:fillRef idx="0">
              <a:schemeClr val="accent2"/>
            </a:fillRef>
            <a:effectRef idx="0">
              <a:schemeClr val="accent2"/>
            </a:effectRef>
            <a:fontRef idx="minor">
              <a:schemeClr val="tx1"/>
            </a:fontRef>
          </p:style>
        </p:cxnSp>
      </p:grpSp>
      <p:pic>
        <p:nvPicPr>
          <p:cNvPr id="14" name="Picture 8" descr="ti_logo_powerpoint_1_line.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75438" y="6440488"/>
            <a:ext cx="1874837"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pic>
        <p:nvPicPr>
          <p:cNvPr id="4" name="Picture 6" descr="selected_powerpoint_bg_2.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0" y="6324600"/>
            <a:ext cx="8804275" cy="457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nvGrpSpPr>
          <p:cNvPr id="6" name="Group 18"/>
          <p:cNvGrpSpPr>
            <a:grpSpLocks/>
          </p:cNvGrpSpPr>
          <p:nvPr/>
        </p:nvGrpSpPr>
        <p:grpSpPr bwMode="auto">
          <a:xfrm>
            <a:off x="-7938" y="6323013"/>
            <a:ext cx="8815388" cy="466725"/>
            <a:chOff x="-7620" y="6323077"/>
            <a:chExt cx="8814816" cy="466344"/>
          </a:xfrm>
        </p:grpSpPr>
        <p:cxnSp>
          <p:nvCxnSpPr>
            <p:cNvPr id="7" name="Straight Connector 6"/>
            <p:cNvCxnSpPr/>
            <p:nvPr userDrawn="1"/>
          </p:nvCxnSpPr>
          <p:spPr>
            <a:xfrm>
              <a:off x="-7620" y="6789421"/>
              <a:ext cx="8814816"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8" name="Straight Connector 7"/>
            <p:cNvCxnSpPr/>
            <p:nvPr userDrawn="1"/>
          </p:nvCxnSpPr>
          <p:spPr>
            <a:xfrm>
              <a:off x="-7620" y="6324663"/>
              <a:ext cx="8814816"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9" name="Straight Connector 8"/>
            <p:cNvCxnSpPr/>
            <p:nvPr userDrawn="1"/>
          </p:nvCxnSpPr>
          <p:spPr>
            <a:xfrm rot="16200000">
              <a:off x="8570849" y="6556249"/>
              <a:ext cx="466344" cy="0"/>
            </a:xfrm>
            <a:prstGeom prst="line">
              <a:avLst/>
            </a:prstGeom>
          </p:spPr>
          <p:style>
            <a:lnRef idx="1">
              <a:schemeClr val="accent2"/>
            </a:lnRef>
            <a:fillRef idx="0">
              <a:schemeClr val="accent2"/>
            </a:fillRef>
            <a:effectRef idx="0">
              <a:schemeClr val="accent2"/>
            </a:effectRef>
            <a:fontRef idx="minor">
              <a:schemeClr val="tx1"/>
            </a:fontRef>
          </p:style>
        </p:cxnSp>
      </p:grpSp>
      <p:pic>
        <p:nvPicPr>
          <p:cNvPr id="10" name="Picture 25" descr="ti_logo_powerpoint_1_line.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75438" y="6440488"/>
            <a:ext cx="1874837"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4" name="Rectangle 2"/>
          <p:cNvSpPr>
            <a:spLocks noGrp="1" noChangeArrowheads="1"/>
          </p:cNvSpPr>
          <p:nvPr>
            <p:ph type="ctrTitle"/>
          </p:nvPr>
        </p:nvSpPr>
        <p:spPr>
          <a:xfrm>
            <a:off x="342900" y="1943100"/>
            <a:ext cx="8458200" cy="1470025"/>
          </a:xfrm>
        </p:spPr>
        <p:txBody>
          <a:bodyPr>
            <a:normAutofit/>
          </a:bodyPr>
          <a:lstStyle>
            <a:lvl1pPr algn="l">
              <a:defRPr sz="3600">
                <a:solidFill>
                  <a:schemeClr val="tx2"/>
                </a:solidFill>
              </a:defRPr>
            </a:lvl1pPr>
          </a:lstStyle>
          <a:p>
            <a:r>
              <a:rPr lang="en-US" smtClean="0"/>
              <a:t>Click to edit Master title style</a:t>
            </a:r>
            <a:endParaRPr lang="en-US" dirty="0"/>
          </a:p>
        </p:txBody>
      </p:sp>
      <p:sp>
        <p:nvSpPr>
          <p:cNvPr id="3075" name="Rectangle 3"/>
          <p:cNvSpPr>
            <a:spLocks noGrp="1" noChangeArrowheads="1"/>
          </p:cNvSpPr>
          <p:nvPr>
            <p:ph type="subTitle" idx="1"/>
          </p:nvPr>
        </p:nvSpPr>
        <p:spPr>
          <a:xfrm>
            <a:off x="342900" y="3698875"/>
            <a:ext cx="8458200" cy="1485900"/>
          </a:xfrm>
          <a:ln/>
        </p:spPr>
        <p:txBody>
          <a:bodyPr>
            <a:normAutofit/>
          </a:bodyPr>
          <a:lstStyle>
            <a:lvl1pPr marL="0" indent="0">
              <a:buFontTx/>
              <a:buNone/>
              <a:defRPr sz="2800" b="1"/>
            </a:lvl1pPr>
          </a:lstStyle>
          <a:p>
            <a:r>
              <a:rPr lang="en-US" smtClean="0"/>
              <a:t>Click to edit Master subtitle style</a:t>
            </a:r>
            <a:endParaRPr lang="en-US" dirty="0"/>
          </a:p>
        </p:txBody>
      </p:sp>
    </p:spTree>
    <p:extLst>
      <p:ext uri="{BB962C8B-B14F-4D97-AF65-F5344CB8AC3E}">
        <p14:creationId xmlns:p14="http://schemas.microsoft.com/office/powerpoint/2010/main" val="1876726418"/>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pic>
        <p:nvPicPr>
          <p:cNvPr id="4" name="Picture 6" descr="selected_powerpoint_bg_1.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0" y="6324600"/>
            <a:ext cx="8804275" cy="457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nvGrpSpPr>
          <p:cNvPr id="6" name="Group 13"/>
          <p:cNvGrpSpPr>
            <a:grpSpLocks/>
          </p:cNvGrpSpPr>
          <p:nvPr/>
        </p:nvGrpSpPr>
        <p:grpSpPr bwMode="auto">
          <a:xfrm>
            <a:off x="-7938" y="6323013"/>
            <a:ext cx="8815388" cy="466725"/>
            <a:chOff x="-7620" y="6323077"/>
            <a:chExt cx="8814816" cy="466344"/>
          </a:xfrm>
        </p:grpSpPr>
        <p:cxnSp>
          <p:nvCxnSpPr>
            <p:cNvPr id="7" name="Straight Connector 6"/>
            <p:cNvCxnSpPr/>
            <p:nvPr userDrawn="1"/>
          </p:nvCxnSpPr>
          <p:spPr>
            <a:xfrm>
              <a:off x="-7620" y="6789421"/>
              <a:ext cx="8814816"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8" name="Straight Connector 7"/>
            <p:cNvCxnSpPr/>
            <p:nvPr userDrawn="1"/>
          </p:nvCxnSpPr>
          <p:spPr>
            <a:xfrm>
              <a:off x="-7620" y="6324663"/>
              <a:ext cx="8814816"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9" name="Straight Connector 8"/>
            <p:cNvCxnSpPr/>
            <p:nvPr userDrawn="1"/>
          </p:nvCxnSpPr>
          <p:spPr>
            <a:xfrm rot="16200000">
              <a:off x="8570849" y="6556249"/>
              <a:ext cx="466344" cy="0"/>
            </a:xfrm>
            <a:prstGeom prst="line">
              <a:avLst/>
            </a:prstGeom>
          </p:spPr>
          <p:style>
            <a:lnRef idx="1">
              <a:schemeClr val="accent2"/>
            </a:lnRef>
            <a:fillRef idx="0">
              <a:schemeClr val="accent2"/>
            </a:fillRef>
            <a:effectRef idx="0">
              <a:schemeClr val="accent2"/>
            </a:effectRef>
            <a:fontRef idx="minor">
              <a:schemeClr val="tx1"/>
            </a:fontRef>
          </p:style>
        </p:cxnSp>
      </p:grpSp>
      <p:pic>
        <p:nvPicPr>
          <p:cNvPr id="10" name="Picture 25" descr="ti_logo_powerpoint_1_line.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75438" y="6440488"/>
            <a:ext cx="1874837"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4" name="Rectangle 2"/>
          <p:cNvSpPr>
            <a:spLocks noGrp="1" noChangeArrowheads="1"/>
          </p:cNvSpPr>
          <p:nvPr>
            <p:ph type="ctrTitle"/>
          </p:nvPr>
        </p:nvSpPr>
        <p:spPr>
          <a:xfrm>
            <a:off x="342900" y="1943100"/>
            <a:ext cx="8458200" cy="1470025"/>
          </a:xfrm>
        </p:spPr>
        <p:txBody>
          <a:bodyPr>
            <a:normAutofit/>
          </a:bodyPr>
          <a:lstStyle>
            <a:lvl1pPr algn="l">
              <a:defRPr sz="3600">
                <a:solidFill>
                  <a:schemeClr val="tx2"/>
                </a:solidFill>
              </a:defRPr>
            </a:lvl1pPr>
          </a:lstStyle>
          <a:p>
            <a:r>
              <a:rPr lang="en-US" smtClean="0"/>
              <a:t>Click to edit Master title style</a:t>
            </a:r>
            <a:endParaRPr lang="en-US" dirty="0"/>
          </a:p>
        </p:txBody>
      </p:sp>
      <p:sp>
        <p:nvSpPr>
          <p:cNvPr id="3075" name="Rectangle 3"/>
          <p:cNvSpPr>
            <a:spLocks noGrp="1" noChangeArrowheads="1"/>
          </p:cNvSpPr>
          <p:nvPr>
            <p:ph type="subTitle" idx="1"/>
          </p:nvPr>
        </p:nvSpPr>
        <p:spPr>
          <a:xfrm>
            <a:off x="342900" y="3698875"/>
            <a:ext cx="8458200" cy="1485900"/>
          </a:xfrm>
          <a:ln/>
        </p:spPr>
        <p:txBody>
          <a:bodyPr>
            <a:normAutofit/>
          </a:bodyPr>
          <a:lstStyle>
            <a:lvl1pPr marL="0" indent="0">
              <a:buFontTx/>
              <a:buNone/>
              <a:defRPr sz="2800" b="1"/>
            </a:lvl1pPr>
          </a:lstStyle>
          <a:p>
            <a:r>
              <a:rPr lang="en-US" smtClean="0"/>
              <a:t>Click to edit Master subtitle style</a:t>
            </a:r>
            <a:endParaRPr lang="en-US" dirty="0"/>
          </a:p>
        </p:txBody>
      </p:sp>
      <p:sp>
        <p:nvSpPr>
          <p:cNvPr id="11" name="Rectangle 24"/>
          <p:cNvSpPr>
            <a:spLocks noGrp="1" noChangeArrowheads="1"/>
          </p:cNvSpPr>
          <p:nvPr>
            <p:ph type="sldNum" sz="quarter" idx="10"/>
          </p:nvPr>
        </p:nvSpPr>
        <p:spPr>
          <a:xfrm>
            <a:off x="6642100" y="6038850"/>
            <a:ext cx="2133600" cy="206375"/>
          </a:xfrm>
        </p:spPr>
        <p:txBody>
          <a:bodyPr/>
          <a:lstStyle>
            <a:lvl1pPr>
              <a:defRPr/>
            </a:lvl1pPr>
          </a:lstStyle>
          <a:p>
            <a:fld id="{E427ED86-F7CD-4E74-A97C-6D3BAEB1029D}" type="slidenum">
              <a:rPr lang="en-US" smtClean="0"/>
              <a:t>‹#›</a:t>
            </a:fld>
            <a:endParaRPr lang="en-US"/>
          </a:p>
        </p:txBody>
      </p:sp>
    </p:spTree>
    <p:extLst>
      <p:ext uri="{BB962C8B-B14F-4D97-AF65-F5344CB8AC3E}">
        <p14:creationId xmlns:p14="http://schemas.microsoft.com/office/powerpoint/2010/main" val="939942559"/>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3_Title Slide">
    <p:spTree>
      <p:nvGrpSpPr>
        <p:cNvPr id="1" name=""/>
        <p:cNvGrpSpPr/>
        <p:nvPr/>
      </p:nvGrpSpPr>
      <p:grpSpPr>
        <a:xfrm>
          <a:off x="0" y="0"/>
          <a:ext cx="0" cy="0"/>
          <a:chOff x="0" y="0"/>
          <a:chExt cx="0" cy="0"/>
        </a:xfrm>
      </p:grpSpPr>
      <p:pic>
        <p:nvPicPr>
          <p:cNvPr id="4" name="Picture 6" descr="selected_powerpoint_bg_1_grey.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0" y="6324600"/>
            <a:ext cx="8782050" cy="457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nvGrpSpPr>
          <p:cNvPr id="6" name="Group 13"/>
          <p:cNvGrpSpPr>
            <a:grpSpLocks/>
          </p:cNvGrpSpPr>
          <p:nvPr/>
        </p:nvGrpSpPr>
        <p:grpSpPr bwMode="auto">
          <a:xfrm>
            <a:off x="-7938" y="6323013"/>
            <a:ext cx="8815388" cy="466725"/>
            <a:chOff x="-7620" y="6323077"/>
            <a:chExt cx="8814816" cy="466344"/>
          </a:xfrm>
        </p:grpSpPr>
        <p:cxnSp>
          <p:nvCxnSpPr>
            <p:cNvPr id="7" name="Straight Connector 6"/>
            <p:cNvCxnSpPr/>
            <p:nvPr userDrawn="1"/>
          </p:nvCxnSpPr>
          <p:spPr>
            <a:xfrm>
              <a:off x="-7620" y="6789421"/>
              <a:ext cx="8814816"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8" name="Straight Connector 7"/>
            <p:cNvCxnSpPr/>
            <p:nvPr userDrawn="1"/>
          </p:nvCxnSpPr>
          <p:spPr>
            <a:xfrm>
              <a:off x="-7620" y="6324663"/>
              <a:ext cx="8814816"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9" name="Straight Connector 8"/>
            <p:cNvCxnSpPr/>
            <p:nvPr userDrawn="1"/>
          </p:nvCxnSpPr>
          <p:spPr>
            <a:xfrm rot="16200000">
              <a:off x="8570849" y="6556249"/>
              <a:ext cx="466344" cy="0"/>
            </a:xfrm>
            <a:prstGeom prst="line">
              <a:avLst/>
            </a:prstGeom>
          </p:spPr>
          <p:style>
            <a:lnRef idx="1">
              <a:schemeClr val="accent2"/>
            </a:lnRef>
            <a:fillRef idx="0">
              <a:schemeClr val="accent2"/>
            </a:fillRef>
            <a:effectRef idx="0">
              <a:schemeClr val="accent2"/>
            </a:effectRef>
            <a:fontRef idx="minor">
              <a:schemeClr val="tx1"/>
            </a:fontRef>
          </p:style>
        </p:cxnSp>
      </p:grpSp>
      <p:pic>
        <p:nvPicPr>
          <p:cNvPr id="10" name="Picture 25" descr="ti_logo_powerpoint_1_line.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75438" y="6440488"/>
            <a:ext cx="1874837"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4" name="Rectangle 2"/>
          <p:cNvSpPr>
            <a:spLocks noGrp="1" noChangeArrowheads="1"/>
          </p:cNvSpPr>
          <p:nvPr>
            <p:ph type="ctrTitle"/>
          </p:nvPr>
        </p:nvSpPr>
        <p:spPr>
          <a:xfrm>
            <a:off x="342900" y="1943100"/>
            <a:ext cx="8458200" cy="1470025"/>
          </a:xfrm>
        </p:spPr>
        <p:txBody>
          <a:bodyPr>
            <a:normAutofit/>
          </a:bodyPr>
          <a:lstStyle>
            <a:lvl1pPr algn="l">
              <a:defRPr sz="3600">
                <a:solidFill>
                  <a:schemeClr val="tx2"/>
                </a:solidFill>
              </a:defRPr>
            </a:lvl1pPr>
          </a:lstStyle>
          <a:p>
            <a:r>
              <a:rPr lang="en-US" smtClean="0"/>
              <a:t>Click to edit Master title style</a:t>
            </a:r>
            <a:endParaRPr lang="en-US" dirty="0"/>
          </a:p>
        </p:txBody>
      </p:sp>
      <p:sp>
        <p:nvSpPr>
          <p:cNvPr id="3075" name="Rectangle 3"/>
          <p:cNvSpPr>
            <a:spLocks noGrp="1" noChangeArrowheads="1"/>
          </p:cNvSpPr>
          <p:nvPr>
            <p:ph type="subTitle" idx="1"/>
          </p:nvPr>
        </p:nvSpPr>
        <p:spPr>
          <a:xfrm>
            <a:off x="342900" y="3698875"/>
            <a:ext cx="8458200" cy="1485900"/>
          </a:xfrm>
          <a:ln/>
        </p:spPr>
        <p:txBody>
          <a:bodyPr>
            <a:normAutofit/>
          </a:bodyPr>
          <a:lstStyle>
            <a:lvl1pPr marL="0" indent="0">
              <a:buFontTx/>
              <a:buNone/>
              <a:defRPr sz="2800" b="1"/>
            </a:lvl1pPr>
          </a:lstStyle>
          <a:p>
            <a:r>
              <a:rPr lang="en-US" smtClean="0"/>
              <a:t>Click to edit Master subtitle style</a:t>
            </a:r>
            <a:endParaRPr lang="en-US" dirty="0"/>
          </a:p>
        </p:txBody>
      </p:sp>
    </p:spTree>
    <p:extLst>
      <p:ext uri="{BB962C8B-B14F-4D97-AF65-F5344CB8AC3E}">
        <p14:creationId xmlns:p14="http://schemas.microsoft.com/office/powerpoint/2010/main" val="1969527067"/>
      </p:ext>
    </p:extLst>
  </p:cSld>
  <p:clrMapOvr>
    <a:masterClrMapping/>
  </p:clrMapOvr>
  <p:transition>
    <p:fade/>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EF89BD6-E300-4C67-B175-76E5828D27B4}" type="datetimeFigureOut">
              <a:rPr lang="en-US" smtClean="0"/>
              <a:pPr/>
              <a:t>4/9/2014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582210-5FCA-4178-AB04-4337EADA3D81}" type="slidenum">
              <a:rPr lang="en-US" smtClean="0"/>
              <a:pPr/>
              <a:t>‹#›</a:t>
            </a:fld>
            <a:endParaRPr lang="en-US"/>
          </a:p>
        </p:txBody>
      </p:sp>
    </p:spTree>
  </p:cSld>
  <p:clrMapOvr>
    <a:masterClrMapping/>
  </p:clrMapOvr>
  <p:transition>
    <p:fade/>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EF89BD6-E300-4C67-B175-76E5828D27B4}" type="datetimeFigureOut">
              <a:rPr lang="en-US" smtClean="0"/>
              <a:pPr/>
              <a:t>4/9/2014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582210-5FCA-4178-AB04-4337EADA3D81}" type="slidenum">
              <a:rPr lang="en-US" smtClean="0"/>
              <a:pPr/>
              <a:t>‹#›</a:t>
            </a:fld>
            <a:endParaRPr lang="en-US"/>
          </a:p>
        </p:txBody>
      </p:sp>
    </p:spTree>
  </p:cSld>
  <p:clrMapOvr>
    <a:masterClrMapping/>
  </p:clrMapOvr>
  <p:transition>
    <p:fade/>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EF89BD6-E300-4C67-B175-76E5828D27B4}" type="datetimeFigureOut">
              <a:rPr lang="en-US" smtClean="0"/>
              <a:pPr/>
              <a:t>4/9/2014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E582210-5FCA-4178-AB04-4337EADA3D81}" type="slidenum">
              <a:rPr lang="en-US" smtClean="0"/>
              <a:pPr/>
              <a:t>‹#›</a:t>
            </a:fld>
            <a:endParaRPr lang="en-US"/>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EF89BD6-E300-4C67-B175-76E5828D27B4}" type="datetimeFigureOut">
              <a:rPr lang="en-US" smtClean="0"/>
              <a:pPr/>
              <a:t>4/9/2014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E582210-5FCA-4178-AB04-4337EADA3D81}" type="slidenum">
              <a:rPr lang="en-US" smtClean="0"/>
              <a:pPr/>
              <a:t>‹#›</a:t>
            </a:fld>
            <a:endParaRPr lang="en-US"/>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EF89BD6-E300-4C67-B175-76E5828D27B4}" type="datetimeFigureOut">
              <a:rPr lang="en-US" smtClean="0"/>
              <a:pPr/>
              <a:t>4/9/2014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E582210-5FCA-4178-AB04-4337EADA3D81}" type="slidenum">
              <a:rPr lang="en-US" smtClean="0"/>
              <a:pPr/>
              <a:t>‹#›</a:t>
            </a:fld>
            <a:endParaRPr lang="en-US"/>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EF89BD6-E300-4C67-B175-76E5828D27B4}" type="datetimeFigureOut">
              <a:rPr lang="en-US" smtClean="0"/>
              <a:pPr/>
              <a:t>4/9/2014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582210-5FCA-4178-AB04-4337EADA3D81}" type="slidenum">
              <a:rPr lang="en-US" smtClean="0"/>
              <a:pPr/>
              <a:t>‹#›</a:t>
            </a:fld>
            <a:endParaRPr lang="en-US"/>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EF89BD6-E300-4C67-B175-76E5828D27B4}" type="datetimeFigureOut">
              <a:rPr lang="en-US" smtClean="0"/>
              <a:pPr/>
              <a:t>4/9/2014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582210-5FCA-4178-AB04-4337EADA3D81}" type="slidenum">
              <a:rPr lang="en-US" smtClean="0"/>
              <a:pPr/>
              <a:t>‹#›</a:t>
            </a:fld>
            <a:endParaRPr lang="en-US"/>
          </a:p>
        </p:txBody>
      </p:sp>
    </p:spTree>
  </p:cSld>
  <p:clrMapOvr>
    <a:masterClrMapping/>
  </p:clrMapOvr>
  <p:transition>
    <p:fade/>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0" y="50800"/>
            <a:ext cx="9144000" cy="6096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685800" y="914400"/>
            <a:ext cx="7772400" cy="2166938"/>
          </a:xfrm>
        </p:spPr>
        <p:txBody>
          <a:bodyPr/>
          <a:lstStyle/>
          <a:p>
            <a:pPr lvl="0"/>
            <a:endParaRPr lang="en-US" noProof="0" smtClean="0"/>
          </a:p>
        </p:txBody>
      </p:sp>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0" y="50800"/>
            <a:ext cx="9144000" cy="6096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85800" y="914400"/>
            <a:ext cx="3810000" cy="21669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lipArt Placeholder 3"/>
          <p:cNvSpPr>
            <a:spLocks noGrp="1"/>
          </p:cNvSpPr>
          <p:nvPr>
            <p:ph type="clipArt" sz="half" idx="2"/>
          </p:nvPr>
        </p:nvSpPr>
        <p:spPr>
          <a:xfrm>
            <a:off x="4648200" y="914400"/>
            <a:ext cx="3810000" cy="2166938"/>
          </a:xfrm>
        </p:spPr>
        <p:txBody>
          <a:bodyPr/>
          <a:lstStyle/>
          <a:p>
            <a:pPr lvl="0"/>
            <a:endParaRPr lang="en-US" noProof="0" smtClean="0"/>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4.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1"/>
            <a:ext cx="9144000" cy="742950"/>
          </a:xfrm>
          <a:prstGeom prst="rect">
            <a:avLst/>
          </a:prstGeom>
        </p:spPr>
        <p:txBody>
          <a:bodyPr vert="horz" lIns="91440" tIns="45720" rIns="91440" bIns="45720" rtlCol="0" anchor="t" anchorCtr="0">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762000"/>
            <a:ext cx="8229600" cy="55626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EF89BD6-E300-4C67-B175-76E5828D27B4}" type="datetimeFigureOut">
              <a:rPr lang="en-US" smtClean="0"/>
              <a:pPr/>
              <a:t>4/9/2014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E582210-5FCA-4178-AB04-4337EADA3D81}" type="slidenum">
              <a:rPr lang="en-US" smtClean="0"/>
              <a:pPr/>
              <a:t>‹#›</a:t>
            </a:fld>
            <a:endParaRPr lang="en-US"/>
          </a:p>
        </p:txBody>
      </p:sp>
      <p:pic>
        <p:nvPicPr>
          <p:cNvPr id="7" name="TI Logo Color One Line" descr="tilogo_color_oneline.png" hidden="1"/>
          <p:cNvPicPr>
            <a:picLocks noChangeAspect="1"/>
          </p:cNvPicPr>
          <p:nvPr/>
        </p:nvPicPr>
        <p:blipFill>
          <a:blip r:embed="rId15" cstate="print"/>
          <a:stretch>
            <a:fillRect/>
          </a:stretch>
        </p:blipFill>
        <p:spPr>
          <a:xfrm>
            <a:off x="147730" y="6101890"/>
            <a:ext cx="1840840" cy="237724"/>
          </a:xfrm>
          <a:prstGeom prst="rect">
            <a:avLst/>
          </a:prstGeom>
        </p:spPr>
      </p:pic>
      <p:pic>
        <p:nvPicPr>
          <p:cNvPr id="8" name="TI Logo White One Line" descr="tilogo_bw_oneline.png" hidden="1"/>
          <p:cNvPicPr>
            <a:picLocks noChangeAspect="1"/>
          </p:cNvPicPr>
          <p:nvPr/>
        </p:nvPicPr>
        <p:blipFill>
          <a:blip r:embed="rId16" cstate="print"/>
          <a:stretch>
            <a:fillRect/>
          </a:stretch>
        </p:blipFill>
        <p:spPr>
          <a:xfrm>
            <a:off x="136939" y="5288938"/>
            <a:ext cx="1822553" cy="237724"/>
          </a:xfrm>
          <a:prstGeom prst="rect">
            <a:avLst/>
          </a:prstGeom>
        </p:spPr>
      </p:pic>
      <p:pic>
        <p:nvPicPr>
          <p:cNvPr id="9" name="TI Logo White Stack" descr="tilogo_bw_twoline.png" hidden="1"/>
          <p:cNvPicPr>
            <a:picLocks noChangeAspect="1"/>
          </p:cNvPicPr>
          <p:nvPr/>
        </p:nvPicPr>
        <p:blipFill>
          <a:blip r:embed="rId17" cstate="print"/>
          <a:stretch>
            <a:fillRect/>
          </a:stretch>
        </p:blipFill>
        <p:spPr>
          <a:xfrm>
            <a:off x="121847" y="5656160"/>
            <a:ext cx="1456824" cy="353539"/>
          </a:xfrm>
          <a:prstGeom prst="rect">
            <a:avLst/>
          </a:prstGeom>
        </p:spPr>
      </p:pic>
      <p:pic>
        <p:nvPicPr>
          <p:cNvPr id="10" name="TI Logo Color Stack" descr="tilogo_color_twoline.png" hidden="1"/>
          <p:cNvPicPr>
            <a:picLocks noChangeAspect="1"/>
          </p:cNvPicPr>
          <p:nvPr/>
        </p:nvPicPr>
        <p:blipFill>
          <a:blip r:embed="rId18" cstate="print"/>
          <a:stretch>
            <a:fillRect/>
          </a:stretch>
        </p:blipFill>
        <p:spPr>
          <a:xfrm>
            <a:off x="127241" y="6399926"/>
            <a:ext cx="1438537" cy="347443"/>
          </a:xfrm>
          <a:prstGeom prst="rect">
            <a:avLst/>
          </a:prstGeom>
        </p:spPr>
      </p:pic>
    </p:spTree>
  </p:cSld>
  <p:clrMap bg1="lt1" tx1="dk1" bg2="lt2" tx2="dk2" accent1="accent1" accent2="accent2" accent3="accent3" accent4="accent4" accent5="accent5" accent6="accent6" hlink="hlink" folHlink="folHlink"/>
  <p:sldLayoutIdLst>
    <p:sldLayoutId id="2147483802" r:id="rId1"/>
    <p:sldLayoutId id="2147483803" r:id="rId2"/>
    <p:sldLayoutId id="2147483804" r:id="rId3"/>
    <p:sldLayoutId id="2147483805" r:id="rId4"/>
    <p:sldLayoutId id="2147483806" r:id="rId5"/>
    <p:sldLayoutId id="2147483807" r:id="rId6"/>
    <p:sldLayoutId id="2147483808" r:id="rId7"/>
    <p:sldLayoutId id="2147483809" r:id="rId8"/>
    <p:sldLayoutId id="2147483810" r:id="rId9"/>
    <p:sldLayoutId id="2147483811" r:id="rId10"/>
    <p:sldLayoutId id="2147483812" r:id="rId11"/>
    <p:sldLayoutId id="2147483813" r:id="rId12"/>
    <p:sldLayoutId id="2147483814" r:id="rId13"/>
  </p:sldLayoutIdLst>
  <p:transition>
    <p:fade/>
  </p:transition>
  <p:timing>
    <p:tnLst>
      <p:par>
        <p:cTn id="1" dur="indefinite" restart="never" nodeType="tmRoot"/>
      </p:par>
    </p:tnLst>
  </p:timing>
  <p:txStyles>
    <p:titleStyle>
      <a:lvl1pPr algn="ctr" defTabSz="914400" rtl="0" eaLnBrk="1" latinLnBrk="0" hangingPunct="1">
        <a:spcBef>
          <a:spcPct val="0"/>
        </a:spcBef>
        <a:buNone/>
        <a:defRPr sz="3600" b="1" kern="1200" baseline="0">
          <a:solidFill>
            <a:schemeClr val="tx2"/>
          </a:solidFill>
          <a:latin typeface="+mj-lt"/>
          <a:ea typeface="+mj-ea"/>
          <a:cs typeface="+mj-cs"/>
        </a:defRPr>
      </a:lvl1pPr>
    </p:titleStyle>
    <p:bodyStyle>
      <a:lvl1pPr marL="342900" indent="-342900" algn="l" defTabSz="914400" rtl="0" eaLnBrk="1" latinLnBrk="0" hangingPunct="1">
        <a:spcBef>
          <a:spcPct val="20000"/>
        </a:spcBef>
        <a:buClr>
          <a:schemeClr val="tx2"/>
        </a:buClr>
        <a:buSzPct val="75000"/>
        <a:buFont typeface="Wingdings" pitchFamily="2" charset="2"/>
        <a:buChar char=""/>
        <a:defRPr sz="3200" b="1" kern="1200">
          <a:solidFill>
            <a:schemeClr val="tx1"/>
          </a:solidFill>
          <a:latin typeface="+mn-lt"/>
          <a:ea typeface="+mn-ea"/>
          <a:cs typeface="+mn-cs"/>
        </a:defRPr>
      </a:lvl1pPr>
      <a:lvl2pPr marL="742950" indent="-285750" algn="l" defTabSz="914400" rtl="0" eaLnBrk="1" latinLnBrk="0" hangingPunct="1">
        <a:spcBef>
          <a:spcPct val="20000"/>
        </a:spcBef>
        <a:buClr>
          <a:schemeClr val="tx2"/>
        </a:buClr>
        <a:buSzPct val="75000"/>
        <a:buFont typeface="Wingdings" pitchFamily="2" charset="2"/>
        <a:buChar char=""/>
        <a:defRPr sz="2800" b="1"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SzPct val="75000"/>
        <a:buFont typeface="Wingdings" pitchFamily="2" charset="2"/>
        <a:buChar char=""/>
        <a:defRPr sz="2400" b="1"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SzPct val="75000"/>
        <a:buFont typeface="Wingdings" pitchFamily="2" charset="2"/>
        <a:buChar char=""/>
        <a:defRPr sz="2000" b="1"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SzPct val="75000"/>
        <a:buFont typeface="Wingdings" pitchFamily="2" charset="2"/>
        <a:buChar char=""/>
        <a:defRPr sz="2000" b="1"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8.xml"/><Relationship Id="rId1" Type="http://schemas.openxmlformats.org/officeDocument/2006/relationships/tags" Target="../tags/tag1.xml"/><Relationship Id="rId4" Type="http://schemas.openxmlformats.org/officeDocument/2006/relationships/image" Target="../media/image10.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8.xml"/><Relationship Id="rId1" Type="http://schemas.openxmlformats.org/officeDocument/2006/relationships/tags" Target="../tags/tag2.xml"/><Relationship Id="rId4" Type="http://schemas.openxmlformats.org/officeDocument/2006/relationships/image" Target="../media/image11.wmf"/></Relationships>
</file>

<file path=ppt/slides/_rels/slide3.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 Target="slide14.xml"/><Relationship Id="rId3" Type="http://schemas.openxmlformats.org/officeDocument/2006/relationships/tags" Target="../tags/tag5.xml"/><Relationship Id="rId7" Type="http://schemas.openxmlformats.org/officeDocument/2006/relationships/tags" Target="../tags/tag9.xml"/><Relationship Id="rId12" Type="http://schemas.openxmlformats.org/officeDocument/2006/relationships/slide" Target="slide40.xml"/><Relationship Id="rId2" Type="http://schemas.openxmlformats.org/officeDocument/2006/relationships/tags" Target="../tags/tag4.xml"/><Relationship Id="rId16" Type="http://schemas.openxmlformats.org/officeDocument/2006/relationships/slide" Target="slide34.xml"/><Relationship Id="rId1" Type="http://schemas.openxmlformats.org/officeDocument/2006/relationships/tags" Target="../tags/tag3.xml"/><Relationship Id="rId6" Type="http://schemas.openxmlformats.org/officeDocument/2006/relationships/tags" Target="../tags/tag8.xml"/><Relationship Id="rId11" Type="http://schemas.openxmlformats.org/officeDocument/2006/relationships/slide" Target="slide3.xml"/><Relationship Id="rId5" Type="http://schemas.openxmlformats.org/officeDocument/2006/relationships/tags" Target="../tags/tag7.xml"/><Relationship Id="rId15" Type="http://schemas.openxmlformats.org/officeDocument/2006/relationships/slide" Target="slide30.xml"/><Relationship Id="rId10" Type="http://schemas.openxmlformats.org/officeDocument/2006/relationships/image" Target="../media/image4.png"/><Relationship Id="rId4" Type="http://schemas.openxmlformats.org/officeDocument/2006/relationships/tags" Target="../tags/tag6.xml"/><Relationship Id="rId9" Type="http://schemas.openxmlformats.org/officeDocument/2006/relationships/image" Target="../media/image12.png"/><Relationship Id="rId14" Type="http://schemas.openxmlformats.org/officeDocument/2006/relationships/slide" Target="slide26.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notesSlide" Target="../notesSlides/notesSlide4.xml"/><Relationship Id="rId7" Type="http://schemas.openxmlformats.org/officeDocument/2006/relationships/image" Target="../media/image15.png"/><Relationship Id="rId2" Type="http://schemas.openxmlformats.org/officeDocument/2006/relationships/slideLayout" Target="../slideLayouts/slideLayout12.xml"/><Relationship Id="rId1" Type="http://schemas.openxmlformats.org/officeDocument/2006/relationships/tags" Target="../tags/tag10.xml"/><Relationship Id="rId6" Type="http://schemas.openxmlformats.org/officeDocument/2006/relationships/image" Target="../media/image14.png"/><Relationship Id="rId5" Type="http://schemas.openxmlformats.org/officeDocument/2006/relationships/image" Target="../media/image4.png"/><Relationship Id="rId4" Type="http://schemas.openxmlformats.org/officeDocument/2006/relationships/image" Target="../media/image13.wmf"/></Relationships>
</file>

<file path=ppt/slides/_rels/slide6.xml.rels><?xml version="1.0" encoding="UTF-8" standalone="yes"?>
<Relationships xmlns="http://schemas.openxmlformats.org/package/2006/relationships"><Relationship Id="rId8" Type="http://schemas.openxmlformats.org/officeDocument/2006/relationships/tags" Target="../tags/tag18.xml"/><Relationship Id="rId13" Type="http://schemas.openxmlformats.org/officeDocument/2006/relationships/slide" Target="slide3.xml"/><Relationship Id="rId18" Type="http://schemas.openxmlformats.org/officeDocument/2006/relationships/slide" Target="slide26.xml"/><Relationship Id="rId3" Type="http://schemas.openxmlformats.org/officeDocument/2006/relationships/tags" Target="../tags/tag13.xml"/><Relationship Id="rId7" Type="http://schemas.openxmlformats.org/officeDocument/2006/relationships/tags" Target="../tags/tag17.xml"/><Relationship Id="rId12" Type="http://schemas.openxmlformats.org/officeDocument/2006/relationships/image" Target="../media/image4.png"/><Relationship Id="rId17" Type="http://schemas.openxmlformats.org/officeDocument/2006/relationships/slide" Target="slide14.xml"/><Relationship Id="rId2" Type="http://schemas.openxmlformats.org/officeDocument/2006/relationships/tags" Target="../tags/tag12.xml"/><Relationship Id="rId16" Type="http://schemas.openxmlformats.org/officeDocument/2006/relationships/slide" Target="slide12.xml"/><Relationship Id="rId20" Type="http://schemas.openxmlformats.org/officeDocument/2006/relationships/slide" Target="slide34.xml"/><Relationship Id="rId1" Type="http://schemas.openxmlformats.org/officeDocument/2006/relationships/tags" Target="../tags/tag11.xml"/><Relationship Id="rId6" Type="http://schemas.openxmlformats.org/officeDocument/2006/relationships/tags" Target="../tags/tag16.xml"/><Relationship Id="rId11" Type="http://schemas.openxmlformats.org/officeDocument/2006/relationships/image" Target="../media/image12.png"/><Relationship Id="rId5" Type="http://schemas.openxmlformats.org/officeDocument/2006/relationships/tags" Target="../tags/tag15.xml"/><Relationship Id="rId15" Type="http://schemas.openxmlformats.org/officeDocument/2006/relationships/slide" Target="slide6.xml"/><Relationship Id="rId10" Type="http://schemas.openxmlformats.org/officeDocument/2006/relationships/slideLayout" Target="../slideLayouts/slideLayout8.xml"/><Relationship Id="rId19" Type="http://schemas.openxmlformats.org/officeDocument/2006/relationships/slide" Target="slide30.xml"/><Relationship Id="rId4" Type="http://schemas.openxmlformats.org/officeDocument/2006/relationships/tags" Target="../tags/tag14.xml"/><Relationship Id="rId9" Type="http://schemas.openxmlformats.org/officeDocument/2006/relationships/tags" Target="../tags/tag19.xml"/><Relationship Id="rId14" Type="http://schemas.openxmlformats.org/officeDocument/2006/relationships/slide" Target="slide40.xml"/></Relationships>
</file>

<file path=ppt/slides/_rels/slide7.xml.rels><?xml version="1.0" encoding="UTF-8" standalone="yes"?>
<Relationships xmlns="http://schemas.openxmlformats.org/package/2006/relationships"><Relationship Id="rId8" Type="http://schemas.openxmlformats.org/officeDocument/2006/relationships/tags" Target="../tags/tag27.xml"/><Relationship Id="rId13" Type="http://schemas.openxmlformats.org/officeDocument/2006/relationships/slide" Target="slide3.xml"/><Relationship Id="rId18" Type="http://schemas.openxmlformats.org/officeDocument/2006/relationships/slide" Target="slide26.xml"/><Relationship Id="rId3" Type="http://schemas.openxmlformats.org/officeDocument/2006/relationships/tags" Target="../tags/tag22.xml"/><Relationship Id="rId7" Type="http://schemas.openxmlformats.org/officeDocument/2006/relationships/tags" Target="../tags/tag26.xml"/><Relationship Id="rId12" Type="http://schemas.openxmlformats.org/officeDocument/2006/relationships/image" Target="../media/image4.png"/><Relationship Id="rId17" Type="http://schemas.openxmlformats.org/officeDocument/2006/relationships/slide" Target="slide14.xml"/><Relationship Id="rId2" Type="http://schemas.openxmlformats.org/officeDocument/2006/relationships/tags" Target="../tags/tag21.xml"/><Relationship Id="rId16" Type="http://schemas.openxmlformats.org/officeDocument/2006/relationships/slide" Target="slide12.xml"/><Relationship Id="rId20" Type="http://schemas.openxmlformats.org/officeDocument/2006/relationships/slide" Target="slide34.xml"/><Relationship Id="rId1" Type="http://schemas.openxmlformats.org/officeDocument/2006/relationships/tags" Target="../tags/tag20.xml"/><Relationship Id="rId6" Type="http://schemas.openxmlformats.org/officeDocument/2006/relationships/tags" Target="../tags/tag25.xml"/><Relationship Id="rId11" Type="http://schemas.openxmlformats.org/officeDocument/2006/relationships/image" Target="../media/image12.png"/><Relationship Id="rId5" Type="http://schemas.openxmlformats.org/officeDocument/2006/relationships/tags" Target="../tags/tag24.xml"/><Relationship Id="rId15" Type="http://schemas.openxmlformats.org/officeDocument/2006/relationships/slide" Target="slide6.xml"/><Relationship Id="rId10" Type="http://schemas.openxmlformats.org/officeDocument/2006/relationships/slideLayout" Target="../slideLayouts/slideLayout8.xml"/><Relationship Id="rId19" Type="http://schemas.openxmlformats.org/officeDocument/2006/relationships/slide" Target="slide30.xml"/><Relationship Id="rId4" Type="http://schemas.openxmlformats.org/officeDocument/2006/relationships/tags" Target="../tags/tag23.xml"/><Relationship Id="rId9" Type="http://schemas.openxmlformats.org/officeDocument/2006/relationships/tags" Target="../tags/tag28.xml"/><Relationship Id="rId14" Type="http://schemas.openxmlformats.org/officeDocument/2006/relationships/slide" Target="slide40.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8.xml"/><Relationship Id="rId1" Type="http://schemas.openxmlformats.org/officeDocument/2006/relationships/tags" Target="../tags/tag29.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8" Type="http://schemas.openxmlformats.org/officeDocument/2006/relationships/tags" Target="../tags/tag37.xml"/><Relationship Id="rId13" Type="http://schemas.openxmlformats.org/officeDocument/2006/relationships/slide" Target="slide3.xml"/><Relationship Id="rId18" Type="http://schemas.openxmlformats.org/officeDocument/2006/relationships/slide" Target="slide26.xml"/><Relationship Id="rId3" Type="http://schemas.openxmlformats.org/officeDocument/2006/relationships/tags" Target="../tags/tag32.xml"/><Relationship Id="rId7" Type="http://schemas.openxmlformats.org/officeDocument/2006/relationships/tags" Target="../tags/tag36.xml"/><Relationship Id="rId12" Type="http://schemas.openxmlformats.org/officeDocument/2006/relationships/image" Target="../media/image4.png"/><Relationship Id="rId17" Type="http://schemas.openxmlformats.org/officeDocument/2006/relationships/slide" Target="slide14.xml"/><Relationship Id="rId2" Type="http://schemas.openxmlformats.org/officeDocument/2006/relationships/tags" Target="../tags/tag31.xml"/><Relationship Id="rId16" Type="http://schemas.openxmlformats.org/officeDocument/2006/relationships/slide" Target="slide12.xml"/><Relationship Id="rId20" Type="http://schemas.openxmlformats.org/officeDocument/2006/relationships/slide" Target="slide34.xml"/><Relationship Id="rId1" Type="http://schemas.openxmlformats.org/officeDocument/2006/relationships/tags" Target="../tags/tag30.xml"/><Relationship Id="rId6" Type="http://schemas.openxmlformats.org/officeDocument/2006/relationships/tags" Target="../tags/tag35.xml"/><Relationship Id="rId11" Type="http://schemas.openxmlformats.org/officeDocument/2006/relationships/image" Target="../media/image12.png"/><Relationship Id="rId5" Type="http://schemas.openxmlformats.org/officeDocument/2006/relationships/tags" Target="../tags/tag34.xml"/><Relationship Id="rId15" Type="http://schemas.openxmlformats.org/officeDocument/2006/relationships/slide" Target="slide6.xml"/><Relationship Id="rId10" Type="http://schemas.openxmlformats.org/officeDocument/2006/relationships/slideLayout" Target="../slideLayouts/slideLayout8.xml"/><Relationship Id="rId19" Type="http://schemas.openxmlformats.org/officeDocument/2006/relationships/slide" Target="slide30.xml"/><Relationship Id="rId4" Type="http://schemas.openxmlformats.org/officeDocument/2006/relationships/tags" Target="../tags/tag33.xml"/><Relationship Id="rId9" Type="http://schemas.openxmlformats.org/officeDocument/2006/relationships/tags" Target="../tags/tag38.xml"/><Relationship Id="rId14" Type="http://schemas.openxmlformats.org/officeDocument/2006/relationships/slide" Target="slide40.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8.xml"/><Relationship Id="rId1" Type="http://schemas.openxmlformats.org/officeDocument/2006/relationships/tags" Target="../tags/tag39.xml"/><Relationship Id="rId6" Type="http://schemas.openxmlformats.org/officeDocument/2006/relationships/image" Target="../media/image18.png"/><Relationship Id="rId5" Type="http://schemas.openxmlformats.org/officeDocument/2006/relationships/image" Target="../media/image4.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8" Type="http://schemas.openxmlformats.org/officeDocument/2006/relationships/tags" Target="../tags/tag47.xml"/><Relationship Id="rId13" Type="http://schemas.openxmlformats.org/officeDocument/2006/relationships/image" Target="../media/image12.png"/><Relationship Id="rId18" Type="http://schemas.openxmlformats.org/officeDocument/2006/relationships/slide" Target="slide16.xml"/><Relationship Id="rId3" Type="http://schemas.openxmlformats.org/officeDocument/2006/relationships/tags" Target="../tags/tag42.xml"/><Relationship Id="rId21" Type="http://schemas.openxmlformats.org/officeDocument/2006/relationships/slide" Target="slide24.xml"/><Relationship Id="rId7" Type="http://schemas.openxmlformats.org/officeDocument/2006/relationships/tags" Target="../tags/tag46.xml"/><Relationship Id="rId12" Type="http://schemas.openxmlformats.org/officeDocument/2006/relationships/slideLayout" Target="../slideLayouts/slideLayout8.xml"/><Relationship Id="rId17" Type="http://schemas.openxmlformats.org/officeDocument/2006/relationships/slide" Target="slide14.xml"/><Relationship Id="rId2" Type="http://schemas.openxmlformats.org/officeDocument/2006/relationships/tags" Target="../tags/tag41.xml"/><Relationship Id="rId16" Type="http://schemas.openxmlformats.org/officeDocument/2006/relationships/slide" Target="slide40.xml"/><Relationship Id="rId20" Type="http://schemas.openxmlformats.org/officeDocument/2006/relationships/slide" Target="slide22.xml"/><Relationship Id="rId1" Type="http://schemas.openxmlformats.org/officeDocument/2006/relationships/tags" Target="../tags/tag40.xml"/><Relationship Id="rId6" Type="http://schemas.openxmlformats.org/officeDocument/2006/relationships/tags" Target="../tags/tag45.xml"/><Relationship Id="rId11" Type="http://schemas.openxmlformats.org/officeDocument/2006/relationships/tags" Target="../tags/tag50.xml"/><Relationship Id="rId24" Type="http://schemas.openxmlformats.org/officeDocument/2006/relationships/slide" Target="slide34.xml"/><Relationship Id="rId5" Type="http://schemas.openxmlformats.org/officeDocument/2006/relationships/tags" Target="../tags/tag44.xml"/><Relationship Id="rId15" Type="http://schemas.openxmlformats.org/officeDocument/2006/relationships/slide" Target="slide3.xml"/><Relationship Id="rId23" Type="http://schemas.openxmlformats.org/officeDocument/2006/relationships/slide" Target="slide30.xml"/><Relationship Id="rId10" Type="http://schemas.openxmlformats.org/officeDocument/2006/relationships/tags" Target="../tags/tag49.xml"/><Relationship Id="rId19" Type="http://schemas.openxmlformats.org/officeDocument/2006/relationships/slide" Target="slide18.xml"/><Relationship Id="rId4" Type="http://schemas.openxmlformats.org/officeDocument/2006/relationships/tags" Target="../tags/tag43.xml"/><Relationship Id="rId9" Type="http://schemas.openxmlformats.org/officeDocument/2006/relationships/tags" Target="../tags/tag48.xml"/><Relationship Id="rId14" Type="http://schemas.openxmlformats.org/officeDocument/2006/relationships/image" Target="../media/image4.png"/><Relationship Id="rId22" Type="http://schemas.openxmlformats.org/officeDocument/2006/relationships/slide" Target="slide26.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2.xml"/><Relationship Id="rId1" Type="http://schemas.openxmlformats.org/officeDocument/2006/relationships/tags" Target="../tags/tag51.xml"/><Relationship Id="rId5" Type="http://schemas.openxmlformats.org/officeDocument/2006/relationships/image" Target="../media/image19.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8" Type="http://schemas.openxmlformats.org/officeDocument/2006/relationships/tags" Target="../tags/tag59.xml"/><Relationship Id="rId13" Type="http://schemas.openxmlformats.org/officeDocument/2006/relationships/image" Target="../media/image12.png"/><Relationship Id="rId18" Type="http://schemas.openxmlformats.org/officeDocument/2006/relationships/slide" Target="slide16.xml"/><Relationship Id="rId3" Type="http://schemas.openxmlformats.org/officeDocument/2006/relationships/tags" Target="../tags/tag54.xml"/><Relationship Id="rId21" Type="http://schemas.openxmlformats.org/officeDocument/2006/relationships/slide" Target="slide24.xml"/><Relationship Id="rId7" Type="http://schemas.openxmlformats.org/officeDocument/2006/relationships/tags" Target="../tags/tag58.xml"/><Relationship Id="rId12" Type="http://schemas.openxmlformats.org/officeDocument/2006/relationships/slideLayout" Target="../slideLayouts/slideLayout8.xml"/><Relationship Id="rId17" Type="http://schemas.openxmlformats.org/officeDocument/2006/relationships/slide" Target="slide14.xml"/><Relationship Id="rId2" Type="http://schemas.openxmlformats.org/officeDocument/2006/relationships/tags" Target="../tags/tag53.xml"/><Relationship Id="rId16" Type="http://schemas.openxmlformats.org/officeDocument/2006/relationships/slide" Target="slide40.xml"/><Relationship Id="rId20" Type="http://schemas.openxmlformats.org/officeDocument/2006/relationships/slide" Target="slide22.xml"/><Relationship Id="rId1" Type="http://schemas.openxmlformats.org/officeDocument/2006/relationships/tags" Target="../tags/tag52.xml"/><Relationship Id="rId6" Type="http://schemas.openxmlformats.org/officeDocument/2006/relationships/tags" Target="../tags/tag57.xml"/><Relationship Id="rId11" Type="http://schemas.openxmlformats.org/officeDocument/2006/relationships/tags" Target="../tags/tag62.xml"/><Relationship Id="rId24" Type="http://schemas.openxmlformats.org/officeDocument/2006/relationships/slide" Target="slide34.xml"/><Relationship Id="rId5" Type="http://schemas.openxmlformats.org/officeDocument/2006/relationships/tags" Target="../tags/tag56.xml"/><Relationship Id="rId15" Type="http://schemas.openxmlformats.org/officeDocument/2006/relationships/slide" Target="slide3.xml"/><Relationship Id="rId23" Type="http://schemas.openxmlformats.org/officeDocument/2006/relationships/slide" Target="slide30.xml"/><Relationship Id="rId10" Type="http://schemas.openxmlformats.org/officeDocument/2006/relationships/tags" Target="../tags/tag61.xml"/><Relationship Id="rId19" Type="http://schemas.openxmlformats.org/officeDocument/2006/relationships/slide" Target="slide18.xml"/><Relationship Id="rId4" Type="http://schemas.openxmlformats.org/officeDocument/2006/relationships/tags" Target="../tags/tag55.xml"/><Relationship Id="rId9" Type="http://schemas.openxmlformats.org/officeDocument/2006/relationships/tags" Target="../tags/tag60.xml"/><Relationship Id="rId14" Type="http://schemas.openxmlformats.org/officeDocument/2006/relationships/image" Target="../media/image4.png"/><Relationship Id="rId22" Type="http://schemas.openxmlformats.org/officeDocument/2006/relationships/slide" Target="slide26.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2.xml"/><Relationship Id="rId1" Type="http://schemas.openxmlformats.org/officeDocument/2006/relationships/tags" Target="../tags/tag63.xml"/><Relationship Id="rId5" Type="http://schemas.openxmlformats.org/officeDocument/2006/relationships/image" Target="../media/image4.png"/><Relationship Id="rId4" Type="http://schemas.openxmlformats.org/officeDocument/2006/relationships/image" Target="../media/image20.wmf"/></Relationships>
</file>

<file path=ppt/slides/_rels/slide19.xml.rels><?xml version="1.0" encoding="UTF-8" standalone="yes"?>
<Relationships xmlns="http://schemas.openxmlformats.org/package/2006/relationships"><Relationship Id="rId8" Type="http://schemas.openxmlformats.org/officeDocument/2006/relationships/tags" Target="../tags/tag71.xml"/><Relationship Id="rId13" Type="http://schemas.openxmlformats.org/officeDocument/2006/relationships/image" Target="../media/image12.png"/><Relationship Id="rId18" Type="http://schemas.openxmlformats.org/officeDocument/2006/relationships/slide" Target="slide16.xml"/><Relationship Id="rId3" Type="http://schemas.openxmlformats.org/officeDocument/2006/relationships/tags" Target="../tags/tag66.xml"/><Relationship Id="rId21" Type="http://schemas.openxmlformats.org/officeDocument/2006/relationships/slide" Target="slide24.xml"/><Relationship Id="rId7" Type="http://schemas.openxmlformats.org/officeDocument/2006/relationships/tags" Target="../tags/tag70.xml"/><Relationship Id="rId12" Type="http://schemas.openxmlformats.org/officeDocument/2006/relationships/slideLayout" Target="../slideLayouts/slideLayout8.xml"/><Relationship Id="rId17" Type="http://schemas.openxmlformats.org/officeDocument/2006/relationships/slide" Target="slide14.xml"/><Relationship Id="rId2" Type="http://schemas.openxmlformats.org/officeDocument/2006/relationships/tags" Target="../tags/tag65.xml"/><Relationship Id="rId16" Type="http://schemas.openxmlformats.org/officeDocument/2006/relationships/slide" Target="slide40.xml"/><Relationship Id="rId20" Type="http://schemas.openxmlformats.org/officeDocument/2006/relationships/slide" Target="slide22.xml"/><Relationship Id="rId1" Type="http://schemas.openxmlformats.org/officeDocument/2006/relationships/tags" Target="../tags/tag64.xml"/><Relationship Id="rId6" Type="http://schemas.openxmlformats.org/officeDocument/2006/relationships/tags" Target="../tags/tag69.xml"/><Relationship Id="rId11" Type="http://schemas.openxmlformats.org/officeDocument/2006/relationships/tags" Target="../tags/tag74.xml"/><Relationship Id="rId24" Type="http://schemas.openxmlformats.org/officeDocument/2006/relationships/slide" Target="slide34.xml"/><Relationship Id="rId5" Type="http://schemas.openxmlformats.org/officeDocument/2006/relationships/tags" Target="../tags/tag68.xml"/><Relationship Id="rId15" Type="http://schemas.openxmlformats.org/officeDocument/2006/relationships/slide" Target="slide3.xml"/><Relationship Id="rId23" Type="http://schemas.openxmlformats.org/officeDocument/2006/relationships/slide" Target="slide30.xml"/><Relationship Id="rId10" Type="http://schemas.openxmlformats.org/officeDocument/2006/relationships/tags" Target="../tags/tag73.xml"/><Relationship Id="rId19" Type="http://schemas.openxmlformats.org/officeDocument/2006/relationships/slide" Target="slide18.xml"/><Relationship Id="rId4" Type="http://schemas.openxmlformats.org/officeDocument/2006/relationships/tags" Target="../tags/tag67.xml"/><Relationship Id="rId9" Type="http://schemas.openxmlformats.org/officeDocument/2006/relationships/tags" Target="../tags/tag72.xml"/><Relationship Id="rId14" Type="http://schemas.openxmlformats.org/officeDocument/2006/relationships/image" Target="../media/image4.png"/><Relationship Id="rId22" Type="http://schemas.openxmlformats.org/officeDocument/2006/relationships/slide" Target="slide26.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2.xml"/><Relationship Id="rId1" Type="http://schemas.openxmlformats.org/officeDocument/2006/relationships/tags" Target="../tags/tag75.xml"/><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3.xml"/><Relationship Id="rId7" Type="http://schemas.openxmlformats.org/officeDocument/2006/relationships/image" Target="../media/image23.png"/><Relationship Id="rId2" Type="http://schemas.openxmlformats.org/officeDocument/2006/relationships/slideLayout" Target="../slideLayouts/slideLayout8.xml"/><Relationship Id="rId1" Type="http://schemas.openxmlformats.org/officeDocument/2006/relationships/tags" Target="../tags/tag76.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8.xml"/><Relationship Id="rId1" Type="http://schemas.openxmlformats.org/officeDocument/2006/relationships/tags" Target="../tags/tag77.xml"/><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8" Type="http://schemas.openxmlformats.org/officeDocument/2006/relationships/tags" Target="../tags/tag85.xml"/><Relationship Id="rId13" Type="http://schemas.openxmlformats.org/officeDocument/2006/relationships/image" Target="../media/image12.png"/><Relationship Id="rId18" Type="http://schemas.openxmlformats.org/officeDocument/2006/relationships/slide" Target="slide16.xml"/><Relationship Id="rId3" Type="http://schemas.openxmlformats.org/officeDocument/2006/relationships/tags" Target="../tags/tag80.xml"/><Relationship Id="rId21" Type="http://schemas.openxmlformats.org/officeDocument/2006/relationships/slide" Target="slide24.xml"/><Relationship Id="rId7" Type="http://schemas.openxmlformats.org/officeDocument/2006/relationships/tags" Target="../tags/tag84.xml"/><Relationship Id="rId12" Type="http://schemas.openxmlformats.org/officeDocument/2006/relationships/slideLayout" Target="../slideLayouts/slideLayout8.xml"/><Relationship Id="rId17" Type="http://schemas.openxmlformats.org/officeDocument/2006/relationships/slide" Target="slide14.xml"/><Relationship Id="rId2" Type="http://schemas.openxmlformats.org/officeDocument/2006/relationships/tags" Target="../tags/tag79.xml"/><Relationship Id="rId16" Type="http://schemas.openxmlformats.org/officeDocument/2006/relationships/slide" Target="slide40.xml"/><Relationship Id="rId20" Type="http://schemas.openxmlformats.org/officeDocument/2006/relationships/slide" Target="slide22.xml"/><Relationship Id="rId1" Type="http://schemas.openxmlformats.org/officeDocument/2006/relationships/tags" Target="../tags/tag78.xml"/><Relationship Id="rId6" Type="http://schemas.openxmlformats.org/officeDocument/2006/relationships/tags" Target="../tags/tag83.xml"/><Relationship Id="rId11" Type="http://schemas.openxmlformats.org/officeDocument/2006/relationships/tags" Target="../tags/tag88.xml"/><Relationship Id="rId24" Type="http://schemas.openxmlformats.org/officeDocument/2006/relationships/slide" Target="slide34.xml"/><Relationship Id="rId5" Type="http://schemas.openxmlformats.org/officeDocument/2006/relationships/tags" Target="../tags/tag82.xml"/><Relationship Id="rId15" Type="http://schemas.openxmlformats.org/officeDocument/2006/relationships/slide" Target="slide3.xml"/><Relationship Id="rId23" Type="http://schemas.openxmlformats.org/officeDocument/2006/relationships/slide" Target="slide30.xml"/><Relationship Id="rId10" Type="http://schemas.openxmlformats.org/officeDocument/2006/relationships/tags" Target="../tags/tag87.xml"/><Relationship Id="rId19" Type="http://schemas.openxmlformats.org/officeDocument/2006/relationships/slide" Target="slide18.xml"/><Relationship Id="rId4" Type="http://schemas.openxmlformats.org/officeDocument/2006/relationships/tags" Target="../tags/tag81.xml"/><Relationship Id="rId9" Type="http://schemas.openxmlformats.org/officeDocument/2006/relationships/tags" Target="../tags/tag86.xml"/><Relationship Id="rId14" Type="http://schemas.openxmlformats.org/officeDocument/2006/relationships/image" Target="../media/image4.png"/><Relationship Id="rId22" Type="http://schemas.openxmlformats.org/officeDocument/2006/relationships/slide" Target="slide26.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2.xml"/><Relationship Id="rId1" Type="http://schemas.openxmlformats.org/officeDocument/2006/relationships/tags" Target="../tags/tag89.xml"/><Relationship Id="rId4" Type="http://schemas.openxmlformats.org/officeDocument/2006/relationships/image" Target="../media/image4.png"/></Relationships>
</file>

<file path=ppt/slides/_rels/slide25.xml.rels><?xml version="1.0" encoding="UTF-8" standalone="yes"?>
<Relationships xmlns="http://schemas.openxmlformats.org/package/2006/relationships"><Relationship Id="rId8" Type="http://schemas.openxmlformats.org/officeDocument/2006/relationships/tags" Target="../tags/tag97.xml"/><Relationship Id="rId13" Type="http://schemas.openxmlformats.org/officeDocument/2006/relationships/image" Target="../media/image12.png"/><Relationship Id="rId18" Type="http://schemas.openxmlformats.org/officeDocument/2006/relationships/slide" Target="slide16.xml"/><Relationship Id="rId3" Type="http://schemas.openxmlformats.org/officeDocument/2006/relationships/tags" Target="../tags/tag92.xml"/><Relationship Id="rId21" Type="http://schemas.openxmlformats.org/officeDocument/2006/relationships/slide" Target="slide24.xml"/><Relationship Id="rId7" Type="http://schemas.openxmlformats.org/officeDocument/2006/relationships/tags" Target="../tags/tag96.xml"/><Relationship Id="rId12" Type="http://schemas.openxmlformats.org/officeDocument/2006/relationships/slideLayout" Target="../slideLayouts/slideLayout8.xml"/><Relationship Id="rId17" Type="http://schemas.openxmlformats.org/officeDocument/2006/relationships/slide" Target="slide14.xml"/><Relationship Id="rId2" Type="http://schemas.openxmlformats.org/officeDocument/2006/relationships/tags" Target="../tags/tag91.xml"/><Relationship Id="rId16" Type="http://schemas.openxmlformats.org/officeDocument/2006/relationships/slide" Target="slide40.xml"/><Relationship Id="rId20" Type="http://schemas.openxmlformats.org/officeDocument/2006/relationships/slide" Target="slide22.xml"/><Relationship Id="rId1" Type="http://schemas.openxmlformats.org/officeDocument/2006/relationships/tags" Target="../tags/tag90.xml"/><Relationship Id="rId6" Type="http://schemas.openxmlformats.org/officeDocument/2006/relationships/tags" Target="../tags/tag95.xml"/><Relationship Id="rId11" Type="http://schemas.openxmlformats.org/officeDocument/2006/relationships/tags" Target="../tags/tag100.xml"/><Relationship Id="rId24" Type="http://schemas.openxmlformats.org/officeDocument/2006/relationships/slide" Target="slide34.xml"/><Relationship Id="rId5" Type="http://schemas.openxmlformats.org/officeDocument/2006/relationships/tags" Target="../tags/tag94.xml"/><Relationship Id="rId15" Type="http://schemas.openxmlformats.org/officeDocument/2006/relationships/slide" Target="slide3.xml"/><Relationship Id="rId23" Type="http://schemas.openxmlformats.org/officeDocument/2006/relationships/slide" Target="slide30.xml"/><Relationship Id="rId10" Type="http://schemas.openxmlformats.org/officeDocument/2006/relationships/tags" Target="../tags/tag99.xml"/><Relationship Id="rId19" Type="http://schemas.openxmlformats.org/officeDocument/2006/relationships/slide" Target="slide18.xml"/><Relationship Id="rId4" Type="http://schemas.openxmlformats.org/officeDocument/2006/relationships/tags" Target="../tags/tag93.xml"/><Relationship Id="rId9" Type="http://schemas.openxmlformats.org/officeDocument/2006/relationships/tags" Target="../tags/tag98.xml"/><Relationship Id="rId14" Type="http://schemas.openxmlformats.org/officeDocument/2006/relationships/image" Target="../media/image4.png"/><Relationship Id="rId22" Type="http://schemas.openxmlformats.org/officeDocument/2006/relationships/slide" Target="slide26.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6.xml"/><Relationship Id="rId7" Type="http://schemas.openxmlformats.org/officeDocument/2006/relationships/image" Target="../media/image24.png"/><Relationship Id="rId2" Type="http://schemas.openxmlformats.org/officeDocument/2006/relationships/slideLayout" Target="../slideLayouts/slideLayout12.xml"/><Relationship Id="rId1" Type="http://schemas.openxmlformats.org/officeDocument/2006/relationships/tags" Target="../tags/tag10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4.png"/></Relationships>
</file>

<file path=ppt/slides/_rels/slide27.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 Target="slide14.xml"/><Relationship Id="rId3" Type="http://schemas.openxmlformats.org/officeDocument/2006/relationships/tags" Target="../tags/tag104.xml"/><Relationship Id="rId7" Type="http://schemas.openxmlformats.org/officeDocument/2006/relationships/tags" Target="../tags/tag108.xml"/><Relationship Id="rId12" Type="http://schemas.openxmlformats.org/officeDocument/2006/relationships/slide" Target="slide40.xml"/><Relationship Id="rId2" Type="http://schemas.openxmlformats.org/officeDocument/2006/relationships/tags" Target="../tags/tag103.xml"/><Relationship Id="rId16" Type="http://schemas.openxmlformats.org/officeDocument/2006/relationships/slide" Target="slide34.xml"/><Relationship Id="rId1" Type="http://schemas.openxmlformats.org/officeDocument/2006/relationships/tags" Target="../tags/tag102.xml"/><Relationship Id="rId6" Type="http://schemas.openxmlformats.org/officeDocument/2006/relationships/tags" Target="../tags/tag107.xml"/><Relationship Id="rId11" Type="http://schemas.openxmlformats.org/officeDocument/2006/relationships/slide" Target="slide3.xml"/><Relationship Id="rId5" Type="http://schemas.openxmlformats.org/officeDocument/2006/relationships/tags" Target="../tags/tag106.xml"/><Relationship Id="rId15" Type="http://schemas.openxmlformats.org/officeDocument/2006/relationships/slide" Target="slide30.xml"/><Relationship Id="rId10" Type="http://schemas.openxmlformats.org/officeDocument/2006/relationships/image" Target="../media/image4.png"/><Relationship Id="rId4" Type="http://schemas.openxmlformats.org/officeDocument/2006/relationships/tags" Target="../tags/tag105.xml"/><Relationship Id="rId9" Type="http://schemas.openxmlformats.org/officeDocument/2006/relationships/image" Target="../media/image12.png"/><Relationship Id="rId14" Type="http://schemas.openxmlformats.org/officeDocument/2006/relationships/slide" Target="slide26.xml"/></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 Target="slide14.xml"/><Relationship Id="rId3" Type="http://schemas.openxmlformats.org/officeDocument/2006/relationships/tags" Target="../tags/tag111.xml"/><Relationship Id="rId7" Type="http://schemas.openxmlformats.org/officeDocument/2006/relationships/tags" Target="../tags/tag115.xml"/><Relationship Id="rId12" Type="http://schemas.openxmlformats.org/officeDocument/2006/relationships/slide" Target="slide40.xml"/><Relationship Id="rId2" Type="http://schemas.openxmlformats.org/officeDocument/2006/relationships/tags" Target="../tags/tag110.xml"/><Relationship Id="rId16" Type="http://schemas.openxmlformats.org/officeDocument/2006/relationships/slide" Target="slide34.xml"/><Relationship Id="rId1" Type="http://schemas.openxmlformats.org/officeDocument/2006/relationships/tags" Target="../tags/tag109.xml"/><Relationship Id="rId6" Type="http://schemas.openxmlformats.org/officeDocument/2006/relationships/tags" Target="../tags/tag114.xml"/><Relationship Id="rId11" Type="http://schemas.openxmlformats.org/officeDocument/2006/relationships/slide" Target="slide3.xml"/><Relationship Id="rId5" Type="http://schemas.openxmlformats.org/officeDocument/2006/relationships/tags" Target="../tags/tag113.xml"/><Relationship Id="rId15" Type="http://schemas.openxmlformats.org/officeDocument/2006/relationships/slide" Target="slide30.xml"/><Relationship Id="rId10" Type="http://schemas.openxmlformats.org/officeDocument/2006/relationships/image" Target="../media/image4.png"/><Relationship Id="rId4" Type="http://schemas.openxmlformats.org/officeDocument/2006/relationships/tags" Target="../tags/tag112.xml"/><Relationship Id="rId9" Type="http://schemas.openxmlformats.org/officeDocument/2006/relationships/image" Target="../media/image12.png"/><Relationship Id="rId14" Type="http://schemas.openxmlformats.org/officeDocument/2006/relationships/slide" Target="slide26.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8.xml"/><Relationship Id="rId1" Type="http://schemas.openxmlformats.org/officeDocument/2006/relationships/tags" Target="../tags/tag116.xml"/><Relationship Id="rId4" Type="http://schemas.openxmlformats.org/officeDocument/2006/relationships/image" Target="../media/image4.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8.xml"/><Relationship Id="rId1" Type="http://schemas.openxmlformats.org/officeDocument/2006/relationships/tags" Target="../tags/tag117.xml"/><Relationship Id="rId4" Type="http://schemas.openxmlformats.org/officeDocument/2006/relationships/image" Target="../media/image4.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5.xml"/><Relationship Id="rId1" Type="http://schemas.openxmlformats.org/officeDocument/2006/relationships/tags" Target="../tags/tag118.xml"/></Relationships>
</file>

<file path=ppt/slides/_rels/slide35.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 Target="slide14.xml"/><Relationship Id="rId3" Type="http://schemas.openxmlformats.org/officeDocument/2006/relationships/tags" Target="../tags/tag121.xml"/><Relationship Id="rId7" Type="http://schemas.openxmlformats.org/officeDocument/2006/relationships/tags" Target="../tags/tag125.xml"/><Relationship Id="rId12" Type="http://schemas.openxmlformats.org/officeDocument/2006/relationships/slide" Target="slide40.xml"/><Relationship Id="rId2" Type="http://schemas.openxmlformats.org/officeDocument/2006/relationships/tags" Target="../tags/tag120.xml"/><Relationship Id="rId16" Type="http://schemas.openxmlformats.org/officeDocument/2006/relationships/slide" Target="slide34.xml"/><Relationship Id="rId1" Type="http://schemas.openxmlformats.org/officeDocument/2006/relationships/tags" Target="../tags/tag119.xml"/><Relationship Id="rId6" Type="http://schemas.openxmlformats.org/officeDocument/2006/relationships/tags" Target="../tags/tag124.xml"/><Relationship Id="rId11" Type="http://schemas.openxmlformats.org/officeDocument/2006/relationships/slide" Target="slide3.xml"/><Relationship Id="rId5" Type="http://schemas.openxmlformats.org/officeDocument/2006/relationships/tags" Target="../tags/tag123.xml"/><Relationship Id="rId15" Type="http://schemas.openxmlformats.org/officeDocument/2006/relationships/slide" Target="slide30.xml"/><Relationship Id="rId10" Type="http://schemas.openxmlformats.org/officeDocument/2006/relationships/image" Target="../media/image4.png"/><Relationship Id="rId4" Type="http://schemas.openxmlformats.org/officeDocument/2006/relationships/tags" Target="../tags/tag122.xml"/><Relationship Id="rId9" Type="http://schemas.openxmlformats.org/officeDocument/2006/relationships/image" Target="../media/image12.png"/><Relationship Id="rId14" Type="http://schemas.openxmlformats.org/officeDocument/2006/relationships/slide" Target="slide26.xml"/></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8.xml"/><Relationship Id="rId1" Type="http://schemas.openxmlformats.org/officeDocument/2006/relationships/tags" Target="../tags/tag126.xml"/><Relationship Id="rId4" Type="http://schemas.openxmlformats.org/officeDocument/2006/relationships/image" Target="../media/image25.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9.xml"/><Relationship Id="rId1" Type="http://schemas.openxmlformats.org/officeDocument/2006/relationships/tags" Target="../tags/tag127.xml"/><Relationship Id="rId5" Type="http://schemas.openxmlformats.org/officeDocument/2006/relationships/image" Target="../media/image4.png"/><Relationship Id="rId4" Type="http://schemas.openxmlformats.org/officeDocument/2006/relationships/image" Target="../media/image26.jpe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5.xml"/><Relationship Id="rId1" Type="http://schemas.openxmlformats.org/officeDocument/2006/relationships/tags" Target="../tags/tag128.xml"/></Relationships>
</file>

<file path=ppt/slides/_rels/slide39.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notesSlide" Target="../notesSlides/notesSlide25.xml"/><Relationship Id="rId7" Type="http://schemas.openxmlformats.org/officeDocument/2006/relationships/image" Target="../media/image30.png"/><Relationship Id="rId2" Type="http://schemas.openxmlformats.org/officeDocument/2006/relationships/slideLayout" Target="../slideLayouts/slideLayout8.xml"/><Relationship Id="rId1" Type="http://schemas.openxmlformats.org/officeDocument/2006/relationships/tags" Target="../tags/tag129.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4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slideLayout" Target="../slideLayouts/slideLayout1.xml"/><Relationship Id="rId1" Type="http://schemas.openxmlformats.org/officeDocument/2006/relationships/tags" Target="../tags/tag130.xml"/><Relationship Id="rId4" Type="http://schemas.openxmlformats.org/officeDocument/2006/relationships/image" Target="../media/image33.png"/></Relationships>
</file>

<file path=ppt/slides/_rels/slide4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tags" Target="../tags/tag133.xml"/><Relationship Id="rId7" Type="http://schemas.openxmlformats.org/officeDocument/2006/relationships/image" Target="../media/image12.png"/><Relationship Id="rId2" Type="http://schemas.openxmlformats.org/officeDocument/2006/relationships/tags" Target="../tags/tag132.xml"/><Relationship Id="rId1" Type="http://schemas.openxmlformats.org/officeDocument/2006/relationships/tags" Target="../tags/tag131.xml"/><Relationship Id="rId6" Type="http://schemas.openxmlformats.org/officeDocument/2006/relationships/slideLayout" Target="../slideLayouts/slideLayout8.xml"/><Relationship Id="rId5" Type="http://schemas.openxmlformats.org/officeDocument/2006/relationships/tags" Target="../tags/tag135.xml"/><Relationship Id="rId4" Type="http://schemas.openxmlformats.org/officeDocument/2006/relationships/tags" Target="../tags/tag1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44" y="0"/>
            <a:ext cx="9142228"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522973168"/>
      </p:ext>
    </p:extLst>
  </p:cSld>
  <p:clrMapOvr>
    <a:masterClrMapping/>
  </p:clrMapOvr>
  <p:transition>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3266" name="Rectangle 2"/>
          <p:cNvSpPr>
            <a:spLocks noChangeArrowheads="1"/>
          </p:cNvSpPr>
          <p:nvPr/>
        </p:nvSpPr>
        <p:spPr bwMode="auto">
          <a:xfrm>
            <a:off x="0" y="0"/>
            <a:ext cx="9144000" cy="6858000"/>
          </a:xfrm>
          <a:prstGeom prst="rect">
            <a:avLst/>
          </a:prstGeom>
          <a:solidFill>
            <a:schemeClr val="tx1"/>
          </a:solidFill>
          <a:ln w="12700">
            <a:solidFill>
              <a:schemeClr val="tx1"/>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4099" name="Rectangle 3"/>
          <p:cNvSpPr>
            <a:spLocks noGrp="1" noChangeArrowheads="1"/>
          </p:cNvSpPr>
          <p:nvPr>
            <p:ph type="title"/>
          </p:nvPr>
        </p:nvSpPr>
        <p:spPr/>
        <p:txBody>
          <a:bodyPr/>
          <a:lstStyle/>
          <a:p>
            <a:r>
              <a:rPr lang="en-US" smtClean="0">
                <a:solidFill>
                  <a:srgbClr val="FFFF66"/>
                </a:solidFill>
              </a:rPr>
              <a:t>Objectives</a:t>
            </a:r>
          </a:p>
        </p:txBody>
      </p:sp>
      <p:pic>
        <p:nvPicPr>
          <p:cNvPr id="4100" name="Picture 4" descr="dglxasset[3]"/>
          <p:cNvPicPr>
            <a:picLocks noChangeAspect="1" noChangeArrowheads="1"/>
          </p:cNvPicPr>
          <p:nvPr/>
        </p:nvPicPr>
        <p:blipFill>
          <a:blip r:embed="rId4" cstate="print"/>
          <a:srcRect/>
          <a:stretch>
            <a:fillRect/>
          </a:stretch>
        </p:blipFill>
        <p:spPr bwMode="auto">
          <a:xfrm>
            <a:off x="304800" y="762000"/>
            <a:ext cx="8458200" cy="5894388"/>
          </a:xfrm>
          <a:prstGeom prst="rect">
            <a:avLst/>
          </a:prstGeom>
          <a:noFill/>
          <a:ln w="9525">
            <a:noFill/>
            <a:miter lim="800000"/>
            <a:headEnd/>
            <a:tailEnd/>
          </a:ln>
        </p:spPr>
      </p:pic>
      <p:sp>
        <p:nvSpPr>
          <p:cNvPr id="4101" name="Text Box 5"/>
          <p:cNvSpPr txBox="1">
            <a:spLocks noChangeArrowheads="1"/>
          </p:cNvSpPr>
          <p:nvPr/>
        </p:nvSpPr>
        <p:spPr bwMode="auto">
          <a:xfrm>
            <a:off x="1373872" y="1828800"/>
            <a:ext cx="6550928" cy="3674852"/>
          </a:xfrm>
          <a:prstGeom prst="rect">
            <a:avLst/>
          </a:prstGeom>
          <a:noFill/>
          <a:ln w="12700">
            <a:noFill/>
            <a:miter lim="800000"/>
            <a:headEnd type="none" w="sm" len="sm"/>
            <a:tailEnd type="none" w="sm" len="sm"/>
          </a:ln>
        </p:spPr>
        <p:txBody>
          <a:bodyPr wrap="square">
            <a:spAutoFit/>
          </a:bodyPr>
          <a:lstStyle/>
          <a:p>
            <a:pPr marL="225425" indent="-225425">
              <a:lnSpc>
                <a:spcPct val="90000"/>
              </a:lnSpc>
              <a:spcBef>
                <a:spcPts val="1200"/>
              </a:spcBef>
              <a:spcAft>
                <a:spcPts val="600"/>
              </a:spcAft>
              <a:buClr>
                <a:srgbClr val="D60093"/>
              </a:buClr>
              <a:buSzPct val="120000"/>
              <a:buFont typeface="Wingdings" pitchFamily="2" charset="2"/>
              <a:buChar char="§"/>
            </a:pPr>
            <a:r>
              <a:rPr lang="en-US" dirty="0" smtClean="0">
                <a:solidFill>
                  <a:srgbClr val="000000"/>
                </a:solidFill>
                <a:latin typeface="Calibri" pitchFamily="34" charset="0"/>
                <a:cs typeface="Calibri" pitchFamily="34" charset="0"/>
              </a:rPr>
              <a:t>Compare/contrast static and </a:t>
            </a:r>
            <a:r>
              <a:rPr lang="en-US" i="1" u="sng" dirty="0" smtClean="0">
                <a:solidFill>
                  <a:srgbClr val="000000"/>
                </a:solidFill>
                <a:latin typeface="Calibri" pitchFamily="34" charset="0"/>
                <a:cs typeface="Calibri" pitchFamily="34" charset="0"/>
              </a:rPr>
              <a:t>dynamic systems</a:t>
            </a:r>
          </a:p>
          <a:p>
            <a:pPr marL="225425" indent="-225425">
              <a:lnSpc>
                <a:spcPct val="90000"/>
              </a:lnSpc>
              <a:spcBef>
                <a:spcPts val="1200"/>
              </a:spcBef>
              <a:spcAft>
                <a:spcPts val="600"/>
              </a:spcAft>
              <a:buClr>
                <a:srgbClr val="D60093"/>
              </a:buClr>
              <a:buSzPct val="120000"/>
              <a:buFont typeface="Wingdings" pitchFamily="2" charset="2"/>
              <a:buChar char="§"/>
            </a:pPr>
            <a:r>
              <a:rPr lang="en-US" dirty="0" smtClean="0">
                <a:solidFill>
                  <a:srgbClr val="000000"/>
                </a:solidFill>
                <a:latin typeface="Calibri" pitchFamily="34" charset="0"/>
                <a:cs typeface="Calibri" pitchFamily="34" charset="0"/>
              </a:rPr>
              <a:t>Define </a:t>
            </a:r>
            <a:r>
              <a:rPr lang="en-US" i="1" u="sng" dirty="0" smtClean="0">
                <a:solidFill>
                  <a:srgbClr val="000000"/>
                </a:solidFill>
                <a:latin typeface="Calibri" pitchFamily="34" charset="0"/>
                <a:cs typeface="Calibri" pitchFamily="34" charset="0"/>
              </a:rPr>
              <a:t>heaps</a:t>
            </a:r>
            <a:r>
              <a:rPr lang="en-US" dirty="0" smtClean="0">
                <a:solidFill>
                  <a:srgbClr val="000000"/>
                </a:solidFill>
                <a:latin typeface="Calibri" pitchFamily="34" charset="0"/>
                <a:cs typeface="Calibri" pitchFamily="34" charset="0"/>
              </a:rPr>
              <a:t> and describe how to </a:t>
            </a:r>
            <a:r>
              <a:rPr lang="en-US" smtClean="0">
                <a:solidFill>
                  <a:srgbClr val="000000"/>
                </a:solidFill>
                <a:latin typeface="Calibri" pitchFamily="34" charset="0"/>
                <a:cs typeface="Calibri" pitchFamily="34" charset="0"/>
              </a:rPr>
              <a:t>configure the different types of heaps (std, HeapBuf, etc.)</a:t>
            </a:r>
            <a:endParaRPr lang="en-US" dirty="0" smtClean="0">
              <a:solidFill>
                <a:srgbClr val="000000"/>
              </a:solidFill>
              <a:latin typeface="Calibri" pitchFamily="34" charset="0"/>
              <a:cs typeface="Calibri" pitchFamily="34" charset="0"/>
            </a:endParaRPr>
          </a:p>
          <a:p>
            <a:pPr marL="225425" indent="-225425">
              <a:lnSpc>
                <a:spcPct val="90000"/>
              </a:lnSpc>
              <a:spcBef>
                <a:spcPts val="1200"/>
              </a:spcBef>
              <a:spcAft>
                <a:spcPts val="600"/>
              </a:spcAft>
              <a:buClr>
                <a:srgbClr val="D60093"/>
              </a:buClr>
              <a:buSzPct val="120000"/>
              <a:buFont typeface="Wingdings" pitchFamily="2" charset="2"/>
              <a:buChar char="§"/>
            </a:pPr>
            <a:r>
              <a:rPr lang="en-US" dirty="0" smtClean="0">
                <a:solidFill>
                  <a:srgbClr val="000000"/>
                </a:solidFill>
                <a:latin typeface="Calibri" pitchFamily="34" charset="0"/>
                <a:cs typeface="Calibri" pitchFamily="34" charset="0"/>
              </a:rPr>
              <a:t>Describe how to </a:t>
            </a:r>
            <a:r>
              <a:rPr lang="en-US" i="1" u="sng" dirty="0" smtClean="0">
                <a:solidFill>
                  <a:srgbClr val="000000"/>
                </a:solidFill>
                <a:latin typeface="Calibri" pitchFamily="34" charset="0"/>
                <a:cs typeface="Calibri" pitchFamily="34" charset="0"/>
              </a:rPr>
              <a:t>eliminate the drawbacks</a:t>
            </a:r>
            <a:r>
              <a:rPr lang="en-US" dirty="0" smtClean="0">
                <a:solidFill>
                  <a:srgbClr val="000000"/>
                </a:solidFill>
                <a:latin typeface="Calibri" pitchFamily="34" charset="0"/>
                <a:cs typeface="Calibri" pitchFamily="34" charset="0"/>
              </a:rPr>
              <a:t> of </a:t>
            </a:r>
            <a:br>
              <a:rPr lang="en-US" dirty="0" smtClean="0">
                <a:solidFill>
                  <a:srgbClr val="000000"/>
                </a:solidFill>
                <a:latin typeface="Calibri" pitchFamily="34" charset="0"/>
                <a:cs typeface="Calibri" pitchFamily="34" charset="0"/>
              </a:rPr>
            </a:br>
            <a:r>
              <a:rPr lang="en-US" dirty="0" smtClean="0">
                <a:solidFill>
                  <a:srgbClr val="000000"/>
                </a:solidFill>
                <a:latin typeface="Calibri" pitchFamily="34" charset="0"/>
                <a:cs typeface="Calibri" pitchFamily="34" charset="0"/>
              </a:rPr>
              <a:t>using std heaps (fragments, non-determinism)</a:t>
            </a:r>
          </a:p>
          <a:p>
            <a:pPr marL="225425" indent="-225425">
              <a:lnSpc>
                <a:spcPct val="90000"/>
              </a:lnSpc>
              <a:spcBef>
                <a:spcPts val="1200"/>
              </a:spcBef>
              <a:spcAft>
                <a:spcPts val="600"/>
              </a:spcAft>
              <a:buClr>
                <a:srgbClr val="D60093"/>
              </a:buClr>
              <a:buSzPct val="120000"/>
              <a:buFont typeface="Wingdings" pitchFamily="2" charset="2"/>
              <a:buChar char="§"/>
            </a:pPr>
            <a:r>
              <a:rPr lang="en-US" dirty="0" smtClean="0">
                <a:solidFill>
                  <a:srgbClr val="000000"/>
                </a:solidFill>
                <a:latin typeface="Calibri" pitchFamily="34" charset="0"/>
                <a:cs typeface="Calibri" pitchFamily="34" charset="0"/>
              </a:rPr>
              <a:t>Implement </a:t>
            </a:r>
            <a:r>
              <a:rPr lang="en-US" i="1" u="sng" dirty="0" smtClean="0">
                <a:solidFill>
                  <a:srgbClr val="000000"/>
                </a:solidFill>
                <a:latin typeface="Calibri" pitchFamily="34" charset="0"/>
                <a:cs typeface="Calibri" pitchFamily="34" charset="0"/>
              </a:rPr>
              <a:t>dynamic object creation</a:t>
            </a:r>
          </a:p>
          <a:p>
            <a:pPr marL="225425" indent="-225425">
              <a:lnSpc>
                <a:spcPct val="90000"/>
              </a:lnSpc>
              <a:spcBef>
                <a:spcPts val="1200"/>
              </a:spcBef>
              <a:spcAft>
                <a:spcPts val="600"/>
              </a:spcAft>
              <a:buClr>
                <a:srgbClr val="D60093"/>
              </a:buClr>
              <a:buSzPct val="120000"/>
              <a:buFont typeface="Wingdings" pitchFamily="2" charset="2"/>
              <a:buChar char="§"/>
            </a:pPr>
            <a:r>
              <a:rPr lang="en-US" i="1" u="sng" smtClean="0">
                <a:solidFill>
                  <a:srgbClr val="000000"/>
                </a:solidFill>
                <a:latin typeface="Calibri" pitchFamily="34" charset="0"/>
                <a:cs typeface="Calibri" pitchFamily="34" charset="0"/>
              </a:rPr>
              <a:t>Lab</a:t>
            </a:r>
            <a:r>
              <a:rPr lang="en-US" smtClean="0">
                <a:solidFill>
                  <a:srgbClr val="000000"/>
                </a:solidFill>
                <a:latin typeface="Calibri" pitchFamily="34" charset="0"/>
                <a:cs typeface="Calibri" pitchFamily="34" charset="0"/>
              </a:rPr>
              <a:t> </a:t>
            </a:r>
            <a:r>
              <a:rPr lang="en-US">
                <a:solidFill>
                  <a:srgbClr val="000000"/>
                </a:solidFill>
                <a:latin typeface="Calibri" pitchFamily="34" charset="0"/>
                <a:cs typeface="Calibri" pitchFamily="34" charset="0"/>
              </a:rPr>
              <a:t>– </a:t>
            </a:r>
            <a:r>
              <a:rPr lang="en-US" smtClean="0">
                <a:solidFill>
                  <a:srgbClr val="000000"/>
                </a:solidFill>
                <a:latin typeface="Calibri" pitchFamily="34" charset="0"/>
                <a:cs typeface="Calibri" pitchFamily="34" charset="0"/>
              </a:rPr>
              <a:t>Using the previous Task/Sem lab, create our Semaphores </a:t>
            </a:r>
            <a:r>
              <a:rPr lang="en-US" dirty="0" smtClean="0">
                <a:solidFill>
                  <a:srgbClr val="000000"/>
                </a:solidFill>
                <a:latin typeface="Calibri" pitchFamily="34" charset="0"/>
                <a:cs typeface="Calibri" pitchFamily="34" charset="0"/>
              </a:rPr>
              <a:t>and Tasks </a:t>
            </a:r>
            <a:r>
              <a:rPr lang="en-US" i="1" u="sng" dirty="0" smtClean="0">
                <a:solidFill>
                  <a:srgbClr val="000000"/>
                </a:solidFill>
                <a:latin typeface="Calibri" pitchFamily="34" charset="0"/>
                <a:cs typeface="Calibri" pitchFamily="34" charset="0"/>
              </a:rPr>
              <a:t>dynamically</a:t>
            </a:r>
            <a:endParaRPr lang="en-US" i="1" u="sng" dirty="0">
              <a:solidFill>
                <a:srgbClr val="000000"/>
              </a:solidFill>
              <a:latin typeface="Calibri" pitchFamily="34" charset="0"/>
              <a:cs typeface="Calibri" pitchFamily="34" charset="0"/>
            </a:endParaRPr>
          </a:p>
        </p:txBody>
      </p:sp>
    </p:spTree>
    <p:custDataLst>
      <p:tags r:id="rId1"/>
    </p:custDataLst>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66"/>
        </a:solidFill>
        <a:effectLst/>
      </p:bgPr>
    </p:bg>
    <p:spTree>
      <p:nvGrpSpPr>
        <p:cNvPr id="1" name=""/>
        <p:cNvGrpSpPr/>
        <p:nvPr/>
      </p:nvGrpSpPr>
      <p:grpSpPr>
        <a:xfrm>
          <a:off x="0" y="0"/>
          <a:ext cx="0" cy="0"/>
          <a:chOff x="0" y="0"/>
          <a:chExt cx="0" cy="0"/>
        </a:xfrm>
      </p:grpSpPr>
      <p:sp>
        <p:nvSpPr>
          <p:cNvPr id="669704" name="Rectangle 8"/>
          <p:cNvSpPr>
            <a:spLocks noChangeArrowheads="1"/>
          </p:cNvSpPr>
          <p:nvPr/>
        </p:nvSpPr>
        <p:spPr bwMode="auto">
          <a:xfrm>
            <a:off x="304800" y="914400"/>
            <a:ext cx="5562600" cy="5410200"/>
          </a:xfrm>
          <a:prstGeom prst="rect">
            <a:avLst/>
          </a:prstGeom>
          <a:solidFill>
            <a:srgbClr val="92D050"/>
          </a:solidFill>
          <a:ln w="19050">
            <a:solidFill>
              <a:schemeClr val="tx1"/>
            </a:solidFill>
            <a:miter lim="800000"/>
            <a:headEnd type="none" w="sm" len="sm"/>
            <a:tailEnd type="none" w="sm" len="sm"/>
          </a:ln>
          <a:effectLst>
            <a:outerShdw blurRad="50800" dist="127000" dir="2700000" algn="tl" rotWithShape="0">
              <a:prstClr val="black">
                <a:alpha val="40000"/>
              </a:prstClr>
            </a:outerShdw>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pic>
        <p:nvPicPr>
          <p:cNvPr id="72706" name="Picture 2" descr="C:\Documents and Settings\a0159877\Desktop\250px-Operating_system_placement.svg.png"/>
          <p:cNvPicPr>
            <a:picLocks noChangeAspect="1" noChangeArrowheads="1"/>
          </p:cNvPicPr>
          <p:nvPr/>
        </p:nvPicPr>
        <p:blipFill>
          <a:blip r:embed="rId9" cstate="print"/>
          <a:srcRect/>
          <a:stretch>
            <a:fillRect/>
          </a:stretch>
        </p:blipFill>
        <p:spPr bwMode="auto">
          <a:xfrm>
            <a:off x="6160824" y="1153041"/>
            <a:ext cx="2819400" cy="4172713"/>
          </a:xfrm>
          <a:prstGeom prst="rect">
            <a:avLst/>
          </a:prstGeom>
          <a:noFill/>
        </p:spPr>
      </p:pic>
      <p:pic>
        <p:nvPicPr>
          <p:cNvPr id="11" name="Animated Logo" descr="tilogo_color_twoline.png"/>
          <p:cNvPicPr>
            <a:picLocks noChangeAspect="1"/>
          </p:cNvPicPr>
          <p:nvPr/>
        </p:nvPicPr>
        <p:blipFill>
          <a:blip r:embed="rId10" cstate="print"/>
          <a:stretch>
            <a:fillRect/>
          </a:stretch>
        </p:blipFill>
        <p:spPr>
          <a:xfrm>
            <a:off x="50800" y="6477000"/>
            <a:ext cx="1438537" cy="347443"/>
          </a:xfrm>
          <a:prstGeom prst="rect">
            <a:avLst/>
          </a:prstGeom>
        </p:spPr>
      </p:pic>
      <p:sp>
        <p:nvSpPr>
          <p:cNvPr id="41987" name="Rectangle 2"/>
          <p:cNvSpPr>
            <a:spLocks noGrp="1" noChangeArrowheads="1"/>
          </p:cNvSpPr>
          <p:nvPr>
            <p:ph type="title"/>
          </p:nvPr>
        </p:nvSpPr>
        <p:spPr/>
        <p:txBody>
          <a:bodyPr/>
          <a:lstStyle/>
          <a:p>
            <a:r>
              <a:rPr lang="en-US" smtClean="0">
                <a:solidFill>
                  <a:schemeClr val="tx1"/>
                </a:solidFill>
              </a:rPr>
              <a:t>Outline</a:t>
            </a:r>
          </a:p>
        </p:txBody>
      </p:sp>
      <p:sp>
        <p:nvSpPr>
          <p:cNvPr id="10" name="Text Box 3">
            <a:hlinkClick r:id="rId11" action="ppaction://hlinksldjump"/>
          </p:cNvPr>
          <p:cNvSpPr txBox="1">
            <a:spLocks noChangeArrowheads="1"/>
          </p:cNvSpPr>
          <p:nvPr>
            <p:custDataLst>
              <p:tags r:id="rId2"/>
            </p:custDataLst>
          </p:nvPr>
        </p:nvSpPr>
        <p:spPr bwMode="auto">
          <a:xfrm>
            <a:off x="304800" y="1018384"/>
            <a:ext cx="5562600" cy="495300"/>
          </a:xfrm>
          <a:prstGeom prst="rect">
            <a:avLst/>
          </a:prstGeom>
          <a:solidFill>
            <a:schemeClr val="bg1"/>
          </a:solidFill>
          <a:ln w="19050">
            <a:solidFill>
              <a:schemeClr val="tx1"/>
            </a:solidFill>
            <a:miter lim="800000"/>
            <a:headEnd type="none" w="sm" len="sm"/>
            <a:tailEnd type="none" w="sm" len="sm"/>
          </a:ln>
        </p:spPr>
        <p:txBody>
          <a:bodyPr wrap="square">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Static vs. Dynamic</a:t>
            </a:r>
            <a:endParaRPr lang="en-US" sz="2800">
              <a:solidFill>
                <a:srgbClr val="000000"/>
              </a:solidFill>
            </a:endParaRPr>
          </a:p>
        </p:txBody>
      </p:sp>
      <p:sp>
        <p:nvSpPr>
          <p:cNvPr id="12" name="Text Box 4">
            <a:hlinkClick r:id="rId12" action="ppaction://hlinksldjump"/>
          </p:cNvPr>
          <p:cNvSpPr txBox="1">
            <a:spLocks noChangeArrowheads="1"/>
          </p:cNvSpPr>
          <p:nvPr>
            <p:custDataLst>
              <p:tags r:id="rId3"/>
            </p:custDataLst>
          </p:nvPr>
        </p:nvSpPr>
        <p:spPr bwMode="auto">
          <a:xfrm>
            <a:off x="301576" y="1624936"/>
            <a:ext cx="5543550" cy="476250"/>
          </a:xfrm>
          <a:prstGeom prst="rect">
            <a:avLst/>
          </a:prstGeom>
          <a:noFill/>
          <a:ln w="12700">
            <a:noFill/>
            <a:miter lim="800000"/>
            <a:headEnd type="none" w="sm" len="sm"/>
            <a:tailEnd type="none" w="sm" len="sm"/>
          </a:ln>
        </p:spPr>
        <p:txBody>
          <a:bodyPr>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Dynamic Memory Concepts</a:t>
            </a:r>
            <a:endParaRPr lang="en-US" sz="2800" dirty="0">
              <a:solidFill>
                <a:srgbClr val="000000"/>
              </a:solidFill>
            </a:endParaRPr>
          </a:p>
        </p:txBody>
      </p:sp>
      <p:sp>
        <p:nvSpPr>
          <p:cNvPr id="13" name="Text Box 4">
            <a:hlinkClick r:id="rId13" action="ppaction://hlinksldjump"/>
          </p:cNvPr>
          <p:cNvSpPr txBox="1">
            <a:spLocks noChangeArrowheads="1"/>
          </p:cNvSpPr>
          <p:nvPr>
            <p:custDataLst>
              <p:tags r:id="rId4"/>
            </p:custDataLst>
          </p:nvPr>
        </p:nvSpPr>
        <p:spPr bwMode="auto">
          <a:xfrm>
            <a:off x="301576" y="2199738"/>
            <a:ext cx="5543550" cy="476250"/>
          </a:xfrm>
          <a:prstGeom prst="rect">
            <a:avLst/>
          </a:prstGeom>
          <a:noFill/>
          <a:ln w="12700">
            <a:noFill/>
            <a:miter lim="800000"/>
            <a:headEnd type="none" w="sm" len="sm"/>
            <a:tailEnd type="none" w="sm" len="sm"/>
          </a:ln>
        </p:spPr>
        <p:txBody>
          <a:bodyPr>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Different Types of Heaps</a:t>
            </a:r>
            <a:endParaRPr lang="en-US" sz="2800" dirty="0">
              <a:solidFill>
                <a:srgbClr val="000000"/>
              </a:solidFill>
            </a:endParaRPr>
          </a:p>
        </p:txBody>
      </p:sp>
      <p:sp>
        <p:nvSpPr>
          <p:cNvPr id="14" name="Text Box 4">
            <a:hlinkClick r:id="rId14" action="ppaction://hlinksldjump"/>
          </p:cNvPr>
          <p:cNvSpPr txBox="1">
            <a:spLocks noChangeArrowheads="1"/>
          </p:cNvSpPr>
          <p:nvPr>
            <p:custDataLst>
              <p:tags r:id="rId5"/>
            </p:custDataLst>
          </p:nvPr>
        </p:nvSpPr>
        <p:spPr bwMode="auto">
          <a:xfrm>
            <a:off x="301576" y="2774540"/>
            <a:ext cx="5543550" cy="476250"/>
          </a:xfrm>
          <a:prstGeom prst="rect">
            <a:avLst/>
          </a:prstGeom>
          <a:noFill/>
          <a:ln w="12700">
            <a:noFill/>
            <a:miter lim="800000"/>
            <a:headEnd type="none" w="sm" len="sm"/>
            <a:tailEnd type="none" w="sm" len="sm"/>
          </a:ln>
        </p:spPr>
        <p:txBody>
          <a:bodyPr>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Dynamic Module Creation</a:t>
            </a:r>
            <a:endParaRPr lang="en-US" sz="2800" dirty="0">
              <a:solidFill>
                <a:srgbClr val="000000"/>
              </a:solidFill>
            </a:endParaRPr>
          </a:p>
        </p:txBody>
      </p:sp>
      <p:sp>
        <p:nvSpPr>
          <p:cNvPr id="15" name="Text Box 4">
            <a:hlinkClick r:id="rId15" action="ppaction://hlinksldjump"/>
          </p:cNvPr>
          <p:cNvSpPr txBox="1">
            <a:spLocks noChangeArrowheads="1"/>
          </p:cNvSpPr>
          <p:nvPr>
            <p:custDataLst>
              <p:tags r:id="rId6"/>
            </p:custDataLst>
          </p:nvPr>
        </p:nvSpPr>
        <p:spPr bwMode="auto">
          <a:xfrm>
            <a:off x="301576" y="3349342"/>
            <a:ext cx="5543550" cy="476250"/>
          </a:xfrm>
          <a:prstGeom prst="rect">
            <a:avLst/>
          </a:prstGeom>
          <a:noFill/>
          <a:ln w="12700">
            <a:noFill/>
            <a:miter lim="800000"/>
            <a:headEnd type="none" w="sm" len="sm"/>
            <a:tailEnd type="none" w="sm" len="sm"/>
          </a:ln>
        </p:spPr>
        <p:txBody>
          <a:bodyPr>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Custom Section Placement</a:t>
            </a:r>
            <a:endParaRPr lang="en-US" sz="2800" dirty="0">
              <a:solidFill>
                <a:srgbClr val="000000"/>
              </a:solidFill>
            </a:endParaRPr>
          </a:p>
        </p:txBody>
      </p:sp>
      <p:sp>
        <p:nvSpPr>
          <p:cNvPr id="16" name="Text Box 4">
            <a:hlinkClick r:id="rId16" action="ppaction://hlinksldjump"/>
          </p:cNvPr>
          <p:cNvSpPr txBox="1">
            <a:spLocks noChangeArrowheads="1"/>
          </p:cNvSpPr>
          <p:nvPr>
            <p:custDataLst>
              <p:tags r:id="rId7"/>
            </p:custDataLst>
          </p:nvPr>
        </p:nvSpPr>
        <p:spPr bwMode="auto">
          <a:xfrm>
            <a:off x="301576" y="3924144"/>
            <a:ext cx="5543550" cy="476250"/>
          </a:xfrm>
          <a:prstGeom prst="rect">
            <a:avLst/>
          </a:prstGeom>
          <a:noFill/>
          <a:ln w="12700">
            <a:noFill/>
            <a:miter lim="800000"/>
            <a:headEnd type="none" w="sm" len="sm"/>
            <a:tailEnd type="none" w="sm" len="sm"/>
          </a:ln>
        </p:spPr>
        <p:txBody>
          <a:bodyPr>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Lab</a:t>
            </a:r>
            <a:endParaRPr lang="en-US" sz="2800" dirty="0">
              <a:solidFill>
                <a:srgbClr val="000000"/>
              </a:solidFill>
            </a:endParaRPr>
          </a:p>
        </p:txBody>
      </p:sp>
    </p:spTree>
    <p:custDataLst>
      <p:tags r:id="rId1"/>
    </p:custDataLst>
    <p:extLst>
      <p:ext uri="{BB962C8B-B14F-4D97-AF65-F5344CB8AC3E}">
        <p14:creationId xmlns:p14="http://schemas.microsoft.com/office/powerpoint/2010/main" val="1858509870"/>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5"/>
          <p:cNvSpPr>
            <a:spLocks noGrp="1" noChangeArrowheads="1"/>
          </p:cNvSpPr>
          <p:nvPr>
            <p:ph type="title"/>
          </p:nvPr>
        </p:nvSpPr>
        <p:spPr/>
        <p:txBody>
          <a:bodyPr/>
          <a:lstStyle/>
          <a:p>
            <a:r>
              <a:rPr lang="en-US" smtClean="0"/>
              <a:t>Static vs Dynamic Systems</a:t>
            </a:r>
          </a:p>
        </p:txBody>
      </p:sp>
      <p:sp>
        <p:nvSpPr>
          <p:cNvPr id="7179" name="AutoShape 28"/>
          <p:cNvSpPr>
            <a:spLocks noChangeArrowheads="1"/>
          </p:cNvSpPr>
          <p:nvPr/>
        </p:nvSpPr>
        <p:spPr bwMode="auto">
          <a:xfrm>
            <a:off x="609600" y="1038100"/>
            <a:ext cx="2590800" cy="2209800"/>
          </a:xfrm>
          <a:prstGeom prst="roundRect">
            <a:avLst>
              <a:gd name="adj" fmla="val 16667"/>
            </a:avLst>
          </a:prstGeom>
          <a:solidFill>
            <a:schemeClr val="accent4">
              <a:lumMod val="20000"/>
              <a:lumOff val="80000"/>
            </a:schemeClr>
          </a:solidFill>
          <a:ln w="12700">
            <a:solidFill>
              <a:schemeClr val="tx1"/>
            </a:solidFill>
            <a:round/>
            <a:headEnd type="none" w="sm" len="sm"/>
            <a:tailEnd type="none" w="sm" len="sm"/>
          </a:ln>
        </p:spPr>
        <p:txBody>
          <a:bodyPr wrap="none" anchor="ctr"/>
          <a:lstStyle/>
          <a:p>
            <a:pPr marL="342900" indent="-342900">
              <a:lnSpc>
                <a:spcPct val="100000"/>
              </a:lnSpc>
              <a:spcBef>
                <a:spcPct val="0"/>
              </a:spcBef>
              <a:spcAft>
                <a:spcPct val="30000"/>
              </a:spcAft>
              <a:buClr>
                <a:schemeClr val="tx2"/>
              </a:buClr>
              <a:buSzPct val="75000"/>
              <a:buFont typeface="Wingdings"/>
              <a:buChar char=""/>
            </a:pPr>
            <a:r>
              <a:rPr lang="en-US" sz="2000" dirty="0">
                <a:solidFill>
                  <a:srgbClr val="FF0000"/>
                </a:solidFill>
                <a:latin typeface="Calibri" pitchFamily="34" charset="0"/>
                <a:cs typeface="Calibri" pitchFamily="34" charset="0"/>
              </a:rPr>
              <a:t>Link Time:</a:t>
            </a:r>
            <a:r>
              <a:rPr lang="en-US" sz="2000" dirty="0">
                <a:solidFill>
                  <a:srgbClr val="000000"/>
                </a:solidFill>
                <a:latin typeface="Calibri" pitchFamily="34" charset="0"/>
                <a:cs typeface="Calibri" pitchFamily="34" charset="0"/>
              </a:rPr>
              <a:t/>
            </a:r>
            <a:br>
              <a:rPr lang="en-US" sz="2000" dirty="0">
                <a:solidFill>
                  <a:srgbClr val="000000"/>
                </a:solidFill>
                <a:latin typeface="Calibri" pitchFamily="34" charset="0"/>
                <a:cs typeface="Calibri" pitchFamily="34" charset="0"/>
              </a:rPr>
            </a:br>
            <a:r>
              <a:rPr lang="en-US" sz="2000" b="0" dirty="0">
                <a:solidFill>
                  <a:srgbClr val="000000"/>
                </a:solidFill>
                <a:latin typeface="Calibri" pitchFamily="34" charset="0"/>
                <a:cs typeface="Calibri" pitchFamily="34" charset="0"/>
              </a:rPr>
              <a:t>- Allocate Buffers</a:t>
            </a:r>
          </a:p>
          <a:p>
            <a:pPr marL="342900" indent="-342900">
              <a:lnSpc>
                <a:spcPct val="100000"/>
              </a:lnSpc>
              <a:spcBef>
                <a:spcPct val="0"/>
              </a:spcBef>
              <a:spcAft>
                <a:spcPct val="30000"/>
              </a:spcAft>
              <a:buClr>
                <a:schemeClr val="tx2"/>
              </a:buClr>
              <a:buSzPct val="75000"/>
              <a:buFont typeface="Wingdings"/>
              <a:buChar char=""/>
            </a:pPr>
            <a:r>
              <a:rPr lang="en-US" sz="2000" dirty="0">
                <a:solidFill>
                  <a:srgbClr val="FF0000"/>
                </a:solidFill>
                <a:latin typeface="Calibri" pitchFamily="34" charset="0"/>
                <a:cs typeface="Calibri" pitchFamily="34" charset="0"/>
              </a:rPr>
              <a:t>Execute:</a:t>
            </a:r>
            <a:r>
              <a:rPr lang="en-US" sz="2000" dirty="0">
                <a:solidFill>
                  <a:srgbClr val="000000"/>
                </a:solidFill>
                <a:latin typeface="Calibri" pitchFamily="34" charset="0"/>
                <a:cs typeface="Calibri" pitchFamily="34" charset="0"/>
              </a:rPr>
              <a:t/>
            </a:r>
            <a:br>
              <a:rPr lang="en-US" sz="2000" dirty="0">
                <a:solidFill>
                  <a:srgbClr val="000000"/>
                </a:solidFill>
                <a:latin typeface="Calibri" pitchFamily="34" charset="0"/>
                <a:cs typeface="Calibri" pitchFamily="34" charset="0"/>
              </a:rPr>
            </a:br>
            <a:r>
              <a:rPr lang="en-US" sz="2000" b="0" dirty="0">
                <a:solidFill>
                  <a:srgbClr val="000000"/>
                </a:solidFill>
                <a:latin typeface="Calibri" pitchFamily="34" charset="0"/>
                <a:cs typeface="Calibri" pitchFamily="34" charset="0"/>
              </a:rPr>
              <a:t>- Read data</a:t>
            </a:r>
            <a:br>
              <a:rPr lang="en-US" sz="2000" b="0" dirty="0">
                <a:solidFill>
                  <a:srgbClr val="000000"/>
                </a:solidFill>
                <a:latin typeface="Calibri" pitchFamily="34" charset="0"/>
                <a:cs typeface="Calibri" pitchFamily="34" charset="0"/>
              </a:rPr>
            </a:br>
            <a:r>
              <a:rPr lang="en-US" sz="2000" b="0" dirty="0">
                <a:solidFill>
                  <a:srgbClr val="000000"/>
                </a:solidFill>
                <a:latin typeface="Calibri" pitchFamily="34" charset="0"/>
                <a:cs typeface="Calibri" pitchFamily="34" charset="0"/>
              </a:rPr>
              <a:t>- Process data</a:t>
            </a:r>
            <a:br>
              <a:rPr lang="en-US" sz="2000" b="0" dirty="0">
                <a:solidFill>
                  <a:srgbClr val="000000"/>
                </a:solidFill>
                <a:latin typeface="Calibri" pitchFamily="34" charset="0"/>
                <a:cs typeface="Calibri" pitchFamily="34" charset="0"/>
              </a:rPr>
            </a:br>
            <a:r>
              <a:rPr lang="en-US" sz="2000" b="0" dirty="0">
                <a:solidFill>
                  <a:srgbClr val="000000"/>
                </a:solidFill>
                <a:latin typeface="Calibri" pitchFamily="34" charset="0"/>
                <a:cs typeface="Calibri" pitchFamily="34" charset="0"/>
              </a:rPr>
              <a:t>- Write data</a:t>
            </a:r>
            <a:r>
              <a:rPr lang="en-US" sz="2000" dirty="0">
                <a:solidFill>
                  <a:srgbClr val="000000"/>
                </a:solidFill>
                <a:latin typeface="Calibri" pitchFamily="34" charset="0"/>
                <a:cs typeface="Calibri" pitchFamily="34" charset="0"/>
              </a:rPr>
              <a:t> </a:t>
            </a:r>
          </a:p>
        </p:txBody>
      </p:sp>
      <p:sp>
        <p:nvSpPr>
          <p:cNvPr id="7180" name="Text Box 29"/>
          <p:cNvSpPr txBox="1">
            <a:spLocks noChangeArrowheads="1"/>
          </p:cNvSpPr>
          <p:nvPr/>
        </p:nvSpPr>
        <p:spPr bwMode="auto">
          <a:xfrm>
            <a:off x="3429000" y="985263"/>
            <a:ext cx="5435600" cy="2170113"/>
          </a:xfrm>
          <a:prstGeom prst="rect">
            <a:avLst/>
          </a:prstGeom>
          <a:noFill/>
          <a:ln w="12700">
            <a:noFill/>
            <a:miter lim="800000"/>
            <a:headEnd type="none" w="sm" len="sm"/>
            <a:tailEnd type="none" w="sm" len="sm"/>
          </a:ln>
        </p:spPr>
        <p:txBody>
          <a:bodyPr wrap="none">
            <a:spAutoFit/>
          </a:bodyPr>
          <a:lstStyle/>
          <a:p>
            <a:pPr marL="342900" indent="-342900">
              <a:lnSpc>
                <a:spcPct val="100000"/>
              </a:lnSpc>
              <a:buClr>
                <a:schemeClr val="tx2"/>
              </a:buClr>
              <a:buSzPct val="75000"/>
              <a:buFont typeface="Wingdings"/>
              <a:buChar char=""/>
            </a:pPr>
            <a:r>
              <a:rPr lang="en-US" sz="1800" b="0" dirty="0" smtClean="0">
                <a:solidFill>
                  <a:srgbClr val="000000"/>
                </a:solidFill>
                <a:latin typeface="Calibri" pitchFamily="34" charset="0"/>
                <a:cs typeface="Calibri" pitchFamily="34" charset="0"/>
              </a:rPr>
              <a:t>Allocated </a:t>
            </a:r>
            <a:r>
              <a:rPr lang="en-US" sz="1800" b="0" dirty="0">
                <a:solidFill>
                  <a:srgbClr val="000000"/>
                </a:solidFill>
                <a:latin typeface="Calibri" pitchFamily="34" charset="0"/>
                <a:cs typeface="Calibri" pitchFamily="34" charset="0"/>
              </a:rPr>
              <a:t>at </a:t>
            </a:r>
            <a:r>
              <a:rPr lang="en-US" sz="1800" u="sng" dirty="0">
                <a:solidFill>
                  <a:srgbClr val="FF0000"/>
                </a:solidFill>
                <a:latin typeface="Calibri" pitchFamily="34" charset="0"/>
                <a:cs typeface="Calibri" pitchFamily="34" charset="0"/>
              </a:rPr>
              <a:t>LINK</a:t>
            </a:r>
            <a:r>
              <a:rPr lang="en-US" sz="1800" b="0" dirty="0">
                <a:solidFill>
                  <a:srgbClr val="000000"/>
                </a:solidFill>
                <a:latin typeface="Calibri" pitchFamily="34" charset="0"/>
                <a:cs typeface="Calibri" pitchFamily="34" charset="0"/>
              </a:rPr>
              <a:t> time</a:t>
            </a:r>
          </a:p>
          <a:p>
            <a:pPr marL="342900" indent="-342900">
              <a:lnSpc>
                <a:spcPct val="100000"/>
              </a:lnSpc>
              <a:buClr>
                <a:schemeClr val="tx2"/>
              </a:buClr>
              <a:buSzPct val="75000"/>
              <a:buFont typeface="Wingdings"/>
              <a:buChar char=""/>
            </a:pPr>
            <a:r>
              <a:rPr lang="en-US" sz="1800" b="0" dirty="0">
                <a:solidFill>
                  <a:srgbClr val="000000"/>
                </a:solidFill>
                <a:latin typeface="Calibri" pitchFamily="34" charset="0"/>
                <a:cs typeface="Calibri" pitchFamily="34" charset="0"/>
              </a:rPr>
              <a:t>+ Easy to manage (less thought/planning)</a:t>
            </a:r>
            <a:br>
              <a:rPr lang="en-US" sz="1800" b="0" dirty="0">
                <a:solidFill>
                  <a:srgbClr val="000000"/>
                </a:solidFill>
                <a:latin typeface="Calibri" pitchFamily="34" charset="0"/>
                <a:cs typeface="Calibri" pitchFamily="34" charset="0"/>
              </a:rPr>
            </a:br>
            <a:r>
              <a:rPr lang="en-US" sz="1800" b="0" dirty="0">
                <a:solidFill>
                  <a:srgbClr val="000000"/>
                </a:solidFill>
                <a:latin typeface="Calibri" pitchFamily="34" charset="0"/>
                <a:cs typeface="Calibri" pitchFamily="34" charset="0"/>
              </a:rPr>
              <a:t>+ Smaller code size, faster startup</a:t>
            </a:r>
            <a:br>
              <a:rPr lang="en-US" sz="1800" b="0" dirty="0">
                <a:solidFill>
                  <a:srgbClr val="000000"/>
                </a:solidFill>
                <a:latin typeface="Calibri" pitchFamily="34" charset="0"/>
                <a:cs typeface="Calibri" pitchFamily="34" charset="0"/>
              </a:rPr>
            </a:br>
            <a:r>
              <a:rPr lang="en-US" sz="1800" b="0" dirty="0">
                <a:solidFill>
                  <a:srgbClr val="000000"/>
                </a:solidFill>
                <a:latin typeface="Calibri" pitchFamily="34" charset="0"/>
                <a:cs typeface="Calibri" pitchFamily="34" charset="0"/>
              </a:rPr>
              <a:t>+ Deterministic, atomic (interrupts won’t mess it up)</a:t>
            </a:r>
          </a:p>
          <a:p>
            <a:pPr marL="342900" indent="-342900">
              <a:lnSpc>
                <a:spcPct val="100000"/>
              </a:lnSpc>
              <a:buClr>
                <a:schemeClr val="tx2"/>
              </a:buClr>
              <a:buSzPct val="75000"/>
              <a:buFont typeface="Wingdings"/>
              <a:buChar char=""/>
            </a:pPr>
            <a:r>
              <a:rPr lang="en-US" sz="1800" b="0" dirty="0">
                <a:solidFill>
                  <a:srgbClr val="000000"/>
                </a:solidFill>
                <a:latin typeface="Calibri" pitchFamily="34" charset="0"/>
                <a:cs typeface="Calibri" pitchFamily="34" charset="0"/>
              </a:rPr>
              <a:t>- Fixed allocation of memory resources</a:t>
            </a:r>
          </a:p>
          <a:p>
            <a:pPr marL="342900" indent="-342900">
              <a:lnSpc>
                <a:spcPct val="100000"/>
              </a:lnSpc>
              <a:buClr>
                <a:schemeClr val="tx2"/>
              </a:buClr>
              <a:buSzPct val="75000"/>
              <a:buFont typeface="Wingdings"/>
              <a:buChar char=""/>
            </a:pPr>
            <a:r>
              <a:rPr lang="en-US" sz="1800" b="0" dirty="0">
                <a:solidFill>
                  <a:srgbClr val="000000"/>
                </a:solidFill>
                <a:latin typeface="Calibri" pitchFamily="34" charset="0"/>
                <a:cs typeface="Calibri" pitchFamily="34" charset="0"/>
              </a:rPr>
              <a:t>Optimal when most resources needed concurrently</a:t>
            </a:r>
          </a:p>
        </p:txBody>
      </p:sp>
      <p:sp>
        <p:nvSpPr>
          <p:cNvPr id="7175" name="AutoShape 31"/>
          <p:cNvSpPr>
            <a:spLocks noChangeArrowheads="1"/>
          </p:cNvSpPr>
          <p:nvPr/>
        </p:nvSpPr>
        <p:spPr bwMode="auto">
          <a:xfrm>
            <a:off x="609600" y="4014850"/>
            <a:ext cx="2590801" cy="2209801"/>
          </a:xfrm>
          <a:prstGeom prst="roundRect">
            <a:avLst>
              <a:gd name="adj" fmla="val 16667"/>
            </a:avLst>
          </a:prstGeom>
          <a:solidFill>
            <a:schemeClr val="accent5">
              <a:lumMod val="20000"/>
              <a:lumOff val="80000"/>
            </a:schemeClr>
          </a:solidFill>
          <a:ln w="12700">
            <a:solidFill>
              <a:schemeClr val="tx1"/>
            </a:solidFill>
            <a:round/>
            <a:headEnd type="none" w="sm" len="sm"/>
            <a:tailEnd type="none" w="sm" len="sm"/>
          </a:ln>
        </p:spPr>
        <p:txBody>
          <a:bodyPr wrap="none" anchor="ctr"/>
          <a:lstStyle/>
          <a:p>
            <a:pPr marL="342900" indent="-342900">
              <a:lnSpc>
                <a:spcPct val="100000"/>
              </a:lnSpc>
              <a:spcBef>
                <a:spcPct val="0"/>
              </a:spcBef>
              <a:spcAft>
                <a:spcPct val="30000"/>
              </a:spcAft>
              <a:buClr>
                <a:schemeClr val="tx2"/>
              </a:buClr>
              <a:buSzPct val="75000"/>
              <a:buFont typeface="Wingdings"/>
              <a:buChar char=""/>
            </a:pPr>
            <a:r>
              <a:rPr lang="en-US" sz="2000" dirty="0">
                <a:solidFill>
                  <a:srgbClr val="FF0000"/>
                </a:solidFill>
                <a:latin typeface="Calibri" pitchFamily="34" charset="0"/>
                <a:cs typeface="Calibri" pitchFamily="34" charset="0"/>
              </a:rPr>
              <a:t>Create:</a:t>
            </a:r>
            <a:r>
              <a:rPr lang="en-US" sz="2000" dirty="0">
                <a:solidFill>
                  <a:srgbClr val="000000"/>
                </a:solidFill>
                <a:latin typeface="Calibri" pitchFamily="34" charset="0"/>
                <a:cs typeface="Calibri" pitchFamily="34" charset="0"/>
              </a:rPr>
              <a:t/>
            </a:r>
            <a:br>
              <a:rPr lang="en-US" sz="2000" dirty="0">
                <a:solidFill>
                  <a:srgbClr val="000000"/>
                </a:solidFill>
                <a:latin typeface="Calibri" pitchFamily="34" charset="0"/>
                <a:cs typeface="Calibri" pitchFamily="34" charset="0"/>
              </a:rPr>
            </a:br>
            <a:r>
              <a:rPr lang="en-US" sz="2000" b="0" dirty="0">
                <a:solidFill>
                  <a:srgbClr val="000000"/>
                </a:solidFill>
                <a:latin typeface="Calibri" pitchFamily="34" charset="0"/>
                <a:cs typeface="Calibri" pitchFamily="34" charset="0"/>
              </a:rPr>
              <a:t>- Allocate Buffers</a:t>
            </a:r>
          </a:p>
          <a:p>
            <a:pPr marL="342900" indent="-342900">
              <a:lnSpc>
                <a:spcPct val="100000"/>
              </a:lnSpc>
              <a:spcBef>
                <a:spcPct val="0"/>
              </a:spcBef>
              <a:spcAft>
                <a:spcPct val="30000"/>
              </a:spcAft>
              <a:buClr>
                <a:schemeClr val="tx2"/>
              </a:buClr>
              <a:buSzPct val="75000"/>
              <a:buFont typeface="Wingdings"/>
              <a:buChar char=""/>
            </a:pPr>
            <a:r>
              <a:rPr lang="en-US" sz="2000" dirty="0">
                <a:solidFill>
                  <a:srgbClr val="FF0000"/>
                </a:solidFill>
                <a:latin typeface="Calibri" pitchFamily="34" charset="0"/>
                <a:cs typeface="Calibri" pitchFamily="34" charset="0"/>
              </a:rPr>
              <a:t>Execute:</a:t>
            </a:r>
            <a:r>
              <a:rPr lang="en-US" sz="2000" dirty="0">
                <a:solidFill>
                  <a:srgbClr val="000000"/>
                </a:solidFill>
                <a:latin typeface="Calibri" pitchFamily="34" charset="0"/>
                <a:cs typeface="Calibri" pitchFamily="34" charset="0"/>
              </a:rPr>
              <a:t/>
            </a:r>
            <a:br>
              <a:rPr lang="en-US" sz="2000" dirty="0">
                <a:solidFill>
                  <a:srgbClr val="000000"/>
                </a:solidFill>
                <a:latin typeface="Calibri" pitchFamily="34" charset="0"/>
                <a:cs typeface="Calibri" pitchFamily="34" charset="0"/>
              </a:rPr>
            </a:br>
            <a:r>
              <a:rPr lang="en-US" sz="2000" b="0" dirty="0">
                <a:solidFill>
                  <a:srgbClr val="000000"/>
                </a:solidFill>
                <a:latin typeface="Calibri" pitchFamily="34" charset="0"/>
                <a:cs typeface="Calibri" pitchFamily="34" charset="0"/>
              </a:rPr>
              <a:t>- R/W &amp; Process</a:t>
            </a:r>
          </a:p>
          <a:p>
            <a:pPr marL="342900" indent="-342900">
              <a:lnSpc>
                <a:spcPct val="100000"/>
              </a:lnSpc>
              <a:spcBef>
                <a:spcPct val="0"/>
              </a:spcBef>
              <a:spcAft>
                <a:spcPct val="30000"/>
              </a:spcAft>
              <a:buClr>
                <a:schemeClr val="tx2"/>
              </a:buClr>
              <a:buSzPct val="75000"/>
              <a:buFont typeface="Wingdings"/>
              <a:buChar char=""/>
            </a:pPr>
            <a:r>
              <a:rPr lang="en-US" sz="2000" dirty="0">
                <a:solidFill>
                  <a:srgbClr val="FF0000"/>
                </a:solidFill>
                <a:latin typeface="Calibri" pitchFamily="34" charset="0"/>
                <a:cs typeface="Calibri" pitchFamily="34" charset="0"/>
              </a:rPr>
              <a:t>Delete</a:t>
            </a:r>
            <a:r>
              <a:rPr lang="en-US" sz="2000" b="0" dirty="0">
                <a:solidFill>
                  <a:srgbClr val="FF0000"/>
                </a:solidFill>
                <a:latin typeface="Calibri" pitchFamily="34" charset="0"/>
                <a:cs typeface="Calibri" pitchFamily="34" charset="0"/>
              </a:rPr>
              <a:t>:</a:t>
            </a:r>
            <a:r>
              <a:rPr lang="en-US" sz="2000" b="0" dirty="0">
                <a:solidFill>
                  <a:srgbClr val="000000"/>
                </a:solidFill>
                <a:latin typeface="Calibri" pitchFamily="34" charset="0"/>
                <a:cs typeface="Calibri" pitchFamily="34" charset="0"/>
              </a:rPr>
              <a:t/>
            </a:r>
            <a:br>
              <a:rPr lang="en-US" sz="2000" b="0" dirty="0">
                <a:solidFill>
                  <a:srgbClr val="000000"/>
                </a:solidFill>
                <a:latin typeface="Calibri" pitchFamily="34" charset="0"/>
                <a:cs typeface="Calibri" pitchFamily="34" charset="0"/>
              </a:rPr>
            </a:br>
            <a:r>
              <a:rPr lang="en-US" sz="2000" b="0" dirty="0">
                <a:solidFill>
                  <a:srgbClr val="000000"/>
                </a:solidFill>
                <a:latin typeface="Calibri" pitchFamily="34" charset="0"/>
                <a:cs typeface="Calibri" pitchFamily="34" charset="0"/>
              </a:rPr>
              <a:t>- FREE Buffers</a:t>
            </a:r>
            <a:endParaRPr lang="en-US" sz="2000" dirty="0">
              <a:solidFill>
                <a:srgbClr val="000000"/>
              </a:solidFill>
              <a:latin typeface="Calibri" pitchFamily="34" charset="0"/>
              <a:cs typeface="Calibri" pitchFamily="34" charset="0"/>
            </a:endParaRPr>
          </a:p>
        </p:txBody>
      </p:sp>
      <p:sp>
        <p:nvSpPr>
          <p:cNvPr id="7176" name="Text Box 32"/>
          <p:cNvSpPr txBox="1">
            <a:spLocks noChangeArrowheads="1"/>
          </p:cNvSpPr>
          <p:nvPr/>
        </p:nvSpPr>
        <p:spPr bwMode="auto">
          <a:xfrm>
            <a:off x="3429001" y="3970401"/>
            <a:ext cx="5156201" cy="2724151"/>
          </a:xfrm>
          <a:prstGeom prst="rect">
            <a:avLst/>
          </a:prstGeom>
          <a:noFill/>
          <a:ln w="12700">
            <a:noFill/>
            <a:miter lim="800000"/>
            <a:headEnd type="none" w="sm" len="sm"/>
            <a:tailEnd type="none" w="sm" len="sm"/>
          </a:ln>
        </p:spPr>
        <p:txBody>
          <a:bodyPr wrap="none">
            <a:spAutoFit/>
          </a:bodyPr>
          <a:lstStyle/>
          <a:p>
            <a:pPr marL="342900" indent="-342900">
              <a:lnSpc>
                <a:spcPct val="100000"/>
              </a:lnSpc>
              <a:buClr>
                <a:schemeClr val="tx2"/>
              </a:buClr>
              <a:buSzPct val="75000"/>
              <a:buFont typeface="Wingdings"/>
              <a:buChar char=""/>
            </a:pPr>
            <a:r>
              <a:rPr lang="en-US" sz="1800" b="0" dirty="0" smtClean="0">
                <a:solidFill>
                  <a:srgbClr val="000000"/>
                </a:solidFill>
                <a:latin typeface="Calibri" pitchFamily="34" charset="0"/>
                <a:cs typeface="Calibri" pitchFamily="34" charset="0"/>
              </a:rPr>
              <a:t>Allocated </a:t>
            </a:r>
            <a:r>
              <a:rPr lang="en-US" sz="1800" b="0" dirty="0">
                <a:solidFill>
                  <a:srgbClr val="000000"/>
                </a:solidFill>
                <a:latin typeface="Calibri" pitchFamily="34" charset="0"/>
                <a:cs typeface="Calibri" pitchFamily="34" charset="0"/>
              </a:rPr>
              <a:t>at </a:t>
            </a:r>
            <a:r>
              <a:rPr lang="en-US" sz="1800" u="sng" dirty="0">
                <a:solidFill>
                  <a:srgbClr val="FF0000"/>
                </a:solidFill>
                <a:latin typeface="Calibri" pitchFamily="34" charset="0"/>
                <a:cs typeface="Calibri" pitchFamily="34" charset="0"/>
              </a:rPr>
              <a:t>RUN</a:t>
            </a:r>
            <a:r>
              <a:rPr lang="en-US" sz="1800" b="0" dirty="0">
                <a:solidFill>
                  <a:srgbClr val="000000"/>
                </a:solidFill>
                <a:latin typeface="Calibri" pitchFamily="34" charset="0"/>
                <a:cs typeface="Calibri" pitchFamily="34" charset="0"/>
              </a:rPr>
              <a:t> time</a:t>
            </a:r>
          </a:p>
          <a:p>
            <a:pPr marL="342900" indent="-342900">
              <a:lnSpc>
                <a:spcPct val="100000"/>
              </a:lnSpc>
              <a:buClr>
                <a:schemeClr val="tx2"/>
              </a:buClr>
              <a:buSzPct val="75000"/>
              <a:buFont typeface="Wingdings"/>
              <a:buChar char=""/>
            </a:pPr>
            <a:r>
              <a:rPr lang="en-US" sz="1800" b="0" dirty="0">
                <a:solidFill>
                  <a:srgbClr val="000000"/>
                </a:solidFill>
                <a:latin typeface="Calibri" pitchFamily="34" charset="0"/>
                <a:cs typeface="Calibri" pitchFamily="34" charset="0"/>
              </a:rPr>
              <a:t>+ Limited resources are SHARED</a:t>
            </a:r>
            <a:br>
              <a:rPr lang="en-US" sz="1800" b="0" dirty="0">
                <a:solidFill>
                  <a:srgbClr val="000000"/>
                </a:solidFill>
                <a:latin typeface="Calibri" pitchFamily="34" charset="0"/>
                <a:cs typeface="Calibri" pitchFamily="34" charset="0"/>
              </a:rPr>
            </a:br>
            <a:r>
              <a:rPr lang="en-US" sz="1800" b="0" dirty="0">
                <a:solidFill>
                  <a:srgbClr val="000000"/>
                </a:solidFill>
                <a:latin typeface="Calibri" pitchFamily="34" charset="0"/>
                <a:cs typeface="Calibri" pitchFamily="34" charset="0"/>
              </a:rPr>
              <a:t>+ Objects (buffers) can be freed back to the heap</a:t>
            </a:r>
            <a:br>
              <a:rPr lang="en-US" sz="1800" b="0" dirty="0">
                <a:solidFill>
                  <a:srgbClr val="000000"/>
                </a:solidFill>
                <a:latin typeface="Calibri" pitchFamily="34" charset="0"/>
                <a:cs typeface="Calibri" pitchFamily="34" charset="0"/>
              </a:rPr>
            </a:br>
            <a:r>
              <a:rPr lang="en-US" sz="1800" b="0" dirty="0">
                <a:solidFill>
                  <a:srgbClr val="000000"/>
                </a:solidFill>
                <a:latin typeface="Calibri" pitchFamily="34" charset="0"/>
                <a:cs typeface="Calibri" pitchFamily="34" charset="0"/>
              </a:rPr>
              <a:t>+ Smaller RAM budget due to re-use</a:t>
            </a:r>
          </a:p>
          <a:p>
            <a:pPr marL="342900" indent="-342900">
              <a:lnSpc>
                <a:spcPct val="100000"/>
              </a:lnSpc>
              <a:buClr>
                <a:schemeClr val="tx2"/>
              </a:buClr>
              <a:buSzPct val="75000"/>
              <a:buFont typeface="Wingdings"/>
              <a:buChar char=""/>
            </a:pPr>
            <a:r>
              <a:rPr lang="en-US" sz="1800" b="0" dirty="0">
                <a:solidFill>
                  <a:srgbClr val="000000"/>
                </a:solidFill>
                <a:latin typeface="Calibri" pitchFamily="34" charset="0"/>
                <a:cs typeface="Calibri" pitchFamily="34" charset="0"/>
              </a:rPr>
              <a:t>- Larger code size, more difficult to manage</a:t>
            </a:r>
            <a:br>
              <a:rPr lang="en-US" sz="1800" b="0" dirty="0">
                <a:solidFill>
                  <a:srgbClr val="000000"/>
                </a:solidFill>
                <a:latin typeface="Calibri" pitchFamily="34" charset="0"/>
                <a:cs typeface="Calibri" pitchFamily="34" charset="0"/>
              </a:rPr>
            </a:br>
            <a:r>
              <a:rPr lang="en-US" sz="1800" b="0" dirty="0">
                <a:solidFill>
                  <a:srgbClr val="000000"/>
                </a:solidFill>
                <a:latin typeface="Calibri" pitchFamily="34" charset="0"/>
                <a:cs typeface="Calibri" pitchFamily="34" charset="0"/>
              </a:rPr>
              <a:t>- NOT deterministic, NOT atomic</a:t>
            </a:r>
          </a:p>
          <a:p>
            <a:pPr marL="342900" indent="-342900">
              <a:lnSpc>
                <a:spcPct val="100000"/>
              </a:lnSpc>
              <a:buClr>
                <a:schemeClr val="tx2"/>
              </a:buClr>
              <a:buSzPct val="75000"/>
              <a:buFont typeface="Wingdings"/>
              <a:buChar char=""/>
            </a:pPr>
            <a:r>
              <a:rPr lang="en-US" sz="1800" b="0" dirty="0">
                <a:solidFill>
                  <a:srgbClr val="000000"/>
                </a:solidFill>
                <a:latin typeface="Calibri" pitchFamily="34" charset="0"/>
                <a:cs typeface="Calibri" pitchFamily="34" charset="0"/>
              </a:rPr>
              <a:t>Optimal </a:t>
            </a:r>
            <a:r>
              <a:rPr lang="en-US" sz="1800" b="0" dirty="0" smtClean="0">
                <a:solidFill>
                  <a:srgbClr val="000000"/>
                </a:solidFill>
                <a:latin typeface="Calibri" pitchFamily="34" charset="0"/>
                <a:cs typeface="Calibri" pitchFamily="34" charset="0"/>
              </a:rPr>
              <a:t>when multi threads share same resource</a:t>
            </a:r>
            <a:br>
              <a:rPr lang="en-US" sz="1800" b="0" dirty="0" smtClean="0">
                <a:solidFill>
                  <a:srgbClr val="000000"/>
                </a:solidFill>
                <a:latin typeface="Calibri" pitchFamily="34" charset="0"/>
                <a:cs typeface="Calibri" pitchFamily="34" charset="0"/>
              </a:rPr>
            </a:br>
            <a:r>
              <a:rPr lang="en-US" sz="1800" b="0" dirty="0" smtClean="0">
                <a:solidFill>
                  <a:srgbClr val="000000"/>
                </a:solidFill>
                <a:latin typeface="Calibri" pitchFamily="34" charset="0"/>
                <a:cs typeface="Calibri" pitchFamily="34" charset="0"/>
              </a:rPr>
              <a:t>or memory needs not known until runtime</a:t>
            </a:r>
            <a:endParaRPr lang="en-US" sz="1800" b="0" dirty="0">
              <a:solidFill>
                <a:srgbClr val="000000"/>
              </a:solidFill>
              <a:latin typeface="Calibri" pitchFamily="34" charset="0"/>
              <a:cs typeface="Calibri" pitchFamily="34" charset="0"/>
            </a:endParaRPr>
          </a:p>
        </p:txBody>
      </p:sp>
      <p:sp>
        <p:nvSpPr>
          <p:cNvPr id="7177" name="AutoShape 34"/>
          <p:cNvSpPr>
            <a:spLocks noChangeArrowheads="1"/>
          </p:cNvSpPr>
          <p:nvPr/>
        </p:nvSpPr>
        <p:spPr bwMode="auto">
          <a:xfrm>
            <a:off x="7239000" y="3325813"/>
            <a:ext cx="1717677" cy="914400"/>
          </a:xfrm>
          <a:prstGeom prst="cube">
            <a:avLst>
              <a:gd name="adj" fmla="val 12880"/>
            </a:avLst>
          </a:prstGeom>
          <a:solidFill>
            <a:schemeClr val="accent3"/>
          </a:solidFill>
          <a:ln w="12700">
            <a:solidFill>
              <a:schemeClr val="tx1"/>
            </a:solidFill>
            <a:miter lim="800000"/>
            <a:headEnd type="none" w="sm" len="sm"/>
            <a:tailEnd type="none" w="sm" len="sm"/>
          </a:ln>
        </p:spPr>
        <p:txBody>
          <a:bodyPr anchor="ctr" anchorCtr="1"/>
          <a:lstStyle/>
          <a:p>
            <a:pPr algn="ctr"/>
            <a:r>
              <a:rPr lang="en-US" sz="2000" b="0" dirty="0" smtClean="0">
                <a:solidFill>
                  <a:srgbClr val="000000"/>
                </a:solidFill>
                <a:latin typeface="Calibri" pitchFamily="34" charset="0"/>
                <a:cs typeface="Calibri" pitchFamily="34" charset="0"/>
              </a:rPr>
              <a:t>SYS/BIOS </a:t>
            </a:r>
            <a:r>
              <a:rPr lang="en-US" sz="2000" b="0" dirty="0">
                <a:solidFill>
                  <a:srgbClr val="000000"/>
                </a:solidFill>
                <a:latin typeface="Calibri" pitchFamily="34" charset="0"/>
                <a:cs typeface="Calibri" pitchFamily="34" charset="0"/>
              </a:rPr>
              <a:t>allows either method</a:t>
            </a:r>
          </a:p>
        </p:txBody>
      </p:sp>
      <p:pic>
        <p:nvPicPr>
          <p:cNvPr id="17" name="Animated Logo" descr="tilogo_color_twoline.png"/>
          <p:cNvPicPr>
            <a:picLocks noChangeAspect="1"/>
          </p:cNvPicPr>
          <p:nvPr/>
        </p:nvPicPr>
        <p:blipFill>
          <a:blip r:embed="rId3" cstate="print"/>
          <a:stretch>
            <a:fillRect/>
          </a:stretch>
        </p:blipFill>
        <p:spPr>
          <a:xfrm>
            <a:off x="50800" y="6477000"/>
            <a:ext cx="1438537" cy="347443"/>
          </a:xfrm>
          <a:prstGeom prst="rect">
            <a:avLst/>
          </a:prstGeom>
        </p:spPr>
      </p:pic>
      <p:sp>
        <p:nvSpPr>
          <p:cNvPr id="5" name="TextBox 4"/>
          <p:cNvSpPr txBox="1"/>
          <p:nvPr/>
        </p:nvSpPr>
        <p:spPr>
          <a:xfrm>
            <a:off x="457200" y="667127"/>
            <a:ext cx="2406684" cy="387798"/>
          </a:xfrm>
          <a:prstGeom prst="rect">
            <a:avLst/>
          </a:prstGeom>
          <a:noFill/>
        </p:spPr>
        <p:txBody>
          <a:bodyPr wrap="none" rtlCol="0" anchor="ctr" anchorCtr="0">
            <a:spAutoFit/>
          </a:bodyPr>
          <a:lstStyle/>
          <a:p>
            <a:pPr marL="342900" indent="-342900">
              <a:buClr>
                <a:schemeClr val="tx2"/>
              </a:buClr>
              <a:buSzPct val="75000"/>
              <a:buFont typeface="Wingdings"/>
              <a:buChar char=""/>
            </a:pPr>
            <a:r>
              <a:rPr lang="en-US" smtClean="0">
                <a:solidFill>
                  <a:schemeClr val="dk1"/>
                </a:solidFill>
                <a:effectLst/>
                <a:latin typeface="Calibri" pitchFamily="34" charset="0"/>
                <a:cs typeface="Calibri" pitchFamily="34" charset="0"/>
              </a:rPr>
              <a:t>Static Memory</a:t>
            </a:r>
            <a:endParaRPr lang="en-US" dirty="0" smtClean="0">
              <a:solidFill>
                <a:schemeClr val="dk1"/>
              </a:solidFill>
              <a:effectLst/>
              <a:latin typeface="Calibri" pitchFamily="34" charset="0"/>
              <a:cs typeface="Calibri" pitchFamily="34" charset="0"/>
            </a:endParaRPr>
          </a:p>
        </p:txBody>
      </p:sp>
      <p:sp>
        <p:nvSpPr>
          <p:cNvPr id="15" name="TextBox 14"/>
          <p:cNvSpPr txBox="1"/>
          <p:nvPr/>
        </p:nvSpPr>
        <p:spPr>
          <a:xfrm>
            <a:off x="457200" y="3589114"/>
            <a:ext cx="3758529" cy="387798"/>
          </a:xfrm>
          <a:prstGeom prst="rect">
            <a:avLst/>
          </a:prstGeom>
          <a:noFill/>
        </p:spPr>
        <p:txBody>
          <a:bodyPr wrap="none" rtlCol="0" anchor="ctr" anchorCtr="0">
            <a:spAutoFit/>
          </a:bodyPr>
          <a:lstStyle/>
          <a:p>
            <a:pPr marL="342900" indent="-342900">
              <a:buClr>
                <a:schemeClr val="tx2"/>
              </a:buClr>
              <a:buSzPct val="75000"/>
              <a:buFont typeface="Wingdings"/>
              <a:buChar char=""/>
            </a:pPr>
            <a:r>
              <a:rPr lang="en-US" smtClean="0">
                <a:solidFill>
                  <a:schemeClr val="dk1"/>
                </a:solidFill>
                <a:effectLst/>
                <a:latin typeface="Calibri" pitchFamily="34" charset="0"/>
                <a:cs typeface="Calibri" pitchFamily="34" charset="0"/>
              </a:rPr>
              <a:t>Dynamic Memory (HEAP)</a:t>
            </a:r>
            <a:endParaRPr lang="en-US" dirty="0" smtClean="0">
              <a:solidFill>
                <a:schemeClr val="dk1"/>
              </a:solidFill>
              <a:effectLst/>
              <a:latin typeface="Calibri" pitchFamily="34" charset="0"/>
              <a:cs typeface="Calibri" pitchFamily="34" charset="0"/>
            </a:endParaRPr>
          </a:p>
        </p:txBody>
      </p:sp>
    </p:spTree>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a:xfrm>
            <a:off x="0" y="-3792"/>
            <a:ext cx="9144000" cy="609600"/>
          </a:xfrm>
        </p:spPr>
        <p:txBody>
          <a:bodyPr>
            <a:noAutofit/>
          </a:bodyPr>
          <a:lstStyle/>
          <a:p>
            <a:r>
              <a:rPr lang="en-US" smtClean="0"/>
              <a:t>BIOS </a:t>
            </a:r>
            <a:r>
              <a:rPr lang="en-US" smtClean="0">
                <a:sym typeface="Wingdings"/>
              </a:rPr>
              <a:t> </a:t>
            </a:r>
            <a:r>
              <a:rPr lang="en-US" smtClean="0"/>
              <a:t>Runtime Cfg – Dynamic Memory</a:t>
            </a:r>
            <a:endParaRPr lang="en-US" dirty="0" smtClean="0"/>
          </a:p>
        </p:txBody>
      </p:sp>
      <p:sp>
        <p:nvSpPr>
          <p:cNvPr id="4" name="TextBox 3"/>
          <p:cNvSpPr txBox="1"/>
          <p:nvPr/>
        </p:nvSpPr>
        <p:spPr>
          <a:xfrm>
            <a:off x="381000" y="4260275"/>
            <a:ext cx="5239576" cy="387798"/>
          </a:xfrm>
          <a:prstGeom prst="rect">
            <a:avLst/>
          </a:prstGeom>
          <a:noFill/>
        </p:spPr>
        <p:txBody>
          <a:bodyPr wrap="none" rtlCol="0" anchor="ctr" anchorCtr="0">
            <a:spAutoFit/>
          </a:bodyPr>
          <a:lstStyle/>
          <a:p>
            <a:pPr marL="342900" indent="-342900">
              <a:buClr>
                <a:schemeClr val="tx2"/>
              </a:buClr>
              <a:buSzPct val="75000"/>
              <a:buFont typeface="Wingdings"/>
              <a:buChar char=""/>
            </a:pPr>
            <a:r>
              <a:rPr lang="en-US" dirty="0" smtClean="0">
                <a:solidFill>
                  <a:schemeClr val="tx2"/>
                </a:solidFill>
                <a:effectLst/>
              </a:rPr>
              <a:t>MAU</a:t>
            </a:r>
            <a:r>
              <a:rPr lang="en-US" dirty="0" smtClean="0">
                <a:solidFill>
                  <a:schemeClr val="dk1"/>
                </a:solidFill>
                <a:effectLst/>
              </a:rPr>
              <a:t> – </a:t>
            </a:r>
            <a:r>
              <a:rPr lang="en-US" b="0" dirty="0" smtClean="0">
                <a:solidFill>
                  <a:schemeClr val="dk1"/>
                </a:solidFill>
                <a:effectLst/>
              </a:rPr>
              <a:t>Minimum Addressable Unit</a:t>
            </a:r>
          </a:p>
        </p:txBody>
      </p:sp>
      <p:pic>
        <p:nvPicPr>
          <p:cNvPr id="5" name="Picture 10" descr="MCj02508970000[1]"/>
          <p:cNvPicPr>
            <a:picLocks noChangeAspect="1" noChangeArrowheads="1"/>
          </p:cNvPicPr>
          <p:nvPr/>
        </p:nvPicPr>
        <p:blipFill>
          <a:blip r:embed="rId4" cstate="print"/>
          <a:srcRect/>
          <a:stretch>
            <a:fillRect/>
          </a:stretch>
        </p:blipFill>
        <p:spPr bwMode="auto">
          <a:xfrm>
            <a:off x="7543800" y="533400"/>
            <a:ext cx="1338816" cy="1828800"/>
          </a:xfrm>
          <a:prstGeom prst="rect">
            <a:avLst/>
          </a:prstGeom>
          <a:noFill/>
          <a:effectLst>
            <a:outerShdw dist="107763" dir="2700000" algn="ctr" rotWithShape="0">
              <a:srgbClr val="808080">
                <a:alpha val="50000"/>
              </a:srgbClr>
            </a:outerShdw>
          </a:effectLst>
        </p:spPr>
      </p:pic>
      <p:sp>
        <p:nvSpPr>
          <p:cNvPr id="6" name="TextBox 5"/>
          <p:cNvSpPr txBox="1"/>
          <p:nvPr/>
        </p:nvSpPr>
        <p:spPr>
          <a:xfrm>
            <a:off x="829998" y="4641275"/>
            <a:ext cx="5902898" cy="1138773"/>
          </a:xfrm>
          <a:prstGeom prst="rect">
            <a:avLst/>
          </a:prstGeom>
          <a:noFill/>
        </p:spPr>
        <p:txBody>
          <a:bodyPr wrap="none" rtlCol="0" anchor="ctr" anchorCtr="0">
            <a:spAutoFit/>
          </a:bodyPr>
          <a:lstStyle/>
          <a:p>
            <a:pPr marL="287338" indent="-287338">
              <a:buFont typeface="Arial" pitchFamily="34" charset="0"/>
              <a:buChar char="•"/>
            </a:pPr>
            <a:r>
              <a:rPr lang="en-US" sz="2000" b="0" dirty="0" smtClean="0">
                <a:solidFill>
                  <a:schemeClr val="dk1"/>
                </a:solidFill>
              </a:rPr>
              <a:t>Memory allocation sizes are measured in MAUs</a:t>
            </a:r>
          </a:p>
          <a:p>
            <a:pPr marL="287338" indent="-287338">
              <a:buFont typeface="Arial" pitchFamily="34" charset="0"/>
              <a:buChar char="•"/>
            </a:pPr>
            <a:r>
              <a:rPr lang="en-US" sz="2000" b="0" dirty="0" smtClean="0">
                <a:solidFill>
                  <a:schemeClr val="dk1"/>
                </a:solidFill>
                <a:effectLst/>
              </a:rPr>
              <a:t>8 bits:    C6000, MSP430, ARM</a:t>
            </a:r>
          </a:p>
          <a:p>
            <a:pPr marL="287338" indent="-287338">
              <a:buFont typeface="Arial" pitchFamily="34" charset="0"/>
              <a:buChar char="•"/>
            </a:pPr>
            <a:r>
              <a:rPr lang="en-US" sz="2000" b="0" dirty="0" smtClean="0">
                <a:solidFill>
                  <a:schemeClr val="dk1"/>
                </a:solidFill>
              </a:rPr>
              <a:t>16 bits:  C28x</a:t>
            </a:r>
            <a:endParaRPr lang="en-US" sz="2000" b="0" dirty="0" smtClean="0">
              <a:solidFill>
                <a:schemeClr val="dk1"/>
              </a:solidFill>
              <a:effectLst/>
            </a:endParaRPr>
          </a:p>
        </p:txBody>
      </p:sp>
      <p:sp>
        <p:nvSpPr>
          <p:cNvPr id="9" name="TextBox 8"/>
          <p:cNvSpPr txBox="1"/>
          <p:nvPr/>
        </p:nvSpPr>
        <p:spPr>
          <a:xfrm>
            <a:off x="228600" y="807488"/>
            <a:ext cx="5884944" cy="387798"/>
          </a:xfrm>
          <a:prstGeom prst="rect">
            <a:avLst/>
          </a:prstGeom>
          <a:noFill/>
        </p:spPr>
        <p:txBody>
          <a:bodyPr wrap="none" rtlCol="0" anchor="ctr" anchorCtr="0">
            <a:spAutoFit/>
          </a:bodyPr>
          <a:lstStyle/>
          <a:p>
            <a:pPr marL="342900" indent="-342900">
              <a:buClr>
                <a:schemeClr val="tx2"/>
              </a:buClr>
              <a:buSzPct val="75000"/>
              <a:buFont typeface="Wingdings"/>
              <a:buChar char=""/>
            </a:pPr>
            <a:r>
              <a:rPr lang="en-US" dirty="0" smtClean="0">
                <a:solidFill>
                  <a:schemeClr val="tx2"/>
                </a:solidFill>
                <a:effectLst/>
              </a:rPr>
              <a:t>Memory Policies</a:t>
            </a:r>
            <a:r>
              <a:rPr lang="en-US" dirty="0" smtClean="0">
                <a:solidFill>
                  <a:schemeClr val="dk1"/>
                </a:solidFill>
                <a:effectLst/>
              </a:rPr>
              <a:t> – </a:t>
            </a:r>
            <a:r>
              <a:rPr lang="en-US" b="0" dirty="0" smtClean="0">
                <a:solidFill>
                  <a:schemeClr val="dk1"/>
                </a:solidFill>
              </a:rPr>
              <a:t>Dynamic or Static?</a:t>
            </a:r>
            <a:endParaRPr lang="en-US" b="0" dirty="0" smtClean="0">
              <a:solidFill>
                <a:schemeClr val="dk1"/>
              </a:solidFill>
              <a:effectLst/>
            </a:endParaRPr>
          </a:p>
        </p:txBody>
      </p:sp>
      <p:sp>
        <p:nvSpPr>
          <p:cNvPr id="10" name="TextBox 9"/>
          <p:cNvSpPr txBox="1"/>
          <p:nvPr/>
        </p:nvSpPr>
        <p:spPr>
          <a:xfrm>
            <a:off x="677598" y="1328916"/>
            <a:ext cx="5829160" cy="1138773"/>
          </a:xfrm>
          <a:prstGeom prst="rect">
            <a:avLst/>
          </a:prstGeom>
          <a:noFill/>
        </p:spPr>
        <p:txBody>
          <a:bodyPr wrap="none" rtlCol="0" anchor="ctr" anchorCtr="0">
            <a:spAutoFit/>
          </a:bodyPr>
          <a:lstStyle/>
          <a:p>
            <a:pPr marL="287338" indent="-287338">
              <a:buFont typeface="Arial" pitchFamily="34" charset="0"/>
              <a:buChar char="•"/>
            </a:pPr>
            <a:r>
              <a:rPr lang="en-US" sz="2000" b="0" smtClean="0">
                <a:solidFill>
                  <a:schemeClr val="dk1"/>
                </a:solidFill>
              </a:rPr>
              <a:t>Dynamic is the default policy (recommended</a:t>
            </a:r>
            <a:r>
              <a:rPr lang="en-US" sz="2000" b="0" dirty="0" smtClean="0">
                <a:solidFill>
                  <a:schemeClr val="dk1"/>
                </a:solidFill>
              </a:rPr>
              <a:t>)</a:t>
            </a:r>
          </a:p>
          <a:p>
            <a:pPr marL="287338" indent="-287338">
              <a:buFont typeface="Arial" pitchFamily="34" charset="0"/>
              <a:buChar char="•"/>
            </a:pPr>
            <a:r>
              <a:rPr lang="en-US" sz="2000" b="0" dirty="0" smtClean="0">
                <a:solidFill>
                  <a:schemeClr val="dk1"/>
                </a:solidFill>
              </a:rPr>
              <a:t>Static policy can </a:t>
            </a:r>
            <a:r>
              <a:rPr lang="en-US" sz="2000" b="0" smtClean="0">
                <a:solidFill>
                  <a:schemeClr val="dk1"/>
                </a:solidFill>
              </a:rPr>
              <a:t>save some code/data memory</a:t>
            </a:r>
            <a:endParaRPr lang="en-US" sz="2000" b="0" dirty="0" smtClean="0">
              <a:solidFill>
                <a:schemeClr val="dk1"/>
              </a:solidFill>
            </a:endParaRPr>
          </a:p>
          <a:p>
            <a:pPr marL="287338" indent="-287338">
              <a:buFont typeface="Arial" pitchFamily="34" charset="0"/>
              <a:buChar char="•"/>
            </a:pPr>
            <a:r>
              <a:rPr lang="en-US" sz="2000" b="0" dirty="0" smtClean="0">
                <a:solidFill>
                  <a:schemeClr val="dk1"/>
                </a:solidFill>
                <a:effectLst/>
              </a:rPr>
              <a:t>Select via .CFG GUI:</a:t>
            </a:r>
          </a:p>
        </p:txBody>
      </p:sp>
      <p:pic>
        <p:nvPicPr>
          <p:cNvPr id="16" name="Animated Logo" descr="tilogo_color_twoline.png"/>
          <p:cNvPicPr>
            <a:picLocks noChangeAspect="1"/>
          </p:cNvPicPr>
          <p:nvPr/>
        </p:nvPicPr>
        <p:blipFill>
          <a:blip r:embed="rId5" cstate="print"/>
          <a:stretch>
            <a:fillRect/>
          </a:stretch>
        </p:blipFill>
        <p:spPr>
          <a:xfrm>
            <a:off x="50800" y="6477000"/>
            <a:ext cx="1438537" cy="347443"/>
          </a:xfrm>
          <a:prstGeom prst="rect">
            <a:avLst/>
          </a:prstGeom>
        </p:spPr>
      </p:pic>
      <p:pic>
        <p:nvPicPr>
          <p:cNvPr id="7" name="Picture 2" descr="C:\Users\a0159877\AppData\Local\Temp\SNAGHTML123c44.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38400" y="2719450"/>
            <a:ext cx="6604438" cy="121124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C:\Users\a0159877\AppData\Local\Temp\SNAGHTML12e983.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03300" y="2719450"/>
            <a:ext cx="1448851" cy="83024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C:\Users\a0159877\AppData\Local\Temp\SNAGHTML1373d8.PN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97473" y="3379498"/>
            <a:ext cx="1441469" cy="739217"/>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66"/>
        </a:solidFill>
        <a:effectLst/>
      </p:bgPr>
    </p:bg>
    <p:spTree>
      <p:nvGrpSpPr>
        <p:cNvPr id="1" name=""/>
        <p:cNvGrpSpPr/>
        <p:nvPr/>
      </p:nvGrpSpPr>
      <p:grpSpPr>
        <a:xfrm>
          <a:off x="0" y="0"/>
          <a:ext cx="0" cy="0"/>
          <a:chOff x="0" y="0"/>
          <a:chExt cx="0" cy="0"/>
        </a:xfrm>
      </p:grpSpPr>
      <p:sp>
        <p:nvSpPr>
          <p:cNvPr id="669704" name="Rectangle 8"/>
          <p:cNvSpPr>
            <a:spLocks noChangeArrowheads="1"/>
          </p:cNvSpPr>
          <p:nvPr/>
        </p:nvSpPr>
        <p:spPr bwMode="auto">
          <a:xfrm>
            <a:off x="304800" y="914400"/>
            <a:ext cx="5562600" cy="5410200"/>
          </a:xfrm>
          <a:prstGeom prst="rect">
            <a:avLst/>
          </a:prstGeom>
          <a:solidFill>
            <a:srgbClr val="92D050"/>
          </a:solidFill>
          <a:ln w="19050">
            <a:solidFill>
              <a:schemeClr val="tx1"/>
            </a:solidFill>
            <a:miter lim="800000"/>
            <a:headEnd type="none" w="sm" len="sm"/>
            <a:tailEnd type="none" w="sm" len="sm"/>
          </a:ln>
          <a:effectLst>
            <a:outerShdw blurRad="50800" dist="127000" dir="2700000" algn="tl" rotWithShape="0">
              <a:prstClr val="black">
                <a:alpha val="40000"/>
              </a:prstClr>
            </a:outerShdw>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pic>
        <p:nvPicPr>
          <p:cNvPr id="72706" name="Picture 2" descr="C:\Documents and Settings\a0159877\Desktop\250px-Operating_system_placement.svg.png"/>
          <p:cNvPicPr>
            <a:picLocks noChangeAspect="1" noChangeArrowheads="1"/>
          </p:cNvPicPr>
          <p:nvPr/>
        </p:nvPicPr>
        <p:blipFill>
          <a:blip r:embed="rId11" cstate="print"/>
          <a:srcRect/>
          <a:stretch>
            <a:fillRect/>
          </a:stretch>
        </p:blipFill>
        <p:spPr bwMode="auto">
          <a:xfrm>
            <a:off x="6160824" y="1153041"/>
            <a:ext cx="2819400" cy="4172713"/>
          </a:xfrm>
          <a:prstGeom prst="rect">
            <a:avLst/>
          </a:prstGeom>
          <a:noFill/>
        </p:spPr>
      </p:pic>
      <p:pic>
        <p:nvPicPr>
          <p:cNvPr id="11" name="Animated Logo" descr="tilogo_color_twoline.png"/>
          <p:cNvPicPr>
            <a:picLocks noChangeAspect="1"/>
          </p:cNvPicPr>
          <p:nvPr/>
        </p:nvPicPr>
        <p:blipFill>
          <a:blip r:embed="rId12" cstate="print"/>
          <a:stretch>
            <a:fillRect/>
          </a:stretch>
        </p:blipFill>
        <p:spPr>
          <a:xfrm>
            <a:off x="50800" y="6477000"/>
            <a:ext cx="1438537" cy="347443"/>
          </a:xfrm>
          <a:prstGeom prst="rect">
            <a:avLst/>
          </a:prstGeom>
        </p:spPr>
      </p:pic>
      <p:sp>
        <p:nvSpPr>
          <p:cNvPr id="41987" name="Rectangle 2"/>
          <p:cNvSpPr>
            <a:spLocks noGrp="1" noChangeArrowheads="1"/>
          </p:cNvSpPr>
          <p:nvPr>
            <p:ph type="title"/>
          </p:nvPr>
        </p:nvSpPr>
        <p:spPr/>
        <p:txBody>
          <a:bodyPr/>
          <a:lstStyle/>
          <a:p>
            <a:r>
              <a:rPr lang="en-US" smtClean="0">
                <a:solidFill>
                  <a:schemeClr val="tx1"/>
                </a:solidFill>
              </a:rPr>
              <a:t>Outline</a:t>
            </a:r>
          </a:p>
        </p:txBody>
      </p:sp>
      <p:sp>
        <p:nvSpPr>
          <p:cNvPr id="10" name="Text Box 4">
            <a:hlinkClick r:id="rId13" action="ppaction://hlinksldjump"/>
          </p:cNvPr>
          <p:cNvSpPr txBox="1">
            <a:spLocks noChangeArrowheads="1"/>
          </p:cNvSpPr>
          <p:nvPr>
            <p:custDataLst>
              <p:tags r:id="rId2"/>
            </p:custDataLst>
          </p:nvPr>
        </p:nvSpPr>
        <p:spPr bwMode="auto">
          <a:xfrm>
            <a:off x="301576" y="1018384"/>
            <a:ext cx="5543550" cy="476250"/>
          </a:xfrm>
          <a:prstGeom prst="rect">
            <a:avLst/>
          </a:prstGeom>
          <a:noFill/>
          <a:ln w="12700">
            <a:noFill/>
            <a:miter lim="800000"/>
            <a:headEnd type="none" w="sm" len="sm"/>
            <a:tailEnd type="none" w="sm" len="sm"/>
          </a:ln>
        </p:spPr>
        <p:txBody>
          <a:bodyPr>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Static vs. Dynamic</a:t>
            </a:r>
            <a:endParaRPr lang="en-US" sz="2800" dirty="0">
              <a:solidFill>
                <a:srgbClr val="000000"/>
              </a:solidFill>
            </a:endParaRPr>
          </a:p>
        </p:txBody>
      </p:sp>
      <p:sp>
        <p:nvSpPr>
          <p:cNvPr id="12" name="Text Box 3">
            <a:hlinkClick r:id="rId14" action="ppaction://hlinksldjump"/>
          </p:cNvPr>
          <p:cNvSpPr txBox="1">
            <a:spLocks noChangeArrowheads="1"/>
          </p:cNvSpPr>
          <p:nvPr>
            <p:custDataLst>
              <p:tags r:id="rId3"/>
            </p:custDataLst>
          </p:nvPr>
        </p:nvSpPr>
        <p:spPr bwMode="auto">
          <a:xfrm>
            <a:off x="304800" y="1593186"/>
            <a:ext cx="5562600" cy="495300"/>
          </a:xfrm>
          <a:prstGeom prst="rect">
            <a:avLst/>
          </a:prstGeom>
          <a:solidFill>
            <a:schemeClr val="bg1"/>
          </a:solidFill>
          <a:ln w="19050">
            <a:solidFill>
              <a:schemeClr val="tx1"/>
            </a:solidFill>
            <a:miter lim="800000"/>
            <a:headEnd type="none" w="sm" len="sm"/>
            <a:tailEnd type="none" w="sm" len="sm"/>
          </a:ln>
        </p:spPr>
        <p:txBody>
          <a:bodyPr wrap="square">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Dynamic Memory Concepts</a:t>
            </a:r>
            <a:endParaRPr lang="en-US" sz="2800">
              <a:solidFill>
                <a:srgbClr val="000000"/>
              </a:solidFill>
            </a:endParaRPr>
          </a:p>
        </p:txBody>
      </p:sp>
      <p:sp>
        <p:nvSpPr>
          <p:cNvPr id="13" name="Text Box 6">
            <a:hlinkClick r:id="rId15" action="ppaction://hlinksldjump"/>
          </p:cNvPr>
          <p:cNvSpPr txBox="1">
            <a:spLocks noChangeArrowheads="1"/>
          </p:cNvSpPr>
          <p:nvPr>
            <p:custDataLst>
              <p:tags r:id="rId4"/>
            </p:custDataLst>
          </p:nvPr>
        </p:nvSpPr>
        <p:spPr bwMode="auto">
          <a:xfrm>
            <a:off x="769877" y="2172750"/>
            <a:ext cx="4868924" cy="387798"/>
          </a:xfrm>
          <a:prstGeom prst="rect">
            <a:avLst/>
          </a:prstGeom>
          <a:noFill/>
          <a:ln w="12700">
            <a:noFill/>
            <a:miter lim="800000"/>
            <a:headEnd type="none" w="sm" len="sm"/>
            <a:tailEnd type="none" w="sm" len="sm"/>
          </a:ln>
        </p:spPr>
        <p:txBody>
          <a:bodyPr wrap="square" tIns="27432" bIns="27432">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Using Dynamic Memory</a:t>
            </a:r>
            <a:endParaRPr lang="en-US" dirty="0">
              <a:solidFill>
                <a:srgbClr val="000000"/>
              </a:solidFill>
            </a:endParaRPr>
          </a:p>
        </p:txBody>
      </p:sp>
      <p:sp>
        <p:nvSpPr>
          <p:cNvPr id="14" name="Text Box 6">
            <a:hlinkClick r:id="rId16" action="ppaction://hlinksldjump"/>
          </p:cNvPr>
          <p:cNvSpPr txBox="1">
            <a:spLocks noChangeArrowheads="1"/>
          </p:cNvSpPr>
          <p:nvPr>
            <p:custDataLst>
              <p:tags r:id="rId5"/>
            </p:custDataLst>
          </p:nvPr>
        </p:nvSpPr>
        <p:spPr bwMode="auto">
          <a:xfrm>
            <a:off x="769877" y="2625064"/>
            <a:ext cx="4868924" cy="387798"/>
          </a:xfrm>
          <a:prstGeom prst="rect">
            <a:avLst/>
          </a:prstGeom>
          <a:noFill/>
          <a:ln w="12700">
            <a:noFill/>
            <a:miter lim="800000"/>
            <a:headEnd type="none" w="sm" len="sm"/>
            <a:tailEnd type="none" w="sm" len="sm"/>
          </a:ln>
        </p:spPr>
        <p:txBody>
          <a:bodyPr wrap="square" tIns="27432" bIns="27432">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Creating A Heap</a:t>
            </a:r>
            <a:endParaRPr lang="en-US" dirty="0">
              <a:solidFill>
                <a:srgbClr val="000000"/>
              </a:solidFill>
            </a:endParaRPr>
          </a:p>
        </p:txBody>
      </p:sp>
      <p:sp>
        <p:nvSpPr>
          <p:cNvPr id="15" name="Text Box 4">
            <a:hlinkClick r:id="rId17" action="ppaction://hlinksldjump"/>
          </p:cNvPr>
          <p:cNvSpPr txBox="1">
            <a:spLocks noChangeArrowheads="1"/>
          </p:cNvSpPr>
          <p:nvPr>
            <p:custDataLst>
              <p:tags r:id="rId6"/>
            </p:custDataLst>
          </p:nvPr>
        </p:nvSpPr>
        <p:spPr bwMode="auto">
          <a:xfrm>
            <a:off x="301576" y="3104366"/>
            <a:ext cx="5543550" cy="476250"/>
          </a:xfrm>
          <a:prstGeom prst="rect">
            <a:avLst/>
          </a:prstGeom>
          <a:noFill/>
          <a:ln w="12700">
            <a:noFill/>
            <a:miter lim="800000"/>
            <a:headEnd type="none" w="sm" len="sm"/>
            <a:tailEnd type="none" w="sm" len="sm"/>
          </a:ln>
        </p:spPr>
        <p:txBody>
          <a:bodyPr>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Different Types of Heaps</a:t>
            </a:r>
            <a:endParaRPr lang="en-US" sz="2800" dirty="0">
              <a:solidFill>
                <a:srgbClr val="000000"/>
              </a:solidFill>
            </a:endParaRPr>
          </a:p>
        </p:txBody>
      </p:sp>
      <p:sp>
        <p:nvSpPr>
          <p:cNvPr id="16" name="Text Box 4">
            <a:hlinkClick r:id="rId18" action="ppaction://hlinksldjump"/>
          </p:cNvPr>
          <p:cNvSpPr txBox="1">
            <a:spLocks noChangeArrowheads="1"/>
          </p:cNvSpPr>
          <p:nvPr>
            <p:custDataLst>
              <p:tags r:id="rId7"/>
            </p:custDataLst>
          </p:nvPr>
        </p:nvSpPr>
        <p:spPr bwMode="auto">
          <a:xfrm>
            <a:off x="301576" y="3679168"/>
            <a:ext cx="5543550" cy="476250"/>
          </a:xfrm>
          <a:prstGeom prst="rect">
            <a:avLst/>
          </a:prstGeom>
          <a:noFill/>
          <a:ln w="12700">
            <a:noFill/>
            <a:miter lim="800000"/>
            <a:headEnd type="none" w="sm" len="sm"/>
            <a:tailEnd type="none" w="sm" len="sm"/>
          </a:ln>
        </p:spPr>
        <p:txBody>
          <a:bodyPr>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Dynamic Module Creation</a:t>
            </a:r>
            <a:endParaRPr lang="en-US" sz="2800" dirty="0">
              <a:solidFill>
                <a:srgbClr val="000000"/>
              </a:solidFill>
            </a:endParaRPr>
          </a:p>
        </p:txBody>
      </p:sp>
      <p:sp>
        <p:nvSpPr>
          <p:cNvPr id="17" name="Text Box 4">
            <a:hlinkClick r:id="rId19" action="ppaction://hlinksldjump"/>
          </p:cNvPr>
          <p:cNvSpPr txBox="1">
            <a:spLocks noChangeArrowheads="1"/>
          </p:cNvSpPr>
          <p:nvPr>
            <p:custDataLst>
              <p:tags r:id="rId8"/>
            </p:custDataLst>
          </p:nvPr>
        </p:nvSpPr>
        <p:spPr bwMode="auto">
          <a:xfrm>
            <a:off x="301576" y="4253970"/>
            <a:ext cx="5543550" cy="476250"/>
          </a:xfrm>
          <a:prstGeom prst="rect">
            <a:avLst/>
          </a:prstGeom>
          <a:noFill/>
          <a:ln w="12700">
            <a:noFill/>
            <a:miter lim="800000"/>
            <a:headEnd type="none" w="sm" len="sm"/>
            <a:tailEnd type="none" w="sm" len="sm"/>
          </a:ln>
        </p:spPr>
        <p:txBody>
          <a:bodyPr>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Custom Section Placement</a:t>
            </a:r>
            <a:endParaRPr lang="en-US" sz="2800" dirty="0">
              <a:solidFill>
                <a:srgbClr val="000000"/>
              </a:solidFill>
            </a:endParaRPr>
          </a:p>
        </p:txBody>
      </p:sp>
      <p:sp>
        <p:nvSpPr>
          <p:cNvPr id="18" name="Text Box 4">
            <a:hlinkClick r:id="rId20" action="ppaction://hlinksldjump"/>
          </p:cNvPr>
          <p:cNvSpPr txBox="1">
            <a:spLocks noChangeArrowheads="1"/>
          </p:cNvSpPr>
          <p:nvPr>
            <p:custDataLst>
              <p:tags r:id="rId9"/>
            </p:custDataLst>
          </p:nvPr>
        </p:nvSpPr>
        <p:spPr bwMode="auto">
          <a:xfrm>
            <a:off x="301576" y="4828772"/>
            <a:ext cx="5543550" cy="476250"/>
          </a:xfrm>
          <a:prstGeom prst="rect">
            <a:avLst/>
          </a:prstGeom>
          <a:noFill/>
          <a:ln w="12700">
            <a:noFill/>
            <a:miter lim="800000"/>
            <a:headEnd type="none" w="sm" len="sm"/>
            <a:tailEnd type="none" w="sm" len="sm"/>
          </a:ln>
        </p:spPr>
        <p:txBody>
          <a:bodyPr>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Lab</a:t>
            </a:r>
            <a:endParaRPr lang="en-US" sz="2800" dirty="0">
              <a:solidFill>
                <a:srgbClr val="000000"/>
              </a:solidFill>
            </a:endParaRPr>
          </a:p>
        </p:txBody>
      </p:sp>
    </p:spTree>
    <p:custDataLst>
      <p:tags r:id="rId1"/>
    </p:custDataLst>
    <p:extLst>
      <p:ext uri="{BB962C8B-B14F-4D97-AF65-F5344CB8AC3E}">
        <p14:creationId xmlns:p14="http://schemas.microsoft.com/office/powerpoint/2010/main" val="4183167523"/>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66"/>
        </a:solidFill>
        <a:effectLst/>
      </p:bgPr>
    </p:bg>
    <p:spTree>
      <p:nvGrpSpPr>
        <p:cNvPr id="1" name=""/>
        <p:cNvGrpSpPr/>
        <p:nvPr/>
      </p:nvGrpSpPr>
      <p:grpSpPr>
        <a:xfrm>
          <a:off x="0" y="0"/>
          <a:ext cx="0" cy="0"/>
          <a:chOff x="0" y="0"/>
          <a:chExt cx="0" cy="0"/>
        </a:xfrm>
      </p:grpSpPr>
      <p:sp>
        <p:nvSpPr>
          <p:cNvPr id="669704" name="Rectangle 8"/>
          <p:cNvSpPr>
            <a:spLocks noChangeArrowheads="1"/>
          </p:cNvSpPr>
          <p:nvPr/>
        </p:nvSpPr>
        <p:spPr bwMode="auto">
          <a:xfrm>
            <a:off x="304800" y="914400"/>
            <a:ext cx="5562600" cy="5410200"/>
          </a:xfrm>
          <a:prstGeom prst="rect">
            <a:avLst/>
          </a:prstGeom>
          <a:solidFill>
            <a:srgbClr val="92D050"/>
          </a:solidFill>
          <a:ln w="19050">
            <a:solidFill>
              <a:schemeClr val="tx1"/>
            </a:solidFill>
            <a:miter lim="800000"/>
            <a:headEnd type="none" w="sm" len="sm"/>
            <a:tailEnd type="none" w="sm" len="sm"/>
          </a:ln>
          <a:effectLst>
            <a:outerShdw blurRad="50800" dist="127000" dir="2700000" algn="tl" rotWithShape="0">
              <a:prstClr val="black">
                <a:alpha val="40000"/>
              </a:prstClr>
            </a:outerShdw>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pic>
        <p:nvPicPr>
          <p:cNvPr id="72706" name="Picture 2" descr="C:\Documents and Settings\a0159877\Desktop\250px-Operating_system_placement.svg.png"/>
          <p:cNvPicPr>
            <a:picLocks noChangeAspect="1" noChangeArrowheads="1"/>
          </p:cNvPicPr>
          <p:nvPr/>
        </p:nvPicPr>
        <p:blipFill>
          <a:blip r:embed="rId11" cstate="print"/>
          <a:srcRect/>
          <a:stretch>
            <a:fillRect/>
          </a:stretch>
        </p:blipFill>
        <p:spPr bwMode="auto">
          <a:xfrm>
            <a:off x="6160824" y="1153041"/>
            <a:ext cx="2819400" cy="4172713"/>
          </a:xfrm>
          <a:prstGeom prst="rect">
            <a:avLst/>
          </a:prstGeom>
          <a:noFill/>
        </p:spPr>
      </p:pic>
      <p:pic>
        <p:nvPicPr>
          <p:cNvPr id="11" name="Animated Logo" descr="tilogo_color_twoline.png"/>
          <p:cNvPicPr>
            <a:picLocks noChangeAspect="1"/>
          </p:cNvPicPr>
          <p:nvPr/>
        </p:nvPicPr>
        <p:blipFill>
          <a:blip r:embed="rId12" cstate="print"/>
          <a:stretch>
            <a:fillRect/>
          </a:stretch>
        </p:blipFill>
        <p:spPr>
          <a:xfrm>
            <a:off x="50800" y="6477000"/>
            <a:ext cx="1438537" cy="347443"/>
          </a:xfrm>
          <a:prstGeom prst="rect">
            <a:avLst/>
          </a:prstGeom>
        </p:spPr>
      </p:pic>
      <p:sp>
        <p:nvSpPr>
          <p:cNvPr id="41987" name="Rectangle 2"/>
          <p:cNvSpPr>
            <a:spLocks noGrp="1" noChangeArrowheads="1"/>
          </p:cNvSpPr>
          <p:nvPr>
            <p:ph type="title"/>
          </p:nvPr>
        </p:nvSpPr>
        <p:spPr/>
        <p:txBody>
          <a:bodyPr/>
          <a:lstStyle/>
          <a:p>
            <a:r>
              <a:rPr lang="en-US" smtClean="0">
                <a:solidFill>
                  <a:schemeClr val="tx1"/>
                </a:solidFill>
              </a:rPr>
              <a:t>Outline</a:t>
            </a:r>
          </a:p>
        </p:txBody>
      </p:sp>
      <p:sp>
        <p:nvSpPr>
          <p:cNvPr id="10" name="Text Box 4">
            <a:hlinkClick r:id="rId13" action="ppaction://hlinksldjump"/>
          </p:cNvPr>
          <p:cNvSpPr txBox="1">
            <a:spLocks noChangeArrowheads="1"/>
          </p:cNvSpPr>
          <p:nvPr>
            <p:custDataLst>
              <p:tags r:id="rId2"/>
            </p:custDataLst>
          </p:nvPr>
        </p:nvSpPr>
        <p:spPr bwMode="auto">
          <a:xfrm>
            <a:off x="301576" y="1018384"/>
            <a:ext cx="5543550" cy="476250"/>
          </a:xfrm>
          <a:prstGeom prst="rect">
            <a:avLst/>
          </a:prstGeom>
          <a:noFill/>
          <a:ln w="12700">
            <a:noFill/>
            <a:miter lim="800000"/>
            <a:headEnd type="none" w="sm" len="sm"/>
            <a:tailEnd type="none" w="sm" len="sm"/>
          </a:ln>
        </p:spPr>
        <p:txBody>
          <a:bodyPr>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Static vs. Dynamic</a:t>
            </a:r>
            <a:endParaRPr lang="en-US" sz="2800" dirty="0">
              <a:solidFill>
                <a:srgbClr val="000000"/>
              </a:solidFill>
            </a:endParaRPr>
          </a:p>
        </p:txBody>
      </p:sp>
      <p:sp>
        <p:nvSpPr>
          <p:cNvPr id="12" name="Text Box 4">
            <a:hlinkClick r:id="rId14" action="ppaction://hlinksldjump"/>
          </p:cNvPr>
          <p:cNvSpPr txBox="1">
            <a:spLocks noChangeArrowheads="1"/>
          </p:cNvSpPr>
          <p:nvPr>
            <p:custDataLst>
              <p:tags r:id="rId3"/>
            </p:custDataLst>
          </p:nvPr>
        </p:nvSpPr>
        <p:spPr bwMode="auto">
          <a:xfrm>
            <a:off x="301576" y="1593186"/>
            <a:ext cx="5543550" cy="476250"/>
          </a:xfrm>
          <a:prstGeom prst="rect">
            <a:avLst/>
          </a:prstGeom>
          <a:noFill/>
          <a:ln w="12700">
            <a:noFill/>
            <a:miter lim="800000"/>
            <a:headEnd type="none" w="sm" len="sm"/>
            <a:tailEnd type="none" w="sm" len="sm"/>
          </a:ln>
        </p:spPr>
        <p:txBody>
          <a:bodyPr>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Dynamic Memory Concepts</a:t>
            </a:r>
            <a:endParaRPr lang="en-US" sz="2800" dirty="0">
              <a:solidFill>
                <a:srgbClr val="000000"/>
              </a:solidFill>
            </a:endParaRPr>
          </a:p>
        </p:txBody>
      </p:sp>
      <p:sp>
        <p:nvSpPr>
          <p:cNvPr id="13" name="Text Box 5">
            <a:hlinkClick r:id="rId15" action="ppaction://hlinksldjump"/>
          </p:cNvPr>
          <p:cNvSpPr txBox="1">
            <a:spLocks noChangeArrowheads="1"/>
          </p:cNvSpPr>
          <p:nvPr>
            <p:custDataLst>
              <p:tags r:id="rId4"/>
            </p:custDataLst>
          </p:nvPr>
        </p:nvSpPr>
        <p:spPr bwMode="auto">
          <a:xfrm>
            <a:off x="774000" y="2141000"/>
            <a:ext cx="4864800" cy="387798"/>
          </a:xfrm>
          <a:prstGeom prst="rect">
            <a:avLst/>
          </a:prstGeom>
          <a:solidFill>
            <a:schemeClr val="bg1"/>
          </a:solidFill>
          <a:ln w="19050">
            <a:solidFill>
              <a:schemeClr val="tx1"/>
            </a:solidFill>
            <a:miter lim="800000"/>
            <a:headEnd type="none" w="sm" len="sm"/>
            <a:tailEnd type="none" w="sm" len="sm"/>
          </a:ln>
        </p:spPr>
        <p:txBody>
          <a:bodyPr wrap="square" tIns="27432" bIns="27432">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Using Dynamic Memory</a:t>
            </a:r>
            <a:endParaRPr lang="en-US" dirty="0">
              <a:solidFill>
                <a:srgbClr val="000000"/>
              </a:solidFill>
            </a:endParaRPr>
          </a:p>
        </p:txBody>
      </p:sp>
      <p:sp>
        <p:nvSpPr>
          <p:cNvPr id="14" name="Text Box 6">
            <a:hlinkClick r:id="rId16" action="ppaction://hlinksldjump"/>
          </p:cNvPr>
          <p:cNvSpPr txBox="1">
            <a:spLocks noChangeArrowheads="1"/>
          </p:cNvSpPr>
          <p:nvPr>
            <p:custDataLst>
              <p:tags r:id="rId5"/>
            </p:custDataLst>
          </p:nvPr>
        </p:nvSpPr>
        <p:spPr bwMode="auto">
          <a:xfrm>
            <a:off x="769877" y="2593314"/>
            <a:ext cx="4868924" cy="387798"/>
          </a:xfrm>
          <a:prstGeom prst="rect">
            <a:avLst/>
          </a:prstGeom>
          <a:noFill/>
          <a:ln w="12700">
            <a:noFill/>
            <a:miter lim="800000"/>
            <a:headEnd type="none" w="sm" len="sm"/>
            <a:tailEnd type="none" w="sm" len="sm"/>
          </a:ln>
        </p:spPr>
        <p:txBody>
          <a:bodyPr wrap="square" tIns="27432" bIns="27432">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Creating A Heap</a:t>
            </a:r>
            <a:endParaRPr lang="en-US" dirty="0">
              <a:solidFill>
                <a:srgbClr val="000000"/>
              </a:solidFill>
            </a:endParaRPr>
          </a:p>
        </p:txBody>
      </p:sp>
      <p:sp>
        <p:nvSpPr>
          <p:cNvPr id="15" name="Text Box 4">
            <a:hlinkClick r:id="rId17" action="ppaction://hlinksldjump"/>
          </p:cNvPr>
          <p:cNvSpPr txBox="1">
            <a:spLocks noChangeArrowheads="1"/>
          </p:cNvSpPr>
          <p:nvPr>
            <p:custDataLst>
              <p:tags r:id="rId6"/>
            </p:custDataLst>
          </p:nvPr>
        </p:nvSpPr>
        <p:spPr bwMode="auto">
          <a:xfrm>
            <a:off x="301576" y="3072616"/>
            <a:ext cx="5543550" cy="476250"/>
          </a:xfrm>
          <a:prstGeom prst="rect">
            <a:avLst/>
          </a:prstGeom>
          <a:noFill/>
          <a:ln w="12700">
            <a:noFill/>
            <a:miter lim="800000"/>
            <a:headEnd type="none" w="sm" len="sm"/>
            <a:tailEnd type="none" w="sm" len="sm"/>
          </a:ln>
        </p:spPr>
        <p:txBody>
          <a:bodyPr>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Different Types of Heaps</a:t>
            </a:r>
            <a:endParaRPr lang="en-US" sz="2800" dirty="0">
              <a:solidFill>
                <a:srgbClr val="000000"/>
              </a:solidFill>
            </a:endParaRPr>
          </a:p>
        </p:txBody>
      </p:sp>
      <p:sp>
        <p:nvSpPr>
          <p:cNvPr id="16" name="Text Box 4">
            <a:hlinkClick r:id="rId18" action="ppaction://hlinksldjump"/>
          </p:cNvPr>
          <p:cNvSpPr txBox="1">
            <a:spLocks noChangeArrowheads="1"/>
          </p:cNvSpPr>
          <p:nvPr>
            <p:custDataLst>
              <p:tags r:id="rId7"/>
            </p:custDataLst>
          </p:nvPr>
        </p:nvSpPr>
        <p:spPr bwMode="auto">
          <a:xfrm>
            <a:off x="301576" y="3647418"/>
            <a:ext cx="5543550" cy="476250"/>
          </a:xfrm>
          <a:prstGeom prst="rect">
            <a:avLst/>
          </a:prstGeom>
          <a:noFill/>
          <a:ln w="12700">
            <a:noFill/>
            <a:miter lim="800000"/>
            <a:headEnd type="none" w="sm" len="sm"/>
            <a:tailEnd type="none" w="sm" len="sm"/>
          </a:ln>
        </p:spPr>
        <p:txBody>
          <a:bodyPr>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Dynamic Module Creation</a:t>
            </a:r>
            <a:endParaRPr lang="en-US" sz="2800" dirty="0">
              <a:solidFill>
                <a:srgbClr val="000000"/>
              </a:solidFill>
            </a:endParaRPr>
          </a:p>
        </p:txBody>
      </p:sp>
      <p:sp>
        <p:nvSpPr>
          <p:cNvPr id="17" name="Text Box 4">
            <a:hlinkClick r:id="rId19" action="ppaction://hlinksldjump"/>
          </p:cNvPr>
          <p:cNvSpPr txBox="1">
            <a:spLocks noChangeArrowheads="1"/>
          </p:cNvSpPr>
          <p:nvPr>
            <p:custDataLst>
              <p:tags r:id="rId8"/>
            </p:custDataLst>
          </p:nvPr>
        </p:nvSpPr>
        <p:spPr bwMode="auto">
          <a:xfrm>
            <a:off x="301576" y="4222220"/>
            <a:ext cx="5543550" cy="476250"/>
          </a:xfrm>
          <a:prstGeom prst="rect">
            <a:avLst/>
          </a:prstGeom>
          <a:noFill/>
          <a:ln w="12700">
            <a:noFill/>
            <a:miter lim="800000"/>
            <a:headEnd type="none" w="sm" len="sm"/>
            <a:tailEnd type="none" w="sm" len="sm"/>
          </a:ln>
        </p:spPr>
        <p:txBody>
          <a:bodyPr>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Custom Section Placement</a:t>
            </a:r>
            <a:endParaRPr lang="en-US" sz="2800" dirty="0">
              <a:solidFill>
                <a:srgbClr val="000000"/>
              </a:solidFill>
            </a:endParaRPr>
          </a:p>
        </p:txBody>
      </p:sp>
      <p:sp>
        <p:nvSpPr>
          <p:cNvPr id="18" name="Text Box 4">
            <a:hlinkClick r:id="rId20" action="ppaction://hlinksldjump"/>
          </p:cNvPr>
          <p:cNvSpPr txBox="1">
            <a:spLocks noChangeArrowheads="1"/>
          </p:cNvSpPr>
          <p:nvPr>
            <p:custDataLst>
              <p:tags r:id="rId9"/>
            </p:custDataLst>
          </p:nvPr>
        </p:nvSpPr>
        <p:spPr bwMode="auto">
          <a:xfrm>
            <a:off x="301576" y="4797022"/>
            <a:ext cx="5543550" cy="476250"/>
          </a:xfrm>
          <a:prstGeom prst="rect">
            <a:avLst/>
          </a:prstGeom>
          <a:noFill/>
          <a:ln w="12700">
            <a:noFill/>
            <a:miter lim="800000"/>
            <a:headEnd type="none" w="sm" len="sm"/>
            <a:tailEnd type="none" w="sm" len="sm"/>
          </a:ln>
        </p:spPr>
        <p:txBody>
          <a:bodyPr>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Lab</a:t>
            </a:r>
            <a:endParaRPr lang="en-US" sz="2800" dirty="0">
              <a:solidFill>
                <a:srgbClr val="000000"/>
              </a:solidFill>
            </a:endParaRPr>
          </a:p>
        </p:txBody>
      </p:sp>
    </p:spTree>
    <p:custDataLst>
      <p:tags r:id="rId1"/>
    </p:custDataLst>
    <p:extLst>
      <p:ext uri="{BB962C8B-B14F-4D97-AF65-F5344CB8AC3E}">
        <p14:creationId xmlns:p14="http://schemas.microsoft.com/office/powerpoint/2010/main" val="371550803"/>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30" name="Rectangle 14"/>
          <p:cNvSpPr>
            <a:spLocks noChangeArrowheads="1"/>
          </p:cNvSpPr>
          <p:nvPr/>
        </p:nvSpPr>
        <p:spPr bwMode="auto">
          <a:xfrm>
            <a:off x="3924300" y="1905000"/>
            <a:ext cx="1600200" cy="3200400"/>
          </a:xfrm>
          <a:prstGeom prst="rect">
            <a:avLst/>
          </a:prstGeom>
          <a:solidFill>
            <a:schemeClr val="accent2">
              <a:alpha val="50195"/>
            </a:schemeClr>
          </a:solidFill>
          <a:ln w="12700">
            <a:noFill/>
            <a:miter lim="800000"/>
            <a:headEnd type="none" w="sm" len="sm"/>
            <a:tailEnd type="none" w="sm" len="sm"/>
          </a:ln>
        </p:spPr>
        <p:txBody>
          <a:bodyPr lIns="0" tIns="182880" rIns="0" bIns="0"/>
          <a:lstStyle/>
          <a:p>
            <a:pPr algn="ctr">
              <a:spcBef>
                <a:spcPct val="0"/>
              </a:spcBef>
            </a:pPr>
            <a:r>
              <a:rPr lang="en-US">
                <a:solidFill>
                  <a:srgbClr val="FF0000"/>
                </a:solidFill>
                <a:latin typeface="Arial Narrow" pitchFamily="34" charset="0"/>
              </a:rPr>
              <a:t>External Memory</a:t>
            </a:r>
          </a:p>
        </p:txBody>
      </p:sp>
      <p:sp>
        <p:nvSpPr>
          <p:cNvPr id="9218" name="Rectangle 2"/>
          <p:cNvSpPr>
            <a:spLocks noGrp="1" noChangeArrowheads="1"/>
          </p:cNvSpPr>
          <p:nvPr>
            <p:ph type="title"/>
          </p:nvPr>
        </p:nvSpPr>
        <p:spPr>
          <a:noFill/>
        </p:spPr>
        <p:txBody>
          <a:bodyPr anchor="ctr"/>
          <a:lstStyle/>
          <a:p>
            <a:r>
              <a:rPr lang="en-US" smtClean="0"/>
              <a:t>Dynamic Memory Usage (Heap)</a:t>
            </a:r>
          </a:p>
        </p:txBody>
      </p:sp>
      <p:sp>
        <p:nvSpPr>
          <p:cNvPr id="9219" name="Rectangle 3"/>
          <p:cNvSpPr>
            <a:spLocks noChangeArrowheads="1"/>
          </p:cNvSpPr>
          <p:nvPr/>
        </p:nvSpPr>
        <p:spPr bwMode="auto">
          <a:xfrm>
            <a:off x="114300" y="762000"/>
            <a:ext cx="3613150" cy="5410200"/>
          </a:xfrm>
          <a:prstGeom prst="rect">
            <a:avLst/>
          </a:prstGeom>
          <a:solidFill>
            <a:schemeClr val="accent1"/>
          </a:solidFill>
          <a:ln w="28575">
            <a:solidFill>
              <a:schemeClr val="tx1"/>
            </a:solidFill>
            <a:miter lim="800000"/>
            <a:headEnd type="none" w="sm" len="sm"/>
            <a:tailEnd type="none" w="sm" len="sm"/>
          </a:ln>
        </p:spPr>
        <p:txBody>
          <a:bodyPr wrap="none" anchor="ctr" anchorCtr="1"/>
          <a:lstStyle/>
          <a:p>
            <a:endParaRPr lang="en-US">
              <a:solidFill>
                <a:srgbClr val="000000"/>
              </a:solidFill>
              <a:latin typeface="Arial Narrow" pitchFamily="34" charset="0"/>
            </a:endParaRPr>
          </a:p>
        </p:txBody>
      </p:sp>
      <p:sp>
        <p:nvSpPr>
          <p:cNvPr id="9220" name="Rectangle 4"/>
          <p:cNvSpPr>
            <a:spLocks noChangeArrowheads="1"/>
          </p:cNvSpPr>
          <p:nvPr/>
        </p:nvSpPr>
        <p:spPr bwMode="auto">
          <a:xfrm>
            <a:off x="1630363" y="1930400"/>
            <a:ext cx="1282700" cy="3076575"/>
          </a:xfrm>
          <a:prstGeom prst="rect">
            <a:avLst/>
          </a:prstGeom>
          <a:solidFill>
            <a:schemeClr val="accent3"/>
          </a:solidFill>
          <a:ln w="12700">
            <a:noFill/>
            <a:miter lim="800000"/>
            <a:headEnd type="none" w="sm" len="sm"/>
            <a:tailEnd type="none" w="sm" len="sm"/>
          </a:ln>
        </p:spPr>
        <p:txBody>
          <a:bodyPr wrap="none" lIns="0" tIns="91440" rIns="0" bIns="0"/>
          <a:lstStyle/>
          <a:p>
            <a:pPr algn="ctr">
              <a:spcBef>
                <a:spcPct val="0"/>
              </a:spcBef>
            </a:pPr>
            <a:r>
              <a:rPr lang="en-US">
                <a:solidFill>
                  <a:srgbClr val="FF0000"/>
                </a:solidFill>
                <a:latin typeface="Arial Narrow" pitchFamily="34" charset="0"/>
              </a:rPr>
              <a:t>Internal</a:t>
            </a:r>
          </a:p>
          <a:p>
            <a:pPr algn="ctr">
              <a:spcBef>
                <a:spcPct val="0"/>
              </a:spcBef>
            </a:pPr>
            <a:r>
              <a:rPr lang="en-US">
                <a:solidFill>
                  <a:srgbClr val="FF0000"/>
                </a:solidFill>
                <a:latin typeface="Arial Narrow" pitchFamily="34" charset="0"/>
              </a:rPr>
              <a:t>SRAM</a:t>
            </a:r>
          </a:p>
        </p:txBody>
      </p:sp>
      <p:sp>
        <p:nvSpPr>
          <p:cNvPr id="9221" name="Rectangle 5"/>
          <p:cNvSpPr>
            <a:spLocks noChangeArrowheads="1"/>
          </p:cNvSpPr>
          <p:nvPr/>
        </p:nvSpPr>
        <p:spPr bwMode="auto">
          <a:xfrm>
            <a:off x="301625" y="2649538"/>
            <a:ext cx="1162050" cy="1635125"/>
          </a:xfrm>
          <a:prstGeom prst="rect">
            <a:avLst/>
          </a:prstGeom>
          <a:solidFill>
            <a:schemeClr val="accent4">
              <a:lumMod val="40000"/>
              <a:lumOff val="60000"/>
            </a:schemeClr>
          </a:solidFill>
          <a:ln w="12700">
            <a:noFill/>
            <a:miter lim="800000"/>
            <a:headEnd type="none" w="sm" len="sm"/>
            <a:tailEnd type="none" w="sm" len="sm"/>
          </a:ln>
        </p:spPr>
        <p:txBody>
          <a:bodyPr wrap="none" lIns="0" tIns="0" rIns="0" bIns="0" anchor="ctr" anchorCtr="1"/>
          <a:lstStyle/>
          <a:p>
            <a:pPr algn="ctr">
              <a:lnSpc>
                <a:spcPct val="100000"/>
              </a:lnSpc>
              <a:spcBef>
                <a:spcPct val="0"/>
              </a:spcBef>
            </a:pPr>
            <a:r>
              <a:rPr lang="en-US">
                <a:solidFill>
                  <a:srgbClr val="000000"/>
                </a:solidFill>
              </a:rPr>
              <a:t>CPU</a:t>
            </a:r>
          </a:p>
        </p:txBody>
      </p:sp>
      <p:sp>
        <p:nvSpPr>
          <p:cNvPr id="9222" name="Rectangle 6"/>
          <p:cNvSpPr>
            <a:spLocks noChangeArrowheads="1"/>
          </p:cNvSpPr>
          <p:nvPr/>
        </p:nvSpPr>
        <p:spPr bwMode="auto">
          <a:xfrm>
            <a:off x="355600" y="947738"/>
            <a:ext cx="1055688" cy="1196975"/>
          </a:xfrm>
          <a:prstGeom prst="rect">
            <a:avLst/>
          </a:prstGeom>
          <a:solidFill>
            <a:schemeClr val="accent3">
              <a:alpha val="50195"/>
            </a:schemeClr>
          </a:solidFill>
          <a:ln w="12700">
            <a:noFill/>
            <a:miter lim="800000"/>
            <a:headEnd type="none" w="sm" len="sm"/>
            <a:tailEnd type="none" w="sm" len="sm"/>
          </a:ln>
        </p:spPr>
        <p:txBody>
          <a:bodyPr wrap="none" lIns="0" tIns="0" rIns="0" bIns="0" anchor="ctr" anchorCtr="1"/>
          <a:lstStyle/>
          <a:p>
            <a:pPr algn="ctr">
              <a:spcBef>
                <a:spcPct val="10000"/>
              </a:spcBef>
            </a:pPr>
            <a:r>
              <a:rPr lang="en-US" sz="2200">
                <a:solidFill>
                  <a:srgbClr val="000000"/>
                </a:solidFill>
                <a:latin typeface="Arial Narrow" pitchFamily="34" charset="0"/>
              </a:rPr>
              <a:t>Program</a:t>
            </a:r>
            <a:br>
              <a:rPr lang="en-US" sz="2200">
                <a:solidFill>
                  <a:srgbClr val="000000"/>
                </a:solidFill>
                <a:latin typeface="Arial Narrow" pitchFamily="34" charset="0"/>
              </a:rPr>
            </a:br>
            <a:r>
              <a:rPr lang="en-US" sz="2200">
                <a:solidFill>
                  <a:srgbClr val="000000"/>
                </a:solidFill>
                <a:latin typeface="Arial Narrow" pitchFamily="34" charset="0"/>
              </a:rPr>
              <a:t>Cache</a:t>
            </a:r>
          </a:p>
        </p:txBody>
      </p:sp>
      <p:sp>
        <p:nvSpPr>
          <p:cNvPr id="9223" name="Rectangle 7"/>
          <p:cNvSpPr>
            <a:spLocks noChangeArrowheads="1"/>
          </p:cNvSpPr>
          <p:nvPr/>
        </p:nvSpPr>
        <p:spPr bwMode="auto">
          <a:xfrm>
            <a:off x="355600" y="4792663"/>
            <a:ext cx="1055688" cy="1193800"/>
          </a:xfrm>
          <a:prstGeom prst="rect">
            <a:avLst/>
          </a:prstGeom>
          <a:solidFill>
            <a:schemeClr val="accent3">
              <a:alpha val="50195"/>
            </a:schemeClr>
          </a:solidFill>
          <a:ln w="12700">
            <a:noFill/>
            <a:miter lim="800000"/>
            <a:headEnd type="none" w="sm" len="sm"/>
            <a:tailEnd type="none" w="sm" len="sm"/>
          </a:ln>
        </p:spPr>
        <p:txBody>
          <a:bodyPr wrap="none" lIns="0" tIns="0" rIns="0" bIns="0" anchor="ctr" anchorCtr="1"/>
          <a:lstStyle/>
          <a:p>
            <a:pPr algn="ctr">
              <a:spcBef>
                <a:spcPct val="10000"/>
              </a:spcBef>
            </a:pPr>
            <a:r>
              <a:rPr lang="en-US" sz="2200">
                <a:solidFill>
                  <a:srgbClr val="000000"/>
                </a:solidFill>
                <a:latin typeface="Arial Narrow" pitchFamily="34" charset="0"/>
              </a:rPr>
              <a:t>Data</a:t>
            </a:r>
            <a:br>
              <a:rPr lang="en-US" sz="2200">
                <a:solidFill>
                  <a:srgbClr val="000000"/>
                </a:solidFill>
                <a:latin typeface="Arial Narrow" pitchFamily="34" charset="0"/>
              </a:rPr>
            </a:br>
            <a:r>
              <a:rPr lang="en-US" sz="2200">
                <a:solidFill>
                  <a:srgbClr val="000000"/>
                </a:solidFill>
                <a:latin typeface="Arial Narrow" pitchFamily="34" charset="0"/>
              </a:rPr>
              <a:t>Cache</a:t>
            </a:r>
          </a:p>
        </p:txBody>
      </p:sp>
      <p:cxnSp>
        <p:nvCxnSpPr>
          <p:cNvPr id="9224" name="AutoShape 8"/>
          <p:cNvCxnSpPr>
            <a:cxnSpLocks noChangeShapeType="1"/>
            <a:stCxn id="9222" idx="2"/>
            <a:endCxn id="9221" idx="0"/>
          </p:cNvCxnSpPr>
          <p:nvPr/>
        </p:nvCxnSpPr>
        <p:spPr bwMode="auto">
          <a:xfrm flipH="1">
            <a:off x="882650" y="2144713"/>
            <a:ext cx="1588" cy="504825"/>
          </a:xfrm>
          <a:prstGeom prst="straightConnector1">
            <a:avLst/>
          </a:prstGeom>
          <a:noFill/>
          <a:ln w="19050">
            <a:solidFill>
              <a:schemeClr val="tx1"/>
            </a:solidFill>
            <a:round/>
            <a:headEnd/>
            <a:tailEnd type="triangle" w="sm" len="sm"/>
          </a:ln>
        </p:spPr>
      </p:cxnSp>
      <p:cxnSp>
        <p:nvCxnSpPr>
          <p:cNvPr id="9225" name="AutoShape 9"/>
          <p:cNvCxnSpPr>
            <a:cxnSpLocks noChangeShapeType="1"/>
            <a:stCxn id="9223" idx="0"/>
            <a:endCxn id="9221" idx="2"/>
          </p:cNvCxnSpPr>
          <p:nvPr/>
        </p:nvCxnSpPr>
        <p:spPr bwMode="auto">
          <a:xfrm flipH="1" flipV="1">
            <a:off x="882650" y="4284663"/>
            <a:ext cx="1588" cy="508000"/>
          </a:xfrm>
          <a:prstGeom prst="straightConnector1">
            <a:avLst/>
          </a:prstGeom>
          <a:noFill/>
          <a:ln w="19050">
            <a:solidFill>
              <a:schemeClr val="tx1"/>
            </a:solidFill>
            <a:round/>
            <a:headEnd type="triangle" w="sm" len="sm"/>
            <a:tailEnd type="triangle" w="sm" len="sm"/>
          </a:ln>
        </p:spPr>
      </p:cxnSp>
      <p:cxnSp>
        <p:nvCxnSpPr>
          <p:cNvPr id="9226" name="AutoShape 10"/>
          <p:cNvCxnSpPr>
            <a:cxnSpLocks noChangeShapeType="1"/>
            <a:stCxn id="9222" idx="3"/>
            <a:endCxn id="9220" idx="0"/>
          </p:cNvCxnSpPr>
          <p:nvPr/>
        </p:nvCxnSpPr>
        <p:spPr bwMode="auto">
          <a:xfrm>
            <a:off x="1411288" y="1547813"/>
            <a:ext cx="860425" cy="382587"/>
          </a:xfrm>
          <a:prstGeom prst="bentConnector2">
            <a:avLst/>
          </a:prstGeom>
          <a:noFill/>
          <a:ln w="19050">
            <a:solidFill>
              <a:schemeClr val="tx1"/>
            </a:solidFill>
            <a:miter lim="800000"/>
            <a:headEnd type="triangle" w="sm" len="sm"/>
            <a:tailEnd/>
          </a:ln>
        </p:spPr>
      </p:cxnSp>
      <p:cxnSp>
        <p:nvCxnSpPr>
          <p:cNvPr id="9227" name="AutoShape 11"/>
          <p:cNvCxnSpPr>
            <a:cxnSpLocks noChangeShapeType="1"/>
            <a:stCxn id="9223" idx="3"/>
            <a:endCxn id="9220" idx="2"/>
          </p:cNvCxnSpPr>
          <p:nvPr/>
        </p:nvCxnSpPr>
        <p:spPr bwMode="auto">
          <a:xfrm flipV="1">
            <a:off x="1411288" y="5006975"/>
            <a:ext cx="860425" cy="382588"/>
          </a:xfrm>
          <a:prstGeom prst="bentConnector2">
            <a:avLst/>
          </a:prstGeom>
          <a:noFill/>
          <a:ln w="19050">
            <a:solidFill>
              <a:schemeClr val="tx1"/>
            </a:solidFill>
            <a:miter lim="800000"/>
            <a:headEnd type="triangle" w="sm" len="sm"/>
            <a:tailEnd type="triangle" w="sm" len="sm"/>
          </a:ln>
        </p:spPr>
      </p:cxnSp>
      <p:sp>
        <p:nvSpPr>
          <p:cNvPr id="539660" name="Line 12"/>
          <p:cNvSpPr>
            <a:spLocks noChangeShapeType="1"/>
          </p:cNvSpPr>
          <p:nvPr/>
        </p:nvSpPr>
        <p:spPr bwMode="auto">
          <a:xfrm>
            <a:off x="2913063" y="3470275"/>
            <a:ext cx="1227137" cy="0"/>
          </a:xfrm>
          <a:prstGeom prst="line">
            <a:avLst/>
          </a:prstGeom>
          <a:noFill/>
          <a:ln w="28575">
            <a:solidFill>
              <a:schemeClr val="tx2"/>
            </a:solidFill>
            <a:round/>
            <a:headEnd type="triangle" w="med" len="sm"/>
            <a:tailEnd type="triangle" w="med"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9229" name="Rectangle 13"/>
          <p:cNvSpPr>
            <a:spLocks noChangeArrowheads="1"/>
          </p:cNvSpPr>
          <p:nvPr/>
        </p:nvSpPr>
        <p:spPr bwMode="auto">
          <a:xfrm>
            <a:off x="3106738" y="3068638"/>
            <a:ext cx="544512" cy="798512"/>
          </a:xfrm>
          <a:prstGeom prst="rect">
            <a:avLst/>
          </a:prstGeom>
          <a:solidFill>
            <a:schemeClr val="accent2"/>
          </a:solidFill>
          <a:ln w="12700">
            <a:noFill/>
            <a:miter lim="800000"/>
            <a:headEnd type="none" w="sm" len="sm"/>
            <a:tailEnd type="none" w="sm" len="sm"/>
          </a:ln>
        </p:spPr>
        <p:txBody>
          <a:bodyPr wrap="none" lIns="0" tIns="0" rIns="0" bIns="0" anchor="ctr" anchorCtr="1"/>
          <a:lstStyle/>
          <a:p>
            <a:pPr algn="ctr">
              <a:spcBef>
                <a:spcPct val="10000"/>
              </a:spcBef>
            </a:pPr>
            <a:r>
              <a:rPr lang="en-US" sz="2000">
                <a:solidFill>
                  <a:srgbClr val="000000"/>
                </a:solidFill>
                <a:latin typeface="Arial Narrow" pitchFamily="34" charset="0"/>
              </a:rPr>
              <a:t>EMIF</a:t>
            </a:r>
          </a:p>
        </p:txBody>
      </p:sp>
      <p:sp>
        <p:nvSpPr>
          <p:cNvPr id="9231" name="Rectangle 15"/>
          <p:cNvSpPr>
            <a:spLocks noChangeArrowheads="1"/>
          </p:cNvSpPr>
          <p:nvPr/>
        </p:nvSpPr>
        <p:spPr bwMode="auto">
          <a:xfrm>
            <a:off x="5105400" y="768925"/>
            <a:ext cx="3392082" cy="395173"/>
          </a:xfrm>
          <a:prstGeom prst="rect">
            <a:avLst/>
          </a:prstGeom>
          <a:noFill/>
          <a:ln w="12700">
            <a:noFill/>
            <a:miter lim="800000"/>
            <a:headEnd type="none" w="sm" len="sm"/>
            <a:tailEnd type="none" w="sm" len="sm"/>
          </a:ln>
        </p:spPr>
        <p:txBody>
          <a:bodyPr wrap="none">
            <a:spAutoFit/>
          </a:bodyPr>
          <a:lstStyle/>
          <a:p>
            <a:r>
              <a:rPr lang="en-US">
                <a:latin typeface="Calibri" pitchFamily="34" charset="0"/>
                <a:cs typeface="Calibri" pitchFamily="34" charset="0"/>
              </a:rPr>
              <a:t>Using Memory Efficiently</a:t>
            </a:r>
          </a:p>
        </p:txBody>
      </p:sp>
      <p:grpSp>
        <p:nvGrpSpPr>
          <p:cNvPr id="2" name="Group 16"/>
          <p:cNvGrpSpPr>
            <a:grpSpLocks/>
          </p:cNvGrpSpPr>
          <p:nvPr/>
        </p:nvGrpSpPr>
        <p:grpSpPr bwMode="auto">
          <a:xfrm>
            <a:off x="1676400" y="2743200"/>
            <a:ext cx="557213" cy="1066800"/>
            <a:chOff x="1212" y="1968"/>
            <a:chExt cx="456" cy="874"/>
          </a:xfrm>
        </p:grpSpPr>
        <p:grpSp>
          <p:nvGrpSpPr>
            <p:cNvPr id="3" name="Group 17"/>
            <p:cNvGrpSpPr>
              <a:grpSpLocks/>
            </p:cNvGrpSpPr>
            <p:nvPr/>
          </p:nvGrpSpPr>
          <p:grpSpPr bwMode="auto">
            <a:xfrm>
              <a:off x="1248" y="2154"/>
              <a:ext cx="384" cy="688"/>
              <a:chOff x="1248" y="2154"/>
              <a:chExt cx="384" cy="688"/>
            </a:xfrm>
          </p:grpSpPr>
          <p:sp>
            <p:nvSpPr>
              <p:cNvPr id="9268" name="Rectangle 18"/>
              <p:cNvSpPr>
                <a:spLocks noChangeArrowheads="1"/>
              </p:cNvSpPr>
              <p:nvPr/>
            </p:nvSpPr>
            <p:spPr bwMode="auto">
              <a:xfrm>
                <a:off x="1248" y="2756"/>
                <a:ext cx="384" cy="86"/>
              </a:xfrm>
              <a:prstGeom prst="rect">
                <a:avLst/>
              </a:prstGeom>
              <a:solidFill>
                <a:schemeClr val="accent4"/>
              </a:solidFill>
              <a:ln w="12700">
                <a:noFill/>
                <a:miter lim="800000"/>
                <a:headEnd type="none" w="sm" len="sm"/>
                <a:tailEnd type="none" w="sm" len="sm"/>
              </a:ln>
            </p:spPr>
            <p:txBody>
              <a:bodyPr/>
              <a:lstStyle/>
              <a:p>
                <a:pPr>
                  <a:lnSpc>
                    <a:spcPct val="100000"/>
                  </a:lnSpc>
                  <a:spcBef>
                    <a:spcPct val="0"/>
                  </a:spcBef>
                  <a:buClr>
                    <a:srgbClr val="0066FF"/>
                  </a:buClr>
                  <a:buSzPct val="75000"/>
                  <a:buFont typeface="Wingdings" pitchFamily="2" charset="2"/>
                  <a:buNone/>
                </a:pPr>
                <a:endParaRPr lang="en-US" sz="800">
                  <a:solidFill>
                    <a:srgbClr val="000000"/>
                  </a:solidFill>
                </a:endParaRPr>
              </a:p>
            </p:txBody>
          </p:sp>
          <p:sp>
            <p:nvSpPr>
              <p:cNvPr id="9269" name="Rectangle 19"/>
              <p:cNvSpPr>
                <a:spLocks noChangeArrowheads="1"/>
              </p:cNvSpPr>
              <p:nvPr/>
            </p:nvSpPr>
            <p:spPr bwMode="auto">
              <a:xfrm>
                <a:off x="1248" y="2670"/>
                <a:ext cx="384" cy="86"/>
              </a:xfrm>
              <a:prstGeom prst="rect">
                <a:avLst/>
              </a:prstGeom>
              <a:solidFill>
                <a:schemeClr val="accent4"/>
              </a:solidFill>
              <a:ln w="12700">
                <a:noFill/>
                <a:miter lim="800000"/>
                <a:headEnd type="none" w="sm" len="sm"/>
                <a:tailEnd type="none" w="sm" len="sm"/>
              </a:ln>
            </p:spPr>
            <p:txBody>
              <a:bodyPr/>
              <a:lstStyle/>
              <a:p>
                <a:pPr>
                  <a:lnSpc>
                    <a:spcPct val="100000"/>
                  </a:lnSpc>
                  <a:spcBef>
                    <a:spcPct val="0"/>
                  </a:spcBef>
                  <a:buClr>
                    <a:srgbClr val="0066FF"/>
                  </a:buClr>
                  <a:buSzPct val="75000"/>
                  <a:buFont typeface="Wingdings" pitchFamily="2" charset="2"/>
                  <a:buNone/>
                </a:pPr>
                <a:endParaRPr lang="en-US" sz="800">
                  <a:solidFill>
                    <a:srgbClr val="000000"/>
                  </a:solidFill>
                </a:endParaRPr>
              </a:p>
            </p:txBody>
          </p:sp>
          <p:sp>
            <p:nvSpPr>
              <p:cNvPr id="9270" name="Rectangle 20"/>
              <p:cNvSpPr>
                <a:spLocks noChangeArrowheads="1"/>
              </p:cNvSpPr>
              <p:nvPr/>
            </p:nvSpPr>
            <p:spPr bwMode="auto">
              <a:xfrm>
                <a:off x="1248" y="2584"/>
                <a:ext cx="384" cy="86"/>
              </a:xfrm>
              <a:prstGeom prst="rect">
                <a:avLst/>
              </a:prstGeom>
              <a:solidFill>
                <a:schemeClr val="accent4"/>
              </a:solidFill>
              <a:ln w="12700">
                <a:noFill/>
                <a:miter lim="800000"/>
                <a:headEnd type="none" w="sm" len="sm"/>
                <a:tailEnd type="none" w="sm" len="sm"/>
              </a:ln>
            </p:spPr>
            <p:txBody>
              <a:bodyPr/>
              <a:lstStyle/>
              <a:p>
                <a:pPr>
                  <a:lnSpc>
                    <a:spcPct val="100000"/>
                  </a:lnSpc>
                  <a:spcBef>
                    <a:spcPct val="0"/>
                  </a:spcBef>
                  <a:buClr>
                    <a:srgbClr val="0066FF"/>
                  </a:buClr>
                  <a:buSzPct val="75000"/>
                  <a:buFont typeface="Wingdings" pitchFamily="2" charset="2"/>
                  <a:buNone/>
                </a:pPr>
                <a:endParaRPr lang="en-US" sz="800">
                  <a:solidFill>
                    <a:srgbClr val="000000"/>
                  </a:solidFill>
                </a:endParaRPr>
              </a:p>
            </p:txBody>
          </p:sp>
          <p:sp>
            <p:nvSpPr>
              <p:cNvPr id="9271" name="Rectangle 21"/>
              <p:cNvSpPr>
                <a:spLocks noChangeArrowheads="1"/>
              </p:cNvSpPr>
              <p:nvPr/>
            </p:nvSpPr>
            <p:spPr bwMode="auto">
              <a:xfrm>
                <a:off x="1248" y="2498"/>
                <a:ext cx="384" cy="86"/>
              </a:xfrm>
              <a:prstGeom prst="rect">
                <a:avLst/>
              </a:prstGeom>
              <a:solidFill>
                <a:schemeClr val="accent1"/>
              </a:solidFill>
              <a:ln w="12700">
                <a:noFill/>
                <a:miter lim="800000"/>
                <a:headEnd type="none" w="sm" len="sm"/>
                <a:tailEnd type="none" w="sm" len="sm"/>
              </a:ln>
            </p:spPr>
            <p:txBody>
              <a:bodyPr/>
              <a:lstStyle/>
              <a:p>
                <a:pPr>
                  <a:lnSpc>
                    <a:spcPct val="100000"/>
                  </a:lnSpc>
                  <a:spcBef>
                    <a:spcPct val="0"/>
                  </a:spcBef>
                  <a:buClr>
                    <a:srgbClr val="0066FF"/>
                  </a:buClr>
                  <a:buSzPct val="75000"/>
                  <a:buFont typeface="Wingdings" pitchFamily="2" charset="2"/>
                  <a:buNone/>
                </a:pPr>
                <a:endParaRPr lang="en-US" sz="800">
                  <a:solidFill>
                    <a:srgbClr val="000000"/>
                  </a:solidFill>
                </a:endParaRPr>
              </a:p>
            </p:txBody>
          </p:sp>
          <p:sp>
            <p:nvSpPr>
              <p:cNvPr id="9272" name="Rectangle 22"/>
              <p:cNvSpPr>
                <a:spLocks noChangeArrowheads="1"/>
              </p:cNvSpPr>
              <p:nvPr/>
            </p:nvSpPr>
            <p:spPr bwMode="auto">
              <a:xfrm>
                <a:off x="1248" y="2412"/>
                <a:ext cx="384" cy="86"/>
              </a:xfrm>
              <a:prstGeom prst="rect">
                <a:avLst/>
              </a:prstGeom>
              <a:solidFill>
                <a:schemeClr val="accent1"/>
              </a:solidFill>
              <a:ln w="12700">
                <a:noFill/>
                <a:miter lim="800000"/>
                <a:headEnd type="none" w="sm" len="sm"/>
                <a:tailEnd type="none" w="sm" len="sm"/>
              </a:ln>
            </p:spPr>
            <p:txBody>
              <a:bodyPr/>
              <a:lstStyle/>
              <a:p>
                <a:pPr>
                  <a:lnSpc>
                    <a:spcPct val="100000"/>
                  </a:lnSpc>
                  <a:spcBef>
                    <a:spcPct val="0"/>
                  </a:spcBef>
                  <a:buClr>
                    <a:srgbClr val="0066FF"/>
                  </a:buClr>
                  <a:buSzPct val="75000"/>
                  <a:buFont typeface="Wingdings" pitchFamily="2" charset="2"/>
                  <a:buNone/>
                </a:pPr>
                <a:endParaRPr lang="en-US" sz="800">
                  <a:solidFill>
                    <a:srgbClr val="000000"/>
                  </a:solidFill>
                </a:endParaRPr>
              </a:p>
            </p:txBody>
          </p:sp>
          <p:sp>
            <p:nvSpPr>
              <p:cNvPr id="9273" name="Rectangle 23"/>
              <p:cNvSpPr>
                <a:spLocks noChangeArrowheads="1"/>
              </p:cNvSpPr>
              <p:nvPr/>
            </p:nvSpPr>
            <p:spPr bwMode="auto">
              <a:xfrm>
                <a:off x="1248" y="2326"/>
                <a:ext cx="384" cy="86"/>
              </a:xfrm>
              <a:prstGeom prst="rect">
                <a:avLst/>
              </a:prstGeom>
              <a:solidFill>
                <a:schemeClr val="accent1"/>
              </a:solidFill>
              <a:ln w="12700">
                <a:noFill/>
                <a:miter lim="800000"/>
                <a:headEnd type="none" w="sm" len="sm"/>
                <a:tailEnd type="none" w="sm" len="sm"/>
              </a:ln>
            </p:spPr>
            <p:txBody>
              <a:bodyPr/>
              <a:lstStyle/>
              <a:p>
                <a:pPr>
                  <a:lnSpc>
                    <a:spcPct val="100000"/>
                  </a:lnSpc>
                  <a:spcBef>
                    <a:spcPct val="0"/>
                  </a:spcBef>
                  <a:buClr>
                    <a:srgbClr val="0066FF"/>
                  </a:buClr>
                  <a:buSzPct val="75000"/>
                  <a:buFont typeface="Wingdings" pitchFamily="2" charset="2"/>
                  <a:buNone/>
                </a:pPr>
                <a:endParaRPr lang="en-US" sz="800">
                  <a:solidFill>
                    <a:srgbClr val="000000"/>
                  </a:solidFill>
                </a:endParaRPr>
              </a:p>
            </p:txBody>
          </p:sp>
          <p:sp>
            <p:nvSpPr>
              <p:cNvPr id="9274" name="Rectangle 24"/>
              <p:cNvSpPr>
                <a:spLocks noChangeArrowheads="1"/>
              </p:cNvSpPr>
              <p:nvPr/>
            </p:nvSpPr>
            <p:spPr bwMode="auto">
              <a:xfrm>
                <a:off x="1248" y="2240"/>
                <a:ext cx="384" cy="86"/>
              </a:xfrm>
              <a:prstGeom prst="rect">
                <a:avLst/>
              </a:prstGeom>
              <a:solidFill>
                <a:schemeClr val="accent1"/>
              </a:solidFill>
              <a:ln w="12700">
                <a:noFill/>
                <a:miter lim="800000"/>
                <a:headEnd type="none" w="sm" len="sm"/>
                <a:tailEnd type="none" w="sm" len="sm"/>
              </a:ln>
            </p:spPr>
            <p:txBody>
              <a:bodyPr/>
              <a:lstStyle/>
              <a:p>
                <a:pPr>
                  <a:lnSpc>
                    <a:spcPct val="100000"/>
                  </a:lnSpc>
                  <a:spcBef>
                    <a:spcPct val="0"/>
                  </a:spcBef>
                  <a:buClr>
                    <a:srgbClr val="0066FF"/>
                  </a:buClr>
                  <a:buSzPct val="75000"/>
                  <a:buFont typeface="Wingdings" pitchFamily="2" charset="2"/>
                  <a:buNone/>
                </a:pPr>
                <a:endParaRPr lang="en-US" sz="800">
                  <a:solidFill>
                    <a:srgbClr val="000000"/>
                  </a:solidFill>
                </a:endParaRPr>
              </a:p>
            </p:txBody>
          </p:sp>
          <p:sp>
            <p:nvSpPr>
              <p:cNvPr id="9275" name="Rectangle 25"/>
              <p:cNvSpPr>
                <a:spLocks noChangeArrowheads="1"/>
              </p:cNvSpPr>
              <p:nvPr/>
            </p:nvSpPr>
            <p:spPr bwMode="auto">
              <a:xfrm>
                <a:off x="1248" y="2154"/>
                <a:ext cx="384" cy="86"/>
              </a:xfrm>
              <a:prstGeom prst="rect">
                <a:avLst/>
              </a:prstGeom>
              <a:solidFill>
                <a:schemeClr val="accent1"/>
              </a:solidFill>
              <a:ln w="12700">
                <a:noFill/>
                <a:miter lim="800000"/>
                <a:headEnd type="none" w="sm" len="sm"/>
                <a:tailEnd type="none" w="sm" len="sm"/>
              </a:ln>
            </p:spPr>
            <p:txBody>
              <a:bodyPr/>
              <a:lstStyle/>
              <a:p>
                <a:pPr>
                  <a:lnSpc>
                    <a:spcPct val="100000"/>
                  </a:lnSpc>
                  <a:spcBef>
                    <a:spcPct val="0"/>
                  </a:spcBef>
                  <a:buClr>
                    <a:srgbClr val="0066FF"/>
                  </a:buClr>
                  <a:buSzPct val="75000"/>
                  <a:buFont typeface="Wingdings" pitchFamily="2" charset="2"/>
                  <a:buNone/>
                </a:pPr>
                <a:endParaRPr lang="en-US" sz="800">
                  <a:solidFill>
                    <a:srgbClr val="000000"/>
                  </a:solidFill>
                </a:endParaRPr>
              </a:p>
            </p:txBody>
          </p:sp>
          <p:sp>
            <p:nvSpPr>
              <p:cNvPr id="539674" name="Line 26"/>
              <p:cNvSpPr>
                <a:spLocks noChangeShapeType="1"/>
              </p:cNvSpPr>
              <p:nvPr/>
            </p:nvSpPr>
            <p:spPr bwMode="auto">
              <a:xfrm>
                <a:off x="1248" y="2154"/>
                <a:ext cx="381" cy="0"/>
              </a:xfrm>
              <a:prstGeom prst="line">
                <a:avLst/>
              </a:prstGeom>
              <a:noFill/>
              <a:ln w="28575" cap="sq">
                <a:solidFill>
                  <a:schemeClr val="tx1"/>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
            <p:nvSpPr>
              <p:cNvPr id="539675" name="Line 27"/>
              <p:cNvSpPr>
                <a:spLocks noChangeShapeType="1"/>
              </p:cNvSpPr>
              <p:nvPr/>
            </p:nvSpPr>
            <p:spPr bwMode="auto">
              <a:xfrm>
                <a:off x="1248" y="2240"/>
                <a:ext cx="381" cy="0"/>
              </a:xfrm>
              <a:prstGeom prst="line">
                <a:avLst/>
              </a:prstGeom>
              <a:noFill/>
              <a:ln w="12700">
                <a:solidFill>
                  <a:schemeClr val="tx1"/>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
            <p:nvSpPr>
              <p:cNvPr id="539676" name="Line 28"/>
              <p:cNvSpPr>
                <a:spLocks noChangeShapeType="1"/>
              </p:cNvSpPr>
              <p:nvPr/>
            </p:nvSpPr>
            <p:spPr bwMode="auto">
              <a:xfrm>
                <a:off x="1248" y="2326"/>
                <a:ext cx="381" cy="0"/>
              </a:xfrm>
              <a:prstGeom prst="line">
                <a:avLst/>
              </a:prstGeom>
              <a:noFill/>
              <a:ln w="12700">
                <a:solidFill>
                  <a:schemeClr val="tx1"/>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
            <p:nvSpPr>
              <p:cNvPr id="539677" name="Line 29"/>
              <p:cNvSpPr>
                <a:spLocks noChangeShapeType="1"/>
              </p:cNvSpPr>
              <p:nvPr/>
            </p:nvSpPr>
            <p:spPr bwMode="auto">
              <a:xfrm>
                <a:off x="1248" y="2412"/>
                <a:ext cx="381" cy="0"/>
              </a:xfrm>
              <a:prstGeom prst="line">
                <a:avLst/>
              </a:prstGeom>
              <a:noFill/>
              <a:ln w="12700">
                <a:solidFill>
                  <a:schemeClr val="tx1"/>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
            <p:nvSpPr>
              <p:cNvPr id="539678" name="Line 30"/>
              <p:cNvSpPr>
                <a:spLocks noChangeShapeType="1"/>
              </p:cNvSpPr>
              <p:nvPr/>
            </p:nvSpPr>
            <p:spPr bwMode="auto">
              <a:xfrm>
                <a:off x="1248" y="2499"/>
                <a:ext cx="381" cy="0"/>
              </a:xfrm>
              <a:prstGeom prst="line">
                <a:avLst/>
              </a:prstGeom>
              <a:noFill/>
              <a:ln w="12700">
                <a:solidFill>
                  <a:schemeClr val="tx1"/>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
            <p:nvSpPr>
              <p:cNvPr id="539679" name="Line 31"/>
              <p:cNvSpPr>
                <a:spLocks noChangeShapeType="1"/>
              </p:cNvSpPr>
              <p:nvPr/>
            </p:nvSpPr>
            <p:spPr bwMode="auto">
              <a:xfrm>
                <a:off x="1248" y="2584"/>
                <a:ext cx="381" cy="0"/>
              </a:xfrm>
              <a:prstGeom prst="line">
                <a:avLst/>
              </a:prstGeom>
              <a:noFill/>
              <a:ln w="12700">
                <a:solidFill>
                  <a:schemeClr val="tx1"/>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
            <p:nvSpPr>
              <p:cNvPr id="539680" name="Line 32"/>
              <p:cNvSpPr>
                <a:spLocks noChangeShapeType="1"/>
              </p:cNvSpPr>
              <p:nvPr/>
            </p:nvSpPr>
            <p:spPr bwMode="auto">
              <a:xfrm>
                <a:off x="1248" y="2670"/>
                <a:ext cx="381" cy="0"/>
              </a:xfrm>
              <a:prstGeom prst="line">
                <a:avLst/>
              </a:prstGeom>
              <a:noFill/>
              <a:ln w="12700">
                <a:solidFill>
                  <a:schemeClr val="tx1"/>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
            <p:nvSpPr>
              <p:cNvPr id="539681" name="Line 33"/>
              <p:cNvSpPr>
                <a:spLocks noChangeShapeType="1"/>
              </p:cNvSpPr>
              <p:nvPr/>
            </p:nvSpPr>
            <p:spPr bwMode="auto">
              <a:xfrm>
                <a:off x="1248" y="2756"/>
                <a:ext cx="381" cy="0"/>
              </a:xfrm>
              <a:prstGeom prst="line">
                <a:avLst/>
              </a:prstGeom>
              <a:noFill/>
              <a:ln w="12700">
                <a:solidFill>
                  <a:schemeClr val="tx1"/>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
            <p:nvSpPr>
              <p:cNvPr id="539682" name="Line 34"/>
              <p:cNvSpPr>
                <a:spLocks noChangeShapeType="1"/>
              </p:cNvSpPr>
              <p:nvPr/>
            </p:nvSpPr>
            <p:spPr bwMode="auto">
              <a:xfrm>
                <a:off x="1248" y="2842"/>
                <a:ext cx="381" cy="0"/>
              </a:xfrm>
              <a:prstGeom prst="line">
                <a:avLst/>
              </a:prstGeom>
              <a:noFill/>
              <a:ln w="28575" cap="sq">
                <a:solidFill>
                  <a:schemeClr val="tx1"/>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
            <p:nvSpPr>
              <p:cNvPr id="539683" name="Line 35"/>
              <p:cNvSpPr>
                <a:spLocks noChangeShapeType="1"/>
              </p:cNvSpPr>
              <p:nvPr/>
            </p:nvSpPr>
            <p:spPr bwMode="auto">
              <a:xfrm>
                <a:off x="1248" y="2154"/>
                <a:ext cx="0" cy="688"/>
              </a:xfrm>
              <a:prstGeom prst="line">
                <a:avLst/>
              </a:prstGeom>
              <a:noFill/>
              <a:ln w="28575" cap="sq">
                <a:solidFill>
                  <a:schemeClr val="tx1"/>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
            <p:nvSpPr>
              <p:cNvPr id="539684" name="Line 36"/>
              <p:cNvSpPr>
                <a:spLocks noChangeShapeType="1"/>
              </p:cNvSpPr>
              <p:nvPr/>
            </p:nvSpPr>
            <p:spPr bwMode="auto">
              <a:xfrm>
                <a:off x="1632" y="2154"/>
                <a:ext cx="0" cy="688"/>
              </a:xfrm>
              <a:prstGeom prst="line">
                <a:avLst/>
              </a:prstGeom>
              <a:noFill/>
              <a:ln w="28575" cap="sq">
                <a:solidFill>
                  <a:schemeClr val="tx1"/>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grpSp>
        <p:sp>
          <p:nvSpPr>
            <p:cNvPr id="9267" name="Rectangle 37"/>
            <p:cNvSpPr>
              <a:spLocks noChangeArrowheads="1"/>
            </p:cNvSpPr>
            <p:nvPr/>
          </p:nvSpPr>
          <p:spPr bwMode="auto">
            <a:xfrm>
              <a:off x="1212" y="1968"/>
              <a:ext cx="456" cy="200"/>
            </a:xfrm>
            <a:prstGeom prst="rect">
              <a:avLst/>
            </a:prstGeom>
            <a:noFill/>
            <a:ln w="12700">
              <a:noFill/>
              <a:miter lim="800000"/>
              <a:headEnd type="none" w="sm" len="sm"/>
              <a:tailEnd type="none" w="sm" len="sm"/>
            </a:ln>
          </p:spPr>
          <p:txBody>
            <a:bodyPr wrap="none" lIns="0" tIns="0" rIns="0" bIns="0">
              <a:spAutoFit/>
            </a:bodyPr>
            <a:lstStyle/>
            <a:p>
              <a:pPr algn="ctr">
                <a:spcBef>
                  <a:spcPct val="10000"/>
                </a:spcBef>
              </a:pPr>
              <a:r>
                <a:rPr lang="en-US" sz="2000">
                  <a:solidFill>
                    <a:srgbClr val="000000"/>
                  </a:solidFill>
                  <a:latin typeface="Arial Narrow" pitchFamily="34" charset="0"/>
                </a:rPr>
                <a:t>Stack</a:t>
              </a:r>
            </a:p>
          </p:txBody>
        </p:sp>
      </p:grpSp>
      <p:sp>
        <p:nvSpPr>
          <p:cNvPr id="9247" name="Rectangle 40"/>
          <p:cNvSpPr>
            <a:spLocks noChangeArrowheads="1"/>
          </p:cNvSpPr>
          <p:nvPr/>
        </p:nvSpPr>
        <p:spPr bwMode="auto">
          <a:xfrm>
            <a:off x="2254250" y="4695826"/>
            <a:ext cx="468313" cy="104775"/>
          </a:xfrm>
          <a:prstGeom prst="rect">
            <a:avLst/>
          </a:prstGeom>
          <a:solidFill>
            <a:schemeClr val="accent5">
              <a:lumMod val="20000"/>
              <a:lumOff val="80000"/>
            </a:schemeClr>
          </a:solidFill>
          <a:ln w="12700">
            <a:noFill/>
            <a:miter lim="800000"/>
            <a:headEnd type="none" w="sm" len="sm"/>
            <a:tailEnd type="none" w="sm" len="sm"/>
          </a:ln>
        </p:spPr>
        <p:txBody>
          <a:bodyPr/>
          <a:lstStyle/>
          <a:p>
            <a:pPr>
              <a:lnSpc>
                <a:spcPct val="100000"/>
              </a:lnSpc>
              <a:spcBef>
                <a:spcPct val="0"/>
              </a:spcBef>
              <a:buClr>
                <a:srgbClr val="0066FF"/>
              </a:buClr>
              <a:buSzPct val="75000"/>
              <a:buFont typeface="Wingdings" pitchFamily="2" charset="2"/>
              <a:buNone/>
            </a:pPr>
            <a:endParaRPr lang="en-US" sz="800">
              <a:solidFill>
                <a:srgbClr val="000000"/>
              </a:solidFill>
            </a:endParaRPr>
          </a:p>
        </p:txBody>
      </p:sp>
      <p:sp>
        <p:nvSpPr>
          <p:cNvPr id="9248" name="Rectangle 41"/>
          <p:cNvSpPr>
            <a:spLocks noChangeArrowheads="1"/>
          </p:cNvSpPr>
          <p:nvPr/>
        </p:nvSpPr>
        <p:spPr bwMode="auto">
          <a:xfrm>
            <a:off x="2254250" y="4591051"/>
            <a:ext cx="468313" cy="104775"/>
          </a:xfrm>
          <a:prstGeom prst="rect">
            <a:avLst/>
          </a:prstGeom>
          <a:solidFill>
            <a:schemeClr val="accent5">
              <a:lumMod val="20000"/>
              <a:lumOff val="80000"/>
            </a:schemeClr>
          </a:solidFill>
          <a:ln w="12700">
            <a:noFill/>
            <a:miter lim="800000"/>
            <a:headEnd type="none" w="sm" len="sm"/>
            <a:tailEnd type="none" w="sm" len="sm"/>
          </a:ln>
        </p:spPr>
        <p:txBody>
          <a:bodyPr/>
          <a:lstStyle/>
          <a:p>
            <a:pPr>
              <a:lnSpc>
                <a:spcPct val="100000"/>
              </a:lnSpc>
              <a:spcBef>
                <a:spcPct val="0"/>
              </a:spcBef>
              <a:buClr>
                <a:srgbClr val="0066FF"/>
              </a:buClr>
              <a:buSzPct val="75000"/>
              <a:buFont typeface="Wingdings" pitchFamily="2" charset="2"/>
              <a:buNone/>
            </a:pPr>
            <a:endParaRPr lang="en-US" sz="800">
              <a:solidFill>
                <a:srgbClr val="000000"/>
              </a:solidFill>
            </a:endParaRPr>
          </a:p>
        </p:txBody>
      </p:sp>
      <p:sp>
        <p:nvSpPr>
          <p:cNvPr id="9249" name="Rectangle 42"/>
          <p:cNvSpPr>
            <a:spLocks noChangeArrowheads="1"/>
          </p:cNvSpPr>
          <p:nvPr/>
        </p:nvSpPr>
        <p:spPr bwMode="auto">
          <a:xfrm>
            <a:off x="2254250" y="4486276"/>
            <a:ext cx="468313" cy="104775"/>
          </a:xfrm>
          <a:prstGeom prst="rect">
            <a:avLst/>
          </a:prstGeom>
          <a:solidFill>
            <a:schemeClr val="accent5">
              <a:lumMod val="20000"/>
              <a:lumOff val="80000"/>
            </a:schemeClr>
          </a:solidFill>
          <a:ln w="12700">
            <a:noFill/>
            <a:miter lim="800000"/>
            <a:headEnd type="none" w="sm" len="sm"/>
            <a:tailEnd type="none" w="sm" len="sm"/>
          </a:ln>
        </p:spPr>
        <p:txBody>
          <a:bodyPr/>
          <a:lstStyle/>
          <a:p>
            <a:pPr>
              <a:lnSpc>
                <a:spcPct val="100000"/>
              </a:lnSpc>
              <a:spcBef>
                <a:spcPct val="0"/>
              </a:spcBef>
              <a:buClr>
                <a:srgbClr val="0066FF"/>
              </a:buClr>
              <a:buSzPct val="75000"/>
              <a:buFont typeface="Wingdings" pitchFamily="2" charset="2"/>
              <a:buNone/>
            </a:pPr>
            <a:endParaRPr lang="en-US" sz="800">
              <a:solidFill>
                <a:srgbClr val="000000"/>
              </a:solidFill>
            </a:endParaRPr>
          </a:p>
        </p:txBody>
      </p:sp>
      <p:sp>
        <p:nvSpPr>
          <p:cNvPr id="9250" name="Rectangle 43"/>
          <p:cNvSpPr>
            <a:spLocks noChangeArrowheads="1"/>
          </p:cNvSpPr>
          <p:nvPr/>
        </p:nvSpPr>
        <p:spPr bwMode="auto">
          <a:xfrm>
            <a:off x="2254250" y="4381501"/>
            <a:ext cx="468313" cy="104775"/>
          </a:xfrm>
          <a:prstGeom prst="rect">
            <a:avLst/>
          </a:prstGeom>
          <a:solidFill>
            <a:schemeClr val="accent2">
              <a:alpha val="50195"/>
            </a:schemeClr>
          </a:solidFill>
          <a:ln w="12700">
            <a:noFill/>
            <a:miter lim="800000"/>
            <a:headEnd type="none" w="sm" len="sm"/>
            <a:tailEnd type="none" w="sm" len="sm"/>
          </a:ln>
        </p:spPr>
        <p:txBody>
          <a:bodyPr/>
          <a:lstStyle/>
          <a:p>
            <a:pPr>
              <a:lnSpc>
                <a:spcPct val="100000"/>
              </a:lnSpc>
              <a:spcBef>
                <a:spcPct val="0"/>
              </a:spcBef>
              <a:buClr>
                <a:srgbClr val="0066FF"/>
              </a:buClr>
              <a:buSzPct val="75000"/>
              <a:buFont typeface="Wingdings" pitchFamily="2" charset="2"/>
              <a:buNone/>
            </a:pPr>
            <a:endParaRPr lang="en-US" sz="800">
              <a:solidFill>
                <a:srgbClr val="000000"/>
              </a:solidFill>
            </a:endParaRPr>
          </a:p>
        </p:txBody>
      </p:sp>
      <p:sp>
        <p:nvSpPr>
          <p:cNvPr id="9251" name="Rectangle 44"/>
          <p:cNvSpPr>
            <a:spLocks noChangeArrowheads="1"/>
          </p:cNvSpPr>
          <p:nvPr/>
        </p:nvSpPr>
        <p:spPr bwMode="auto">
          <a:xfrm>
            <a:off x="2254250" y="4275138"/>
            <a:ext cx="468313" cy="106363"/>
          </a:xfrm>
          <a:prstGeom prst="rect">
            <a:avLst/>
          </a:prstGeom>
          <a:solidFill>
            <a:schemeClr val="accent2">
              <a:alpha val="50195"/>
            </a:schemeClr>
          </a:solidFill>
          <a:ln w="12700">
            <a:noFill/>
            <a:miter lim="800000"/>
            <a:headEnd type="none" w="sm" len="sm"/>
            <a:tailEnd type="none" w="sm" len="sm"/>
          </a:ln>
        </p:spPr>
        <p:txBody>
          <a:bodyPr/>
          <a:lstStyle/>
          <a:p>
            <a:pPr>
              <a:lnSpc>
                <a:spcPct val="100000"/>
              </a:lnSpc>
              <a:spcBef>
                <a:spcPct val="0"/>
              </a:spcBef>
              <a:buClr>
                <a:srgbClr val="0066FF"/>
              </a:buClr>
              <a:buSzPct val="75000"/>
              <a:buFont typeface="Wingdings" pitchFamily="2" charset="2"/>
              <a:buNone/>
            </a:pPr>
            <a:endParaRPr lang="en-US" sz="800">
              <a:solidFill>
                <a:srgbClr val="000000"/>
              </a:solidFill>
            </a:endParaRPr>
          </a:p>
        </p:txBody>
      </p:sp>
      <p:sp>
        <p:nvSpPr>
          <p:cNvPr id="9252" name="Rectangle 45"/>
          <p:cNvSpPr>
            <a:spLocks noChangeArrowheads="1"/>
          </p:cNvSpPr>
          <p:nvPr/>
        </p:nvSpPr>
        <p:spPr bwMode="auto">
          <a:xfrm>
            <a:off x="2254250" y="4170363"/>
            <a:ext cx="468313" cy="104775"/>
          </a:xfrm>
          <a:prstGeom prst="rect">
            <a:avLst/>
          </a:prstGeom>
          <a:solidFill>
            <a:schemeClr val="accent2">
              <a:alpha val="50195"/>
            </a:schemeClr>
          </a:solidFill>
          <a:ln w="12700">
            <a:noFill/>
            <a:miter lim="800000"/>
            <a:headEnd type="none" w="sm" len="sm"/>
            <a:tailEnd type="none" w="sm" len="sm"/>
          </a:ln>
        </p:spPr>
        <p:txBody>
          <a:bodyPr/>
          <a:lstStyle/>
          <a:p>
            <a:pPr>
              <a:lnSpc>
                <a:spcPct val="100000"/>
              </a:lnSpc>
              <a:spcBef>
                <a:spcPct val="0"/>
              </a:spcBef>
              <a:buClr>
                <a:srgbClr val="0066FF"/>
              </a:buClr>
              <a:buSzPct val="75000"/>
              <a:buFont typeface="Wingdings" pitchFamily="2" charset="2"/>
              <a:buNone/>
            </a:pPr>
            <a:endParaRPr lang="en-US" sz="800">
              <a:solidFill>
                <a:srgbClr val="000000"/>
              </a:solidFill>
            </a:endParaRPr>
          </a:p>
        </p:txBody>
      </p:sp>
      <p:sp>
        <p:nvSpPr>
          <p:cNvPr id="9253" name="Rectangle 46"/>
          <p:cNvSpPr>
            <a:spLocks noChangeArrowheads="1"/>
          </p:cNvSpPr>
          <p:nvPr/>
        </p:nvSpPr>
        <p:spPr bwMode="auto">
          <a:xfrm>
            <a:off x="2254250" y="4065588"/>
            <a:ext cx="468313" cy="104775"/>
          </a:xfrm>
          <a:prstGeom prst="rect">
            <a:avLst/>
          </a:prstGeom>
          <a:solidFill>
            <a:schemeClr val="accent2">
              <a:alpha val="50195"/>
            </a:schemeClr>
          </a:solidFill>
          <a:ln w="12700">
            <a:noFill/>
            <a:miter lim="800000"/>
            <a:headEnd type="none" w="sm" len="sm"/>
            <a:tailEnd type="none" w="sm" len="sm"/>
          </a:ln>
        </p:spPr>
        <p:txBody>
          <a:bodyPr/>
          <a:lstStyle/>
          <a:p>
            <a:pPr>
              <a:lnSpc>
                <a:spcPct val="100000"/>
              </a:lnSpc>
              <a:spcBef>
                <a:spcPct val="0"/>
              </a:spcBef>
              <a:buClr>
                <a:srgbClr val="0066FF"/>
              </a:buClr>
              <a:buSzPct val="75000"/>
              <a:buFont typeface="Wingdings" pitchFamily="2" charset="2"/>
              <a:buNone/>
            </a:pPr>
            <a:endParaRPr lang="en-US" sz="800">
              <a:solidFill>
                <a:srgbClr val="000000"/>
              </a:solidFill>
            </a:endParaRPr>
          </a:p>
        </p:txBody>
      </p:sp>
      <p:sp>
        <p:nvSpPr>
          <p:cNvPr id="9254" name="Rectangle 47"/>
          <p:cNvSpPr>
            <a:spLocks noChangeArrowheads="1"/>
          </p:cNvSpPr>
          <p:nvPr/>
        </p:nvSpPr>
        <p:spPr bwMode="auto">
          <a:xfrm>
            <a:off x="2254250" y="3960813"/>
            <a:ext cx="468313" cy="104775"/>
          </a:xfrm>
          <a:prstGeom prst="rect">
            <a:avLst/>
          </a:prstGeom>
          <a:solidFill>
            <a:schemeClr val="accent2">
              <a:alpha val="50195"/>
            </a:schemeClr>
          </a:solidFill>
          <a:ln w="12700">
            <a:noFill/>
            <a:miter lim="800000"/>
            <a:headEnd type="none" w="sm" len="sm"/>
            <a:tailEnd type="none" w="sm" len="sm"/>
          </a:ln>
        </p:spPr>
        <p:txBody>
          <a:bodyPr/>
          <a:lstStyle/>
          <a:p>
            <a:pPr>
              <a:lnSpc>
                <a:spcPct val="100000"/>
              </a:lnSpc>
              <a:spcBef>
                <a:spcPct val="0"/>
              </a:spcBef>
              <a:buClr>
                <a:srgbClr val="0066FF"/>
              </a:buClr>
              <a:buSzPct val="75000"/>
              <a:buFont typeface="Wingdings" pitchFamily="2" charset="2"/>
              <a:buNone/>
            </a:pPr>
            <a:endParaRPr lang="en-US" sz="800">
              <a:solidFill>
                <a:srgbClr val="000000"/>
              </a:solidFill>
            </a:endParaRPr>
          </a:p>
        </p:txBody>
      </p:sp>
      <p:sp>
        <p:nvSpPr>
          <p:cNvPr id="539696" name="Line 48"/>
          <p:cNvSpPr>
            <a:spLocks noChangeShapeType="1"/>
          </p:cNvSpPr>
          <p:nvPr/>
        </p:nvSpPr>
        <p:spPr bwMode="auto">
          <a:xfrm>
            <a:off x="2254250" y="3960813"/>
            <a:ext cx="468313" cy="0"/>
          </a:xfrm>
          <a:prstGeom prst="line">
            <a:avLst/>
          </a:prstGeom>
          <a:noFill/>
          <a:ln w="28575" cap="sq">
            <a:solidFill>
              <a:schemeClr val="tx1"/>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
        <p:nvSpPr>
          <p:cNvPr id="539697" name="Line 49"/>
          <p:cNvSpPr>
            <a:spLocks noChangeShapeType="1"/>
          </p:cNvSpPr>
          <p:nvPr/>
        </p:nvSpPr>
        <p:spPr bwMode="auto">
          <a:xfrm>
            <a:off x="2254250" y="4065588"/>
            <a:ext cx="468313" cy="0"/>
          </a:xfrm>
          <a:prstGeom prst="line">
            <a:avLst/>
          </a:prstGeom>
          <a:noFill/>
          <a:ln w="12700">
            <a:solidFill>
              <a:schemeClr val="tx1"/>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
        <p:nvSpPr>
          <p:cNvPr id="539698" name="Line 50"/>
          <p:cNvSpPr>
            <a:spLocks noChangeShapeType="1"/>
          </p:cNvSpPr>
          <p:nvPr/>
        </p:nvSpPr>
        <p:spPr bwMode="auto">
          <a:xfrm>
            <a:off x="2254250" y="4170363"/>
            <a:ext cx="468313" cy="0"/>
          </a:xfrm>
          <a:prstGeom prst="line">
            <a:avLst/>
          </a:prstGeom>
          <a:noFill/>
          <a:ln w="12700">
            <a:solidFill>
              <a:schemeClr val="tx1"/>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
        <p:nvSpPr>
          <p:cNvPr id="539699" name="Line 51"/>
          <p:cNvSpPr>
            <a:spLocks noChangeShapeType="1"/>
          </p:cNvSpPr>
          <p:nvPr/>
        </p:nvSpPr>
        <p:spPr bwMode="auto">
          <a:xfrm>
            <a:off x="2254250" y="4275138"/>
            <a:ext cx="468313" cy="0"/>
          </a:xfrm>
          <a:prstGeom prst="line">
            <a:avLst/>
          </a:prstGeom>
          <a:noFill/>
          <a:ln w="12700">
            <a:solidFill>
              <a:schemeClr val="tx1"/>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
        <p:nvSpPr>
          <p:cNvPr id="539700" name="Line 52"/>
          <p:cNvSpPr>
            <a:spLocks noChangeShapeType="1"/>
          </p:cNvSpPr>
          <p:nvPr/>
        </p:nvSpPr>
        <p:spPr bwMode="auto">
          <a:xfrm>
            <a:off x="2254250" y="4381501"/>
            <a:ext cx="468313" cy="0"/>
          </a:xfrm>
          <a:prstGeom prst="line">
            <a:avLst/>
          </a:prstGeom>
          <a:noFill/>
          <a:ln w="12700">
            <a:solidFill>
              <a:schemeClr val="tx1"/>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
        <p:nvSpPr>
          <p:cNvPr id="539701" name="Line 53"/>
          <p:cNvSpPr>
            <a:spLocks noChangeShapeType="1"/>
          </p:cNvSpPr>
          <p:nvPr/>
        </p:nvSpPr>
        <p:spPr bwMode="auto">
          <a:xfrm>
            <a:off x="2254250" y="4486276"/>
            <a:ext cx="468313" cy="0"/>
          </a:xfrm>
          <a:prstGeom prst="line">
            <a:avLst/>
          </a:prstGeom>
          <a:noFill/>
          <a:ln w="12700">
            <a:solidFill>
              <a:schemeClr val="tx1"/>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
        <p:nvSpPr>
          <p:cNvPr id="539702" name="Line 54"/>
          <p:cNvSpPr>
            <a:spLocks noChangeShapeType="1"/>
          </p:cNvSpPr>
          <p:nvPr/>
        </p:nvSpPr>
        <p:spPr bwMode="auto">
          <a:xfrm>
            <a:off x="2254250" y="4591051"/>
            <a:ext cx="468313" cy="0"/>
          </a:xfrm>
          <a:prstGeom prst="line">
            <a:avLst/>
          </a:prstGeom>
          <a:noFill/>
          <a:ln w="12700">
            <a:solidFill>
              <a:schemeClr val="tx1"/>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
        <p:nvSpPr>
          <p:cNvPr id="539703" name="Line 55"/>
          <p:cNvSpPr>
            <a:spLocks noChangeShapeType="1"/>
          </p:cNvSpPr>
          <p:nvPr/>
        </p:nvSpPr>
        <p:spPr bwMode="auto">
          <a:xfrm>
            <a:off x="2254250" y="4695826"/>
            <a:ext cx="468313" cy="0"/>
          </a:xfrm>
          <a:prstGeom prst="line">
            <a:avLst/>
          </a:prstGeom>
          <a:noFill/>
          <a:ln w="12700">
            <a:solidFill>
              <a:schemeClr val="tx1"/>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
        <p:nvSpPr>
          <p:cNvPr id="539704" name="Line 56"/>
          <p:cNvSpPr>
            <a:spLocks noChangeShapeType="1"/>
          </p:cNvSpPr>
          <p:nvPr/>
        </p:nvSpPr>
        <p:spPr bwMode="auto">
          <a:xfrm>
            <a:off x="2254250" y="4800601"/>
            <a:ext cx="468313" cy="0"/>
          </a:xfrm>
          <a:prstGeom prst="line">
            <a:avLst/>
          </a:prstGeom>
          <a:noFill/>
          <a:ln w="28575" cap="sq">
            <a:solidFill>
              <a:schemeClr val="tx1"/>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
        <p:nvSpPr>
          <p:cNvPr id="539705" name="Line 57"/>
          <p:cNvSpPr>
            <a:spLocks noChangeShapeType="1"/>
          </p:cNvSpPr>
          <p:nvPr/>
        </p:nvSpPr>
        <p:spPr bwMode="auto">
          <a:xfrm>
            <a:off x="2254250" y="3960813"/>
            <a:ext cx="0" cy="839788"/>
          </a:xfrm>
          <a:prstGeom prst="line">
            <a:avLst/>
          </a:prstGeom>
          <a:noFill/>
          <a:ln w="28575" cap="sq">
            <a:solidFill>
              <a:schemeClr val="tx1"/>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
        <p:nvSpPr>
          <p:cNvPr id="539706" name="Line 58"/>
          <p:cNvSpPr>
            <a:spLocks noChangeShapeType="1"/>
          </p:cNvSpPr>
          <p:nvPr/>
        </p:nvSpPr>
        <p:spPr bwMode="auto">
          <a:xfrm>
            <a:off x="2722563" y="3960813"/>
            <a:ext cx="0" cy="839788"/>
          </a:xfrm>
          <a:prstGeom prst="line">
            <a:avLst/>
          </a:prstGeom>
          <a:noFill/>
          <a:ln w="28575" cap="sq">
            <a:solidFill>
              <a:schemeClr val="tx1"/>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
        <p:nvSpPr>
          <p:cNvPr id="9246" name="Rectangle 59"/>
          <p:cNvSpPr>
            <a:spLocks noChangeArrowheads="1"/>
          </p:cNvSpPr>
          <p:nvPr/>
        </p:nvSpPr>
        <p:spPr bwMode="auto">
          <a:xfrm>
            <a:off x="2235200" y="3733800"/>
            <a:ext cx="509588" cy="244475"/>
          </a:xfrm>
          <a:prstGeom prst="rect">
            <a:avLst/>
          </a:prstGeom>
          <a:noFill/>
          <a:ln w="12700">
            <a:noFill/>
            <a:miter lim="800000"/>
            <a:headEnd type="none" w="sm" len="sm"/>
            <a:tailEnd type="none" w="sm" len="sm"/>
          </a:ln>
        </p:spPr>
        <p:txBody>
          <a:bodyPr wrap="none" lIns="0" tIns="0" rIns="0" bIns="0">
            <a:spAutoFit/>
          </a:bodyPr>
          <a:lstStyle/>
          <a:p>
            <a:pPr algn="ctr">
              <a:spcBef>
                <a:spcPct val="10000"/>
              </a:spcBef>
            </a:pPr>
            <a:r>
              <a:rPr lang="en-US" sz="2000">
                <a:solidFill>
                  <a:srgbClr val="000000"/>
                </a:solidFill>
                <a:latin typeface="Arial Narrow" pitchFamily="34" charset="0"/>
              </a:rPr>
              <a:t>Heap</a:t>
            </a:r>
          </a:p>
        </p:txBody>
      </p:sp>
      <p:sp>
        <p:nvSpPr>
          <p:cNvPr id="9234" name="Text Box 61"/>
          <p:cNvSpPr txBox="1">
            <a:spLocks noChangeArrowheads="1"/>
          </p:cNvSpPr>
          <p:nvPr/>
        </p:nvSpPr>
        <p:spPr bwMode="auto">
          <a:xfrm>
            <a:off x="5715000" y="1143000"/>
            <a:ext cx="3352800" cy="2200602"/>
          </a:xfrm>
          <a:prstGeom prst="rect">
            <a:avLst/>
          </a:prstGeom>
          <a:noFill/>
          <a:ln w="12700">
            <a:noFill/>
            <a:miter lim="800000"/>
            <a:headEnd type="none" w="sm" len="sm"/>
            <a:tailEnd type="none" w="sm" len="sm"/>
          </a:ln>
        </p:spPr>
        <p:txBody>
          <a:bodyPr bIns="137160">
            <a:spAutoFit/>
          </a:bodyPr>
          <a:lstStyle/>
          <a:p>
            <a:pPr marL="342900" indent="-342900">
              <a:lnSpc>
                <a:spcPct val="90000"/>
              </a:lnSpc>
              <a:spcBef>
                <a:spcPts val="600"/>
              </a:spcBef>
              <a:buClr>
                <a:schemeClr val="tx2"/>
              </a:buClr>
              <a:buSzPct val="75000"/>
              <a:buFont typeface="Wingdings"/>
              <a:buChar char=""/>
            </a:pPr>
            <a:r>
              <a:rPr lang="en-US" sz="2000">
                <a:solidFill>
                  <a:srgbClr val="000000"/>
                </a:solidFill>
                <a:latin typeface="Calibri" pitchFamily="34" charset="0"/>
                <a:cs typeface="Calibri" pitchFamily="34" charset="0"/>
              </a:rPr>
              <a:t>Common memory reuse within C language</a:t>
            </a:r>
          </a:p>
          <a:p>
            <a:pPr marL="342900" indent="-342900">
              <a:lnSpc>
                <a:spcPct val="90000"/>
              </a:lnSpc>
              <a:spcBef>
                <a:spcPts val="600"/>
              </a:spcBef>
              <a:buClr>
                <a:schemeClr val="tx2"/>
              </a:buClr>
              <a:buSzPct val="75000"/>
              <a:buFont typeface="Wingdings"/>
              <a:buChar char=""/>
            </a:pPr>
            <a:r>
              <a:rPr lang="en-US" sz="2000">
                <a:solidFill>
                  <a:srgbClr val="000000"/>
                </a:solidFill>
                <a:latin typeface="Calibri" pitchFamily="34" charset="0"/>
                <a:cs typeface="Calibri" pitchFamily="34" charset="0"/>
              </a:rPr>
              <a:t>A </a:t>
            </a:r>
            <a:r>
              <a:rPr lang="en-US" sz="2000">
                <a:solidFill>
                  <a:schemeClr val="tx2"/>
                </a:solidFill>
                <a:latin typeface="Calibri" pitchFamily="34" charset="0"/>
                <a:cs typeface="Calibri" pitchFamily="34" charset="0"/>
              </a:rPr>
              <a:t>Heap</a:t>
            </a:r>
            <a:r>
              <a:rPr lang="en-US" sz="2000">
                <a:solidFill>
                  <a:srgbClr val="000000"/>
                </a:solidFill>
                <a:latin typeface="Calibri" pitchFamily="34" charset="0"/>
                <a:cs typeface="Calibri" pitchFamily="34" charset="0"/>
              </a:rPr>
              <a:t> (</a:t>
            </a:r>
            <a:r>
              <a:rPr lang="en-US" sz="1800">
                <a:solidFill>
                  <a:srgbClr val="000000"/>
                </a:solidFill>
                <a:latin typeface="Calibri" pitchFamily="34" charset="0"/>
                <a:cs typeface="Calibri" pitchFamily="34" charset="0"/>
              </a:rPr>
              <a:t>i.e.</a:t>
            </a:r>
            <a:r>
              <a:rPr lang="en-US" sz="2000">
                <a:solidFill>
                  <a:srgbClr val="000000"/>
                </a:solidFill>
                <a:latin typeface="Calibri" pitchFamily="34" charset="0"/>
                <a:cs typeface="Calibri" pitchFamily="34" charset="0"/>
              </a:rPr>
              <a:t> system memory) allocates, then frees chunks of memory from a common system block</a:t>
            </a:r>
          </a:p>
        </p:txBody>
      </p:sp>
      <p:sp>
        <p:nvSpPr>
          <p:cNvPr id="9235" name="Leading Question"/>
          <p:cNvSpPr txBox="1">
            <a:spLocks noChangeArrowheads="1"/>
          </p:cNvSpPr>
          <p:nvPr/>
        </p:nvSpPr>
        <p:spPr bwMode="auto">
          <a:xfrm>
            <a:off x="7010400" y="6172200"/>
            <a:ext cx="1590179" cy="307777"/>
          </a:xfrm>
          <a:prstGeom prst="rect">
            <a:avLst/>
          </a:prstGeom>
          <a:noFill/>
          <a:ln w="12700">
            <a:noFill/>
            <a:miter lim="800000"/>
            <a:headEnd type="none" w="sm" len="sm"/>
            <a:tailEnd type="none" w="sm" len="sm"/>
          </a:ln>
        </p:spPr>
        <p:txBody>
          <a:bodyPr wrap="none" lIns="0" tIns="0" rIns="0" bIns="0">
            <a:spAutoFit/>
          </a:bodyPr>
          <a:lstStyle/>
          <a:p>
            <a:pPr algn="r">
              <a:lnSpc>
                <a:spcPct val="100000"/>
              </a:lnSpc>
              <a:spcBef>
                <a:spcPct val="0"/>
              </a:spcBef>
            </a:pPr>
            <a:r>
              <a:rPr lang="en-US" sz="2000" b="0" dirty="0" smtClean="0">
                <a:solidFill>
                  <a:schemeClr val="tx2"/>
                </a:solidFill>
                <a:latin typeface="Arial Narrow" pitchFamily="34" charset="0"/>
              </a:rPr>
              <a:t>Code Example…</a:t>
            </a:r>
            <a:endParaRPr lang="en-US" sz="2000" b="0" dirty="0">
              <a:solidFill>
                <a:schemeClr val="tx2"/>
              </a:solidFill>
              <a:latin typeface="Arial Narrow" pitchFamily="34" charset="0"/>
            </a:endParaRPr>
          </a:p>
        </p:txBody>
      </p:sp>
      <p:sp>
        <p:nvSpPr>
          <p:cNvPr id="539719" name="AutoShape 71"/>
          <p:cNvSpPr>
            <a:spLocks noChangeArrowheads="1"/>
          </p:cNvSpPr>
          <p:nvPr/>
        </p:nvSpPr>
        <p:spPr bwMode="auto">
          <a:xfrm rot="1273974">
            <a:off x="2743200" y="4343400"/>
            <a:ext cx="762000" cy="533400"/>
          </a:xfrm>
          <a:prstGeom prst="leftArrow">
            <a:avLst>
              <a:gd name="adj1" fmla="val 50000"/>
              <a:gd name="adj2" fmla="val 35714"/>
            </a:avLst>
          </a:prstGeom>
          <a:solidFill>
            <a:schemeClr val="tx2"/>
          </a:solidFill>
          <a:ln w="12700">
            <a:solidFill>
              <a:schemeClr val="tx1"/>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pic>
        <p:nvPicPr>
          <p:cNvPr id="68" name="Animated Logo" descr="tilogo_color_twoline.png"/>
          <p:cNvPicPr>
            <a:picLocks noChangeAspect="1"/>
          </p:cNvPicPr>
          <p:nvPr/>
        </p:nvPicPr>
        <p:blipFill>
          <a:blip r:embed="rId3" cstate="print"/>
          <a:stretch>
            <a:fillRect/>
          </a:stretch>
        </p:blipFill>
        <p:spPr>
          <a:xfrm>
            <a:off x="50800" y="6477000"/>
            <a:ext cx="1438537" cy="347443"/>
          </a:xfrm>
          <a:prstGeom prst="rect">
            <a:avLst/>
          </a:prstGeom>
        </p:spPr>
      </p:pic>
    </p:spTree>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US" smtClean="0"/>
              <a:t>Dynamic Example </a:t>
            </a:r>
            <a:r>
              <a:rPr lang="en-US" sz="3200" smtClean="0"/>
              <a:t>(Heap)</a:t>
            </a:r>
          </a:p>
        </p:txBody>
      </p:sp>
      <p:grpSp>
        <p:nvGrpSpPr>
          <p:cNvPr id="2" name="Group 4"/>
          <p:cNvGrpSpPr>
            <a:grpSpLocks/>
          </p:cNvGrpSpPr>
          <p:nvPr/>
        </p:nvGrpSpPr>
        <p:grpSpPr bwMode="auto">
          <a:xfrm>
            <a:off x="352425" y="685800"/>
            <a:ext cx="3546475" cy="4953000"/>
            <a:chOff x="150" y="432"/>
            <a:chExt cx="2234" cy="3120"/>
          </a:xfrm>
        </p:grpSpPr>
        <p:sp>
          <p:nvSpPr>
            <p:cNvPr id="10250" name="Rectangle 5"/>
            <p:cNvSpPr>
              <a:spLocks noChangeArrowheads="1"/>
            </p:cNvSpPr>
            <p:nvPr/>
          </p:nvSpPr>
          <p:spPr bwMode="auto">
            <a:xfrm>
              <a:off x="192" y="672"/>
              <a:ext cx="2160" cy="2880"/>
            </a:xfrm>
            <a:prstGeom prst="rect">
              <a:avLst/>
            </a:prstGeom>
            <a:solidFill>
              <a:schemeClr val="accent5">
                <a:lumMod val="20000"/>
                <a:lumOff val="80000"/>
              </a:schemeClr>
            </a:solidFill>
            <a:ln w="12700">
              <a:solidFill>
                <a:schemeClr val="tx1"/>
              </a:solidFill>
              <a:miter lim="800000"/>
              <a:headEnd type="none" w="sm" len="sm"/>
              <a:tailEnd type="none" w="sm" len="sm"/>
            </a:ln>
          </p:spPr>
          <p:txBody>
            <a:bodyPr wrap="none" tIns="137160"/>
            <a:lstStyle/>
            <a:p>
              <a:pPr>
                <a:lnSpc>
                  <a:spcPct val="100000"/>
                </a:lnSpc>
                <a:spcBef>
                  <a:spcPct val="40000"/>
                </a:spcBef>
              </a:pPr>
              <a:r>
                <a:rPr lang="en-US" sz="2000" dirty="0">
                  <a:solidFill>
                    <a:srgbClr val="000000"/>
                  </a:solidFill>
                </a:rPr>
                <a:t>#define SIZE 32</a:t>
              </a:r>
            </a:p>
            <a:p>
              <a:pPr>
                <a:lnSpc>
                  <a:spcPct val="100000"/>
                </a:lnSpc>
                <a:spcBef>
                  <a:spcPct val="40000"/>
                </a:spcBef>
              </a:pPr>
              <a:r>
                <a:rPr lang="en-US" sz="2000" dirty="0" smtClean="0">
                  <a:solidFill>
                    <a:srgbClr val="000000"/>
                  </a:solidFill>
                </a:rPr>
                <a:t>char </a:t>
              </a:r>
              <a:r>
                <a:rPr lang="en-US" sz="2000" dirty="0">
                  <a:solidFill>
                    <a:srgbClr val="000000"/>
                  </a:solidFill>
                </a:rPr>
                <a:t>x[SIZE];	/*allocate*/</a:t>
              </a:r>
            </a:p>
            <a:p>
              <a:pPr>
                <a:lnSpc>
                  <a:spcPct val="100000"/>
                </a:lnSpc>
                <a:spcBef>
                  <a:spcPct val="40000"/>
                </a:spcBef>
              </a:pPr>
              <a:r>
                <a:rPr lang="en-US" sz="2000" dirty="0" smtClean="0">
                  <a:solidFill>
                    <a:srgbClr val="000000"/>
                  </a:solidFill>
                </a:rPr>
                <a:t>char </a:t>
              </a:r>
              <a:r>
                <a:rPr lang="en-US" sz="2000" dirty="0">
                  <a:solidFill>
                    <a:srgbClr val="000000"/>
                  </a:solidFill>
                </a:rPr>
                <a:t>a[SIZE];</a:t>
              </a:r>
            </a:p>
            <a:p>
              <a:pPr>
                <a:lnSpc>
                  <a:spcPct val="100000"/>
                </a:lnSpc>
                <a:spcBef>
                  <a:spcPct val="40000"/>
                </a:spcBef>
              </a:pPr>
              <a:r>
                <a:rPr lang="en-US" sz="2000" dirty="0">
                  <a:solidFill>
                    <a:srgbClr val="000000"/>
                  </a:solidFill>
                </a:rPr>
                <a:t>x={…};		/*initialize*/</a:t>
              </a:r>
            </a:p>
            <a:p>
              <a:pPr>
                <a:lnSpc>
                  <a:spcPct val="100000"/>
                </a:lnSpc>
                <a:spcBef>
                  <a:spcPct val="40000"/>
                </a:spcBef>
              </a:pPr>
              <a:r>
                <a:rPr lang="en-US" sz="2000" dirty="0">
                  <a:solidFill>
                    <a:srgbClr val="000000"/>
                  </a:solidFill>
                </a:rPr>
                <a:t>a={…};</a:t>
              </a:r>
            </a:p>
            <a:p>
              <a:pPr>
                <a:lnSpc>
                  <a:spcPct val="100000"/>
                </a:lnSpc>
                <a:spcBef>
                  <a:spcPct val="40000"/>
                </a:spcBef>
              </a:pPr>
              <a:endParaRPr lang="en-US" sz="2000" dirty="0">
                <a:solidFill>
                  <a:srgbClr val="000000"/>
                </a:solidFill>
              </a:endParaRPr>
            </a:p>
            <a:p>
              <a:pPr>
                <a:lnSpc>
                  <a:spcPct val="100000"/>
                </a:lnSpc>
                <a:spcBef>
                  <a:spcPct val="40000"/>
                </a:spcBef>
              </a:pPr>
              <a:r>
                <a:rPr lang="en-US" sz="2000" dirty="0">
                  <a:solidFill>
                    <a:srgbClr val="000000"/>
                  </a:solidFill>
                </a:rPr>
                <a:t>filter(…);	/*execute*/</a:t>
              </a:r>
            </a:p>
            <a:p>
              <a:pPr>
                <a:lnSpc>
                  <a:spcPct val="100000"/>
                </a:lnSpc>
                <a:spcBef>
                  <a:spcPct val="40000"/>
                </a:spcBef>
              </a:pPr>
              <a:endParaRPr lang="en-US" dirty="0">
                <a:solidFill>
                  <a:srgbClr val="000000"/>
                </a:solidFill>
              </a:endParaRPr>
            </a:p>
          </p:txBody>
        </p:sp>
        <p:sp>
          <p:nvSpPr>
            <p:cNvPr id="10251" name="Text Box 6"/>
            <p:cNvSpPr txBox="1">
              <a:spLocks noChangeArrowheads="1"/>
            </p:cNvSpPr>
            <p:nvPr/>
          </p:nvSpPr>
          <p:spPr bwMode="auto">
            <a:xfrm>
              <a:off x="150" y="432"/>
              <a:ext cx="2234" cy="233"/>
            </a:xfrm>
            <a:prstGeom prst="rect">
              <a:avLst/>
            </a:prstGeom>
            <a:noFill/>
            <a:ln w="12700">
              <a:noFill/>
              <a:miter lim="800000"/>
              <a:headEnd type="none" w="sm" len="sm"/>
              <a:tailEnd type="none" w="sm" len="sm"/>
            </a:ln>
          </p:spPr>
          <p:txBody>
            <a:bodyPr wrap="none" tIns="0" bIns="0">
              <a:spAutoFit/>
            </a:bodyPr>
            <a:lstStyle/>
            <a:p>
              <a:pPr algn="ctr">
                <a:lnSpc>
                  <a:spcPct val="100000"/>
                </a:lnSpc>
                <a:spcBef>
                  <a:spcPct val="0"/>
                </a:spcBef>
              </a:pPr>
              <a:r>
                <a:rPr lang="en-US" i="1">
                  <a:solidFill>
                    <a:schemeClr val="tx2"/>
                  </a:solidFill>
                  <a:latin typeface="Calibri" pitchFamily="34" charset="0"/>
                  <a:cs typeface="Calibri" pitchFamily="34" charset="0"/>
                </a:rPr>
                <a:t>“Normal” (static) C Coding</a:t>
              </a:r>
            </a:p>
          </p:txBody>
        </p:sp>
      </p:grpSp>
      <p:sp>
        <p:nvSpPr>
          <p:cNvPr id="10244" name="Rectangle 8"/>
          <p:cNvSpPr>
            <a:spLocks noChangeArrowheads="1"/>
          </p:cNvSpPr>
          <p:nvPr/>
        </p:nvSpPr>
        <p:spPr bwMode="auto">
          <a:xfrm>
            <a:off x="5295900" y="1066800"/>
            <a:ext cx="3429000" cy="4572000"/>
          </a:xfrm>
          <a:prstGeom prst="rect">
            <a:avLst/>
          </a:prstGeom>
          <a:solidFill>
            <a:schemeClr val="accent4">
              <a:lumMod val="20000"/>
              <a:lumOff val="80000"/>
            </a:schemeClr>
          </a:solidFill>
          <a:ln w="12700">
            <a:solidFill>
              <a:schemeClr val="tx1"/>
            </a:solidFill>
            <a:miter lim="800000"/>
            <a:headEnd type="none" w="sm" len="sm"/>
            <a:tailEnd type="none" w="sm" len="sm"/>
          </a:ln>
        </p:spPr>
        <p:txBody>
          <a:bodyPr wrap="none" tIns="137160"/>
          <a:lstStyle/>
          <a:p>
            <a:pPr>
              <a:lnSpc>
                <a:spcPct val="100000"/>
              </a:lnSpc>
              <a:spcBef>
                <a:spcPct val="40000"/>
              </a:spcBef>
            </a:pPr>
            <a:r>
              <a:rPr lang="en-US" sz="2000" dirty="0">
                <a:solidFill>
                  <a:srgbClr val="000000"/>
                </a:solidFill>
              </a:rPr>
              <a:t>#define SIZE 32</a:t>
            </a:r>
          </a:p>
          <a:p>
            <a:pPr>
              <a:lnSpc>
                <a:spcPct val="100000"/>
              </a:lnSpc>
              <a:spcBef>
                <a:spcPct val="40000"/>
              </a:spcBef>
            </a:pPr>
            <a:r>
              <a:rPr lang="en-US" sz="2000" dirty="0">
                <a:solidFill>
                  <a:srgbClr val="000000"/>
                </a:solidFill>
              </a:rPr>
              <a:t>x=</a:t>
            </a:r>
            <a:r>
              <a:rPr lang="en-US" sz="2000" dirty="0" err="1">
                <a:solidFill>
                  <a:srgbClr val="000000"/>
                </a:solidFill>
              </a:rPr>
              <a:t>malloc</a:t>
            </a:r>
            <a:r>
              <a:rPr lang="en-US" sz="2000" dirty="0">
                <a:solidFill>
                  <a:srgbClr val="000000"/>
                </a:solidFill>
              </a:rPr>
              <a:t>(SIZE);    </a:t>
            </a:r>
            <a:r>
              <a:rPr lang="en-US" sz="1800" b="0" dirty="0">
                <a:solidFill>
                  <a:srgbClr val="000000"/>
                </a:solidFill>
              </a:rPr>
              <a:t>// </a:t>
            </a:r>
            <a:r>
              <a:rPr lang="en-US" sz="1800" b="0" dirty="0" smtClean="0">
                <a:solidFill>
                  <a:srgbClr val="000000"/>
                </a:solidFill>
              </a:rPr>
              <a:t>MAUs</a:t>
            </a:r>
            <a:endParaRPr lang="en-US" sz="2000" b="0" dirty="0">
              <a:solidFill>
                <a:srgbClr val="000000"/>
              </a:solidFill>
            </a:endParaRPr>
          </a:p>
          <a:p>
            <a:pPr>
              <a:lnSpc>
                <a:spcPct val="100000"/>
              </a:lnSpc>
              <a:spcBef>
                <a:spcPct val="40000"/>
              </a:spcBef>
            </a:pPr>
            <a:r>
              <a:rPr lang="en-US" sz="2000" dirty="0">
                <a:solidFill>
                  <a:srgbClr val="000000"/>
                </a:solidFill>
              </a:rPr>
              <a:t>a=</a:t>
            </a:r>
            <a:r>
              <a:rPr lang="en-US" sz="2000" dirty="0" err="1">
                <a:solidFill>
                  <a:srgbClr val="000000"/>
                </a:solidFill>
              </a:rPr>
              <a:t>malloc</a:t>
            </a:r>
            <a:r>
              <a:rPr lang="en-US" sz="2000" dirty="0">
                <a:solidFill>
                  <a:srgbClr val="000000"/>
                </a:solidFill>
              </a:rPr>
              <a:t>(SIZE);    </a:t>
            </a:r>
            <a:r>
              <a:rPr lang="en-US" sz="1800" b="0" dirty="0">
                <a:solidFill>
                  <a:srgbClr val="000000"/>
                </a:solidFill>
              </a:rPr>
              <a:t>// </a:t>
            </a:r>
            <a:r>
              <a:rPr lang="en-US" sz="1800" b="0" dirty="0" smtClean="0">
                <a:solidFill>
                  <a:srgbClr val="000000"/>
                </a:solidFill>
              </a:rPr>
              <a:t>MAUs</a:t>
            </a:r>
            <a:endParaRPr lang="en-US" sz="2000" b="0" dirty="0">
              <a:solidFill>
                <a:srgbClr val="000000"/>
              </a:solidFill>
            </a:endParaRPr>
          </a:p>
          <a:p>
            <a:pPr>
              <a:lnSpc>
                <a:spcPct val="100000"/>
              </a:lnSpc>
              <a:spcBef>
                <a:spcPct val="40000"/>
              </a:spcBef>
            </a:pPr>
            <a:r>
              <a:rPr lang="en-US" sz="2000" dirty="0">
                <a:solidFill>
                  <a:srgbClr val="000000"/>
                </a:solidFill>
              </a:rPr>
              <a:t>x={…};</a:t>
            </a:r>
          </a:p>
          <a:p>
            <a:pPr>
              <a:lnSpc>
                <a:spcPct val="100000"/>
              </a:lnSpc>
              <a:spcBef>
                <a:spcPct val="40000"/>
              </a:spcBef>
            </a:pPr>
            <a:r>
              <a:rPr lang="en-US" sz="2000" dirty="0">
                <a:solidFill>
                  <a:srgbClr val="000000"/>
                </a:solidFill>
              </a:rPr>
              <a:t>a={…};</a:t>
            </a:r>
          </a:p>
          <a:p>
            <a:pPr>
              <a:lnSpc>
                <a:spcPct val="100000"/>
              </a:lnSpc>
              <a:spcBef>
                <a:spcPct val="40000"/>
              </a:spcBef>
            </a:pPr>
            <a:endParaRPr lang="en-US" sz="2000" dirty="0">
              <a:solidFill>
                <a:srgbClr val="000000"/>
              </a:solidFill>
            </a:endParaRPr>
          </a:p>
          <a:p>
            <a:pPr>
              <a:lnSpc>
                <a:spcPct val="100000"/>
              </a:lnSpc>
              <a:spcBef>
                <a:spcPct val="40000"/>
              </a:spcBef>
            </a:pPr>
            <a:r>
              <a:rPr lang="en-US" sz="2000" dirty="0">
                <a:solidFill>
                  <a:srgbClr val="000000"/>
                </a:solidFill>
              </a:rPr>
              <a:t>filter(…);</a:t>
            </a:r>
          </a:p>
          <a:p>
            <a:pPr>
              <a:lnSpc>
                <a:spcPct val="100000"/>
              </a:lnSpc>
              <a:spcBef>
                <a:spcPct val="40000"/>
              </a:spcBef>
            </a:pPr>
            <a:endParaRPr lang="en-US" sz="2000" dirty="0">
              <a:solidFill>
                <a:srgbClr val="000000"/>
              </a:solidFill>
            </a:endParaRPr>
          </a:p>
          <a:p>
            <a:pPr>
              <a:lnSpc>
                <a:spcPct val="100000"/>
              </a:lnSpc>
              <a:spcBef>
                <a:spcPct val="40000"/>
              </a:spcBef>
            </a:pPr>
            <a:r>
              <a:rPr lang="en-US" sz="2000" dirty="0" smtClean="0">
                <a:solidFill>
                  <a:srgbClr val="000000"/>
                </a:solidFill>
              </a:rPr>
              <a:t>free(x);</a:t>
            </a:r>
            <a:endParaRPr lang="en-US" sz="2000" dirty="0">
              <a:solidFill>
                <a:srgbClr val="000000"/>
              </a:solidFill>
            </a:endParaRPr>
          </a:p>
          <a:p>
            <a:pPr>
              <a:lnSpc>
                <a:spcPct val="100000"/>
              </a:lnSpc>
              <a:spcBef>
                <a:spcPct val="40000"/>
              </a:spcBef>
            </a:pPr>
            <a:r>
              <a:rPr lang="en-US" sz="2000" dirty="0" smtClean="0">
                <a:solidFill>
                  <a:srgbClr val="000000"/>
                </a:solidFill>
              </a:rPr>
              <a:t>free(a);</a:t>
            </a:r>
            <a:endParaRPr lang="en-US" dirty="0">
              <a:solidFill>
                <a:srgbClr val="000000"/>
              </a:solidFill>
            </a:endParaRPr>
          </a:p>
        </p:txBody>
      </p:sp>
      <p:sp>
        <p:nvSpPr>
          <p:cNvPr id="10245" name="Text Box 9"/>
          <p:cNvSpPr txBox="1">
            <a:spLocks noChangeArrowheads="1"/>
          </p:cNvSpPr>
          <p:nvPr/>
        </p:nvSpPr>
        <p:spPr bwMode="auto">
          <a:xfrm>
            <a:off x="5295900" y="674688"/>
            <a:ext cx="2746265" cy="369332"/>
          </a:xfrm>
          <a:prstGeom prst="rect">
            <a:avLst/>
          </a:prstGeom>
          <a:noFill/>
          <a:ln w="12700">
            <a:noFill/>
            <a:miter lim="800000"/>
            <a:headEnd type="none" w="sm" len="sm"/>
            <a:tailEnd type="none" w="sm" len="sm"/>
          </a:ln>
        </p:spPr>
        <p:txBody>
          <a:bodyPr wrap="none" tIns="0" bIns="0">
            <a:spAutoFit/>
          </a:bodyPr>
          <a:lstStyle/>
          <a:p>
            <a:pPr>
              <a:lnSpc>
                <a:spcPct val="100000"/>
              </a:lnSpc>
              <a:spcBef>
                <a:spcPct val="0"/>
              </a:spcBef>
            </a:pPr>
            <a:r>
              <a:rPr lang="en-US" i="1">
                <a:solidFill>
                  <a:schemeClr val="tx2"/>
                </a:solidFill>
                <a:latin typeface="Calibri" pitchFamily="34" charset="0"/>
                <a:cs typeface="Calibri" pitchFamily="34" charset="0"/>
              </a:rPr>
              <a:t>“Dynamic” C Coding</a:t>
            </a:r>
          </a:p>
        </p:txBody>
      </p:sp>
      <p:sp>
        <p:nvSpPr>
          <p:cNvPr id="10246" name="Rectangle 10"/>
          <p:cNvSpPr>
            <a:spLocks noChangeArrowheads="1"/>
          </p:cNvSpPr>
          <p:nvPr/>
        </p:nvSpPr>
        <p:spPr bwMode="auto">
          <a:xfrm>
            <a:off x="3848100" y="1066800"/>
            <a:ext cx="1447800" cy="4572000"/>
          </a:xfrm>
          <a:prstGeom prst="rect">
            <a:avLst/>
          </a:prstGeom>
          <a:noFill/>
          <a:ln w="12700">
            <a:noFill/>
            <a:miter lim="800000"/>
            <a:headEnd type="none" w="sm" len="sm"/>
            <a:tailEnd type="none" w="sm" len="sm"/>
          </a:ln>
        </p:spPr>
        <p:txBody>
          <a:bodyPr wrap="none" tIns="137160"/>
          <a:lstStyle/>
          <a:p>
            <a:pPr algn="ctr">
              <a:lnSpc>
                <a:spcPct val="100000"/>
              </a:lnSpc>
              <a:spcBef>
                <a:spcPct val="40000"/>
              </a:spcBef>
            </a:pPr>
            <a:endParaRPr lang="en-US" sz="2000" i="1">
              <a:solidFill>
                <a:srgbClr val="0066FF"/>
              </a:solidFill>
            </a:endParaRPr>
          </a:p>
          <a:p>
            <a:pPr algn="ctr">
              <a:lnSpc>
                <a:spcPct val="100000"/>
              </a:lnSpc>
              <a:spcBef>
                <a:spcPct val="40000"/>
              </a:spcBef>
            </a:pPr>
            <a:r>
              <a:rPr lang="en-US" sz="2000" i="1">
                <a:solidFill>
                  <a:schemeClr val="tx2"/>
                </a:solidFill>
              </a:rPr>
              <a:t>Create</a:t>
            </a:r>
          </a:p>
          <a:p>
            <a:pPr algn="ctr">
              <a:lnSpc>
                <a:spcPct val="100000"/>
              </a:lnSpc>
              <a:spcBef>
                <a:spcPct val="40000"/>
              </a:spcBef>
            </a:pPr>
            <a:endParaRPr lang="en-US" sz="2000" i="1">
              <a:solidFill>
                <a:srgbClr val="0066FF"/>
              </a:solidFill>
            </a:endParaRPr>
          </a:p>
          <a:p>
            <a:pPr algn="ctr">
              <a:lnSpc>
                <a:spcPct val="100000"/>
              </a:lnSpc>
              <a:spcBef>
                <a:spcPct val="40000"/>
              </a:spcBef>
            </a:pPr>
            <a:endParaRPr lang="en-US" sz="2000" i="1">
              <a:solidFill>
                <a:srgbClr val="0066FF"/>
              </a:solidFill>
            </a:endParaRPr>
          </a:p>
          <a:p>
            <a:pPr algn="ctr">
              <a:lnSpc>
                <a:spcPct val="100000"/>
              </a:lnSpc>
              <a:spcBef>
                <a:spcPct val="40000"/>
              </a:spcBef>
            </a:pPr>
            <a:endParaRPr lang="en-US" sz="2000" i="1">
              <a:solidFill>
                <a:srgbClr val="0066FF"/>
              </a:solidFill>
            </a:endParaRPr>
          </a:p>
          <a:p>
            <a:pPr algn="ctr">
              <a:lnSpc>
                <a:spcPct val="100000"/>
              </a:lnSpc>
              <a:spcBef>
                <a:spcPct val="40000"/>
              </a:spcBef>
            </a:pPr>
            <a:endParaRPr lang="en-US" sz="2000" i="1">
              <a:solidFill>
                <a:srgbClr val="0066FF"/>
              </a:solidFill>
            </a:endParaRPr>
          </a:p>
          <a:p>
            <a:pPr algn="ctr">
              <a:lnSpc>
                <a:spcPct val="100000"/>
              </a:lnSpc>
              <a:spcBef>
                <a:spcPct val="40000"/>
              </a:spcBef>
            </a:pPr>
            <a:r>
              <a:rPr lang="en-US" sz="2000" i="1">
                <a:solidFill>
                  <a:schemeClr val="tx2"/>
                </a:solidFill>
              </a:rPr>
              <a:t>Execute</a:t>
            </a:r>
          </a:p>
          <a:p>
            <a:pPr algn="ctr">
              <a:lnSpc>
                <a:spcPct val="100000"/>
              </a:lnSpc>
              <a:spcBef>
                <a:spcPct val="40000"/>
              </a:spcBef>
            </a:pPr>
            <a:endParaRPr lang="en-US" sz="2000" i="1">
              <a:solidFill>
                <a:srgbClr val="0066FF"/>
              </a:solidFill>
            </a:endParaRPr>
          </a:p>
          <a:p>
            <a:pPr algn="ctr">
              <a:lnSpc>
                <a:spcPct val="100000"/>
              </a:lnSpc>
              <a:spcBef>
                <a:spcPct val="40000"/>
              </a:spcBef>
            </a:pPr>
            <a:r>
              <a:rPr lang="en-US" sz="2000" i="1">
                <a:solidFill>
                  <a:schemeClr val="tx2"/>
                </a:solidFill>
              </a:rPr>
              <a:t>Delete</a:t>
            </a:r>
          </a:p>
        </p:txBody>
      </p:sp>
      <p:sp>
        <p:nvSpPr>
          <p:cNvPr id="10247" name="Rectangle 11"/>
          <p:cNvSpPr>
            <a:spLocks noChangeArrowheads="1"/>
          </p:cNvSpPr>
          <p:nvPr/>
        </p:nvSpPr>
        <p:spPr bwMode="auto">
          <a:xfrm>
            <a:off x="304800" y="5757863"/>
            <a:ext cx="8686800" cy="954107"/>
          </a:xfrm>
          <a:prstGeom prst="rect">
            <a:avLst/>
          </a:prstGeom>
          <a:solidFill>
            <a:schemeClr val="bg1">
              <a:alpha val="50195"/>
            </a:schemeClr>
          </a:solidFill>
          <a:ln w="12700">
            <a:noFill/>
            <a:miter lim="800000"/>
            <a:headEnd type="none" w="sm" len="sm"/>
            <a:tailEnd type="none" w="sm" len="sm"/>
          </a:ln>
        </p:spPr>
        <p:txBody>
          <a:bodyPr wrap="square">
            <a:spAutoFit/>
          </a:bodyPr>
          <a:lstStyle/>
          <a:p>
            <a:pPr marL="342900" indent="-342900">
              <a:spcBef>
                <a:spcPct val="40000"/>
              </a:spcBef>
              <a:buClr>
                <a:schemeClr val="tx2"/>
              </a:buClr>
              <a:buSzPct val="75000"/>
              <a:buFont typeface="Wingdings"/>
              <a:buChar char=""/>
            </a:pPr>
            <a:r>
              <a:rPr lang="en-US" sz="2000" b="0">
                <a:solidFill>
                  <a:srgbClr val="000000"/>
                </a:solidFill>
                <a:latin typeface="Calibri" pitchFamily="34" charset="0"/>
                <a:cs typeface="Calibri" pitchFamily="34" charset="0"/>
              </a:rPr>
              <a:t>High-performance DSP users have traditionally used static embedded systems</a:t>
            </a:r>
          </a:p>
          <a:p>
            <a:pPr marL="342900" indent="-342900">
              <a:spcBef>
                <a:spcPct val="40000"/>
              </a:spcBef>
              <a:buClr>
                <a:schemeClr val="tx2"/>
              </a:buClr>
              <a:buSzPct val="75000"/>
              <a:buFont typeface="Wingdings"/>
              <a:buChar char=""/>
            </a:pPr>
            <a:r>
              <a:rPr lang="en-US" sz="2000" b="0">
                <a:solidFill>
                  <a:srgbClr val="000000"/>
                </a:solidFill>
                <a:latin typeface="Calibri" pitchFamily="34" charset="0"/>
                <a:cs typeface="Calibri" pitchFamily="34" charset="0"/>
              </a:rPr>
              <a:t>As DSPs and compilers have improved, the benefits of dynamic systems often allow enhanced flexibility (more threads) at lower costs</a:t>
            </a:r>
          </a:p>
        </p:txBody>
      </p:sp>
      <p:sp>
        <p:nvSpPr>
          <p:cNvPr id="541708" name="Line 12"/>
          <p:cNvSpPr>
            <a:spLocks noChangeShapeType="1"/>
          </p:cNvSpPr>
          <p:nvPr/>
        </p:nvSpPr>
        <p:spPr bwMode="auto">
          <a:xfrm>
            <a:off x="409575" y="3476625"/>
            <a:ext cx="8305800" cy="0"/>
          </a:xfrm>
          <a:prstGeom prst="line">
            <a:avLst/>
          </a:prstGeom>
          <a:noFill/>
          <a:ln w="12700">
            <a:solidFill>
              <a:schemeClr val="tx1"/>
            </a:solidFill>
            <a:prstDash val="dash"/>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
        <p:nvSpPr>
          <p:cNvPr id="541709" name="Line 13"/>
          <p:cNvSpPr>
            <a:spLocks noChangeShapeType="1"/>
          </p:cNvSpPr>
          <p:nvPr/>
        </p:nvSpPr>
        <p:spPr bwMode="auto">
          <a:xfrm>
            <a:off x="409575" y="4391025"/>
            <a:ext cx="8305800" cy="0"/>
          </a:xfrm>
          <a:prstGeom prst="line">
            <a:avLst/>
          </a:prstGeom>
          <a:noFill/>
          <a:ln w="12700">
            <a:solidFill>
              <a:schemeClr val="tx1"/>
            </a:solidFill>
            <a:prstDash val="dash"/>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Tree>
    <p:custDataLst>
      <p:tags r:id="rId1"/>
    </p:custData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en-US" smtClean="0"/>
              <a:t>Dynamic Memory (Heap)</a:t>
            </a:r>
          </a:p>
        </p:txBody>
      </p:sp>
      <p:sp>
        <p:nvSpPr>
          <p:cNvPr id="11267" name="Rectangle 3"/>
          <p:cNvSpPr>
            <a:spLocks noChangeArrowheads="1"/>
          </p:cNvSpPr>
          <p:nvPr/>
        </p:nvSpPr>
        <p:spPr bwMode="auto">
          <a:xfrm>
            <a:off x="114300" y="762000"/>
            <a:ext cx="3613150" cy="5410200"/>
          </a:xfrm>
          <a:prstGeom prst="rect">
            <a:avLst/>
          </a:prstGeom>
          <a:solidFill>
            <a:schemeClr val="accent1"/>
          </a:solidFill>
          <a:ln w="28575">
            <a:solidFill>
              <a:schemeClr val="tx1"/>
            </a:solidFill>
            <a:miter lim="800000"/>
            <a:headEnd type="none" w="sm" len="sm"/>
            <a:tailEnd type="none" w="sm" len="sm"/>
          </a:ln>
        </p:spPr>
        <p:txBody>
          <a:bodyPr wrap="none" anchor="ctr" anchorCtr="1"/>
          <a:lstStyle/>
          <a:p>
            <a:endParaRPr lang="en-US">
              <a:solidFill>
                <a:srgbClr val="000000"/>
              </a:solidFill>
              <a:latin typeface="Arial Narrow" pitchFamily="34" charset="0"/>
            </a:endParaRPr>
          </a:p>
        </p:txBody>
      </p:sp>
      <p:sp>
        <p:nvSpPr>
          <p:cNvPr id="11268" name="Rectangle 4"/>
          <p:cNvSpPr>
            <a:spLocks noChangeArrowheads="1"/>
          </p:cNvSpPr>
          <p:nvPr/>
        </p:nvSpPr>
        <p:spPr bwMode="auto">
          <a:xfrm>
            <a:off x="1630363" y="1930400"/>
            <a:ext cx="1282700" cy="3076575"/>
          </a:xfrm>
          <a:prstGeom prst="rect">
            <a:avLst/>
          </a:prstGeom>
          <a:solidFill>
            <a:schemeClr val="accent3"/>
          </a:solidFill>
          <a:ln w="12700">
            <a:noFill/>
            <a:miter lim="800000"/>
            <a:headEnd type="none" w="sm" len="sm"/>
            <a:tailEnd type="none" w="sm" len="sm"/>
          </a:ln>
        </p:spPr>
        <p:txBody>
          <a:bodyPr wrap="none" lIns="0" tIns="91440" rIns="0" bIns="0"/>
          <a:lstStyle/>
          <a:p>
            <a:pPr algn="ctr">
              <a:spcBef>
                <a:spcPct val="0"/>
              </a:spcBef>
            </a:pPr>
            <a:r>
              <a:rPr lang="en-US">
                <a:solidFill>
                  <a:schemeClr val="tx2"/>
                </a:solidFill>
                <a:latin typeface="Arial Narrow" pitchFamily="34" charset="0"/>
              </a:rPr>
              <a:t>Internal</a:t>
            </a:r>
          </a:p>
          <a:p>
            <a:pPr algn="ctr">
              <a:spcBef>
                <a:spcPct val="0"/>
              </a:spcBef>
            </a:pPr>
            <a:r>
              <a:rPr lang="en-US">
                <a:solidFill>
                  <a:schemeClr val="tx2"/>
                </a:solidFill>
                <a:latin typeface="Arial Narrow" pitchFamily="34" charset="0"/>
              </a:rPr>
              <a:t>SRAM</a:t>
            </a:r>
          </a:p>
        </p:txBody>
      </p:sp>
      <p:sp>
        <p:nvSpPr>
          <p:cNvPr id="11269" name="Rectangle 5"/>
          <p:cNvSpPr>
            <a:spLocks noChangeArrowheads="1"/>
          </p:cNvSpPr>
          <p:nvPr/>
        </p:nvSpPr>
        <p:spPr bwMode="auto">
          <a:xfrm>
            <a:off x="301625" y="2649538"/>
            <a:ext cx="1162050" cy="1635125"/>
          </a:xfrm>
          <a:prstGeom prst="rect">
            <a:avLst/>
          </a:prstGeom>
          <a:solidFill>
            <a:schemeClr val="accent4">
              <a:lumMod val="40000"/>
              <a:lumOff val="60000"/>
            </a:schemeClr>
          </a:solidFill>
          <a:ln w="12700">
            <a:noFill/>
            <a:miter lim="800000"/>
            <a:headEnd type="none" w="sm" len="sm"/>
            <a:tailEnd type="none" w="sm" len="sm"/>
          </a:ln>
        </p:spPr>
        <p:txBody>
          <a:bodyPr wrap="none" lIns="0" tIns="0" rIns="0" bIns="0" anchor="ctr" anchorCtr="1"/>
          <a:lstStyle/>
          <a:p>
            <a:pPr algn="ctr">
              <a:lnSpc>
                <a:spcPct val="100000"/>
              </a:lnSpc>
              <a:spcBef>
                <a:spcPct val="0"/>
              </a:spcBef>
            </a:pPr>
            <a:r>
              <a:rPr lang="en-US">
                <a:solidFill>
                  <a:srgbClr val="000000"/>
                </a:solidFill>
              </a:rPr>
              <a:t>CPU</a:t>
            </a:r>
          </a:p>
        </p:txBody>
      </p:sp>
      <p:sp>
        <p:nvSpPr>
          <p:cNvPr id="11270" name="Rectangle 6"/>
          <p:cNvSpPr>
            <a:spLocks noChangeArrowheads="1"/>
          </p:cNvSpPr>
          <p:nvPr/>
        </p:nvSpPr>
        <p:spPr bwMode="auto">
          <a:xfrm>
            <a:off x="355600" y="947738"/>
            <a:ext cx="1055688" cy="1196975"/>
          </a:xfrm>
          <a:prstGeom prst="rect">
            <a:avLst/>
          </a:prstGeom>
          <a:solidFill>
            <a:schemeClr val="accent3">
              <a:alpha val="50195"/>
            </a:schemeClr>
          </a:solidFill>
          <a:ln w="12700">
            <a:noFill/>
            <a:miter lim="800000"/>
            <a:headEnd type="none" w="sm" len="sm"/>
            <a:tailEnd type="none" w="sm" len="sm"/>
          </a:ln>
        </p:spPr>
        <p:txBody>
          <a:bodyPr wrap="none" lIns="0" tIns="0" rIns="0" bIns="0" anchor="ctr" anchorCtr="1"/>
          <a:lstStyle/>
          <a:p>
            <a:pPr algn="ctr">
              <a:spcBef>
                <a:spcPct val="10000"/>
              </a:spcBef>
            </a:pPr>
            <a:r>
              <a:rPr lang="en-US" sz="2200">
                <a:solidFill>
                  <a:srgbClr val="000000"/>
                </a:solidFill>
                <a:latin typeface="Arial Narrow" pitchFamily="34" charset="0"/>
              </a:rPr>
              <a:t>Program</a:t>
            </a:r>
            <a:br>
              <a:rPr lang="en-US" sz="2200">
                <a:solidFill>
                  <a:srgbClr val="000000"/>
                </a:solidFill>
                <a:latin typeface="Arial Narrow" pitchFamily="34" charset="0"/>
              </a:rPr>
            </a:br>
            <a:r>
              <a:rPr lang="en-US" sz="2200">
                <a:solidFill>
                  <a:srgbClr val="000000"/>
                </a:solidFill>
                <a:latin typeface="Arial Narrow" pitchFamily="34" charset="0"/>
              </a:rPr>
              <a:t>Cache</a:t>
            </a:r>
          </a:p>
        </p:txBody>
      </p:sp>
      <p:sp>
        <p:nvSpPr>
          <p:cNvPr id="11271" name="Rectangle 7"/>
          <p:cNvSpPr>
            <a:spLocks noChangeArrowheads="1"/>
          </p:cNvSpPr>
          <p:nvPr/>
        </p:nvSpPr>
        <p:spPr bwMode="auto">
          <a:xfrm>
            <a:off x="355600" y="4792663"/>
            <a:ext cx="1055688" cy="1193800"/>
          </a:xfrm>
          <a:prstGeom prst="rect">
            <a:avLst/>
          </a:prstGeom>
          <a:solidFill>
            <a:schemeClr val="accent3">
              <a:alpha val="50195"/>
            </a:schemeClr>
          </a:solidFill>
          <a:ln w="12700">
            <a:noFill/>
            <a:miter lim="800000"/>
            <a:headEnd type="none" w="sm" len="sm"/>
            <a:tailEnd type="none" w="sm" len="sm"/>
          </a:ln>
        </p:spPr>
        <p:txBody>
          <a:bodyPr wrap="none" lIns="0" tIns="0" rIns="0" bIns="0" anchor="ctr" anchorCtr="1"/>
          <a:lstStyle/>
          <a:p>
            <a:pPr algn="ctr">
              <a:spcBef>
                <a:spcPct val="10000"/>
              </a:spcBef>
            </a:pPr>
            <a:r>
              <a:rPr lang="en-US" sz="2200">
                <a:solidFill>
                  <a:srgbClr val="000000"/>
                </a:solidFill>
                <a:latin typeface="Arial Narrow" pitchFamily="34" charset="0"/>
              </a:rPr>
              <a:t>Data</a:t>
            </a:r>
            <a:br>
              <a:rPr lang="en-US" sz="2200">
                <a:solidFill>
                  <a:srgbClr val="000000"/>
                </a:solidFill>
                <a:latin typeface="Arial Narrow" pitchFamily="34" charset="0"/>
              </a:rPr>
            </a:br>
            <a:r>
              <a:rPr lang="en-US" sz="2200">
                <a:solidFill>
                  <a:srgbClr val="000000"/>
                </a:solidFill>
                <a:latin typeface="Arial Narrow" pitchFamily="34" charset="0"/>
              </a:rPr>
              <a:t>Cache</a:t>
            </a:r>
          </a:p>
        </p:txBody>
      </p:sp>
      <p:cxnSp>
        <p:nvCxnSpPr>
          <p:cNvPr id="11272" name="AutoShape 8"/>
          <p:cNvCxnSpPr>
            <a:cxnSpLocks noChangeShapeType="1"/>
            <a:stCxn id="11270" idx="2"/>
            <a:endCxn id="11269" idx="0"/>
          </p:cNvCxnSpPr>
          <p:nvPr/>
        </p:nvCxnSpPr>
        <p:spPr bwMode="auto">
          <a:xfrm flipH="1">
            <a:off x="882650" y="2144713"/>
            <a:ext cx="1588" cy="504825"/>
          </a:xfrm>
          <a:prstGeom prst="straightConnector1">
            <a:avLst/>
          </a:prstGeom>
          <a:noFill/>
          <a:ln w="19050">
            <a:solidFill>
              <a:schemeClr val="tx1"/>
            </a:solidFill>
            <a:round/>
            <a:headEnd/>
            <a:tailEnd type="triangle" w="sm" len="sm"/>
          </a:ln>
        </p:spPr>
      </p:cxnSp>
      <p:cxnSp>
        <p:nvCxnSpPr>
          <p:cNvPr id="11273" name="AutoShape 9"/>
          <p:cNvCxnSpPr>
            <a:cxnSpLocks noChangeShapeType="1"/>
            <a:stCxn id="11271" idx="0"/>
            <a:endCxn id="11269" idx="2"/>
          </p:cNvCxnSpPr>
          <p:nvPr/>
        </p:nvCxnSpPr>
        <p:spPr bwMode="auto">
          <a:xfrm flipH="1" flipV="1">
            <a:off x="882650" y="4284663"/>
            <a:ext cx="1588" cy="508000"/>
          </a:xfrm>
          <a:prstGeom prst="straightConnector1">
            <a:avLst/>
          </a:prstGeom>
          <a:noFill/>
          <a:ln w="19050">
            <a:solidFill>
              <a:schemeClr val="tx1"/>
            </a:solidFill>
            <a:round/>
            <a:headEnd type="triangle" w="sm" len="sm"/>
            <a:tailEnd type="triangle" w="sm" len="sm"/>
          </a:ln>
        </p:spPr>
      </p:cxnSp>
      <p:cxnSp>
        <p:nvCxnSpPr>
          <p:cNvPr id="11274" name="AutoShape 10"/>
          <p:cNvCxnSpPr>
            <a:cxnSpLocks noChangeShapeType="1"/>
            <a:stCxn id="11270" idx="3"/>
            <a:endCxn id="11268" idx="0"/>
          </p:cNvCxnSpPr>
          <p:nvPr/>
        </p:nvCxnSpPr>
        <p:spPr bwMode="auto">
          <a:xfrm>
            <a:off x="1411288" y="1547813"/>
            <a:ext cx="860425" cy="382587"/>
          </a:xfrm>
          <a:prstGeom prst="bentConnector2">
            <a:avLst/>
          </a:prstGeom>
          <a:noFill/>
          <a:ln w="19050">
            <a:solidFill>
              <a:schemeClr val="tx1"/>
            </a:solidFill>
            <a:miter lim="800000"/>
            <a:headEnd type="triangle" w="sm" len="sm"/>
            <a:tailEnd/>
          </a:ln>
        </p:spPr>
      </p:cxnSp>
      <p:cxnSp>
        <p:nvCxnSpPr>
          <p:cNvPr id="11275" name="AutoShape 11"/>
          <p:cNvCxnSpPr>
            <a:cxnSpLocks noChangeShapeType="1"/>
            <a:stCxn id="11271" idx="3"/>
            <a:endCxn id="11268" idx="2"/>
          </p:cNvCxnSpPr>
          <p:nvPr/>
        </p:nvCxnSpPr>
        <p:spPr bwMode="auto">
          <a:xfrm flipV="1">
            <a:off x="1411288" y="5006975"/>
            <a:ext cx="860425" cy="382588"/>
          </a:xfrm>
          <a:prstGeom prst="bentConnector2">
            <a:avLst/>
          </a:prstGeom>
          <a:noFill/>
          <a:ln w="19050">
            <a:solidFill>
              <a:schemeClr val="tx1"/>
            </a:solidFill>
            <a:miter lim="800000"/>
            <a:headEnd type="triangle" w="sm" len="sm"/>
            <a:tailEnd type="triangle" w="sm" len="sm"/>
          </a:ln>
        </p:spPr>
      </p:cxnSp>
      <p:sp>
        <p:nvSpPr>
          <p:cNvPr id="543756" name="Line 12"/>
          <p:cNvSpPr>
            <a:spLocks noChangeShapeType="1"/>
          </p:cNvSpPr>
          <p:nvPr/>
        </p:nvSpPr>
        <p:spPr bwMode="auto">
          <a:xfrm>
            <a:off x="2913063" y="3470275"/>
            <a:ext cx="1227137" cy="0"/>
          </a:xfrm>
          <a:prstGeom prst="line">
            <a:avLst/>
          </a:prstGeom>
          <a:noFill/>
          <a:ln w="28575">
            <a:solidFill>
              <a:schemeClr val="tx2"/>
            </a:solidFill>
            <a:round/>
            <a:headEnd type="triangle" w="med" len="sm"/>
            <a:tailEnd type="triangle" w="med"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11277" name="Rectangle 13"/>
          <p:cNvSpPr>
            <a:spLocks noChangeArrowheads="1"/>
          </p:cNvSpPr>
          <p:nvPr/>
        </p:nvSpPr>
        <p:spPr bwMode="auto">
          <a:xfrm>
            <a:off x="3106738" y="3068638"/>
            <a:ext cx="544512" cy="798512"/>
          </a:xfrm>
          <a:prstGeom prst="rect">
            <a:avLst/>
          </a:prstGeom>
          <a:solidFill>
            <a:schemeClr val="accent2"/>
          </a:solidFill>
          <a:ln w="12700">
            <a:noFill/>
            <a:miter lim="800000"/>
            <a:headEnd type="none" w="sm" len="sm"/>
            <a:tailEnd type="none" w="sm" len="sm"/>
          </a:ln>
        </p:spPr>
        <p:txBody>
          <a:bodyPr wrap="none" lIns="0" tIns="0" rIns="0" bIns="0" anchor="ctr" anchorCtr="1"/>
          <a:lstStyle/>
          <a:p>
            <a:pPr algn="ctr">
              <a:spcBef>
                <a:spcPct val="10000"/>
              </a:spcBef>
            </a:pPr>
            <a:r>
              <a:rPr lang="en-US" sz="2000">
                <a:solidFill>
                  <a:srgbClr val="000000"/>
                </a:solidFill>
                <a:latin typeface="Arial Narrow" pitchFamily="34" charset="0"/>
              </a:rPr>
              <a:t>EMIF</a:t>
            </a:r>
          </a:p>
        </p:txBody>
      </p:sp>
      <p:sp>
        <p:nvSpPr>
          <p:cNvPr id="11278" name="Rectangle 14"/>
          <p:cNvSpPr>
            <a:spLocks noChangeArrowheads="1"/>
          </p:cNvSpPr>
          <p:nvPr/>
        </p:nvSpPr>
        <p:spPr bwMode="auto">
          <a:xfrm>
            <a:off x="3924300" y="1905000"/>
            <a:ext cx="1600200" cy="3200400"/>
          </a:xfrm>
          <a:prstGeom prst="rect">
            <a:avLst/>
          </a:prstGeom>
          <a:solidFill>
            <a:schemeClr val="accent2">
              <a:alpha val="50195"/>
            </a:schemeClr>
          </a:solidFill>
          <a:ln w="12700">
            <a:noFill/>
            <a:miter lim="800000"/>
            <a:headEnd type="none" w="sm" len="sm"/>
            <a:tailEnd type="none" w="sm" len="sm"/>
          </a:ln>
        </p:spPr>
        <p:txBody>
          <a:bodyPr lIns="0" tIns="182880" rIns="0" bIns="0"/>
          <a:lstStyle/>
          <a:p>
            <a:pPr algn="ctr">
              <a:spcBef>
                <a:spcPct val="0"/>
              </a:spcBef>
            </a:pPr>
            <a:r>
              <a:rPr lang="en-US">
                <a:solidFill>
                  <a:schemeClr val="tx2"/>
                </a:solidFill>
                <a:latin typeface="Arial Narrow" pitchFamily="34" charset="0"/>
              </a:rPr>
              <a:t>External Memory</a:t>
            </a:r>
          </a:p>
        </p:txBody>
      </p:sp>
      <p:grpSp>
        <p:nvGrpSpPr>
          <p:cNvPr id="2" name="Group 16"/>
          <p:cNvGrpSpPr>
            <a:grpSpLocks/>
          </p:cNvGrpSpPr>
          <p:nvPr/>
        </p:nvGrpSpPr>
        <p:grpSpPr bwMode="auto">
          <a:xfrm>
            <a:off x="1676400" y="2743200"/>
            <a:ext cx="557213" cy="1066800"/>
            <a:chOff x="1212" y="1968"/>
            <a:chExt cx="456" cy="874"/>
          </a:xfrm>
        </p:grpSpPr>
        <p:grpSp>
          <p:nvGrpSpPr>
            <p:cNvPr id="3" name="Group 17"/>
            <p:cNvGrpSpPr>
              <a:grpSpLocks/>
            </p:cNvGrpSpPr>
            <p:nvPr/>
          </p:nvGrpSpPr>
          <p:grpSpPr bwMode="auto">
            <a:xfrm>
              <a:off x="1248" y="2154"/>
              <a:ext cx="384" cy="688"/>
              <a:chOff x="1248" y="2154"/>
              <a:chExt cx="384" cy="688"/>
            </a:xfrm>
          </p:grpSpPr>
          <p:sp>
            <p:nvSpPr>
              <p:cNvPr id="11315" name="Rectangle 18"/>
              <p:cNvSpPr>
                <a:spLocks noChangeArrowheads="1"/>
              </p:cNvSpPr>
              <p:nvPr/>
            </p:nvSpPr>
            <p:spPr bwMode="auto">
              <a:xfrm>
                <a:off x="1248" y="2756"/>
                <a:ext cx="384" cy="86"/>
              </a:xfrm>
              <a:prstGeom prst="rect">
                <a:avLst/>
              </a:prstGeom>
              <a:solidFill>
                <a:schemeClr val="accent4"/>
              </a:solidFill>
              <a:ln w="12700">
                <a:noFill/>
                <a:miter lim="800000"/>
                <a:headEnd type="none" w="sm" len="sm"/>
                <a:tailEnd type="none" w="sm" len="sm"/>
              </a:ln>
            </p:spPr>
            <p:txBody>
              <a:bodyPr/>
              <a:lstStyle/>
              <a:p>
                <a:pPr>
                  <a:lnSpc>
                    <a:spcPct val="100000"/>
                  </a:lnSpc>
                  <a:spcBef>
                    <a:spcPct val="0"/>
                  </a:spcBef>
                  <a:buClr>
                    <a:srgbClr val="0066FF"/>
                  </a:buClr>
                  <a:buSzPct val="75000"/>
                  <a:buFont typeface="Wingdings" pitchFamily="2" charset="2"/>
                  <a:buNone/>
                </a:pPr>
                <a:endParaRPr lang="en-US" sz="800">
                  <a:solidFill>
                    <a:srgbClr val="000000"/>
                  </a:solidFill>
                </a:endParaRPr>
              </a:p>
            </p:txBody>
          </p:sp>
          <p:sp>
            <p:nvSpPr>
              <p:cNvPr id="11316" name="Rectangle 19"/>
              <p:cNvSpPr>
                <a:spLocks noChangeArrowheads="1"/>
              </p:cNvSpPr>
              <p:nvPr/>
            </p:nvSpPr>
            <p:spPr bwMode="auto">
              <a:xfrm>
                <a:off x="1248" y="2670"/>
                <a:ext cx="384" cy="86"/>
              </a:xfrm>
              <a:prstGeom prst="rect">
                <a:avLst/>
              </a:prstGeom>
              <a:solidFill>
                <a:schemeClr val="accent4"/>
              </a:solidFill>
              <a:ln w="12700">
                <a:noFill/>
                <a:miter lim="800000"/>
                <a:headEnd type="none" w="sm" len="sm"/>
                <a:tailEnd type="none" w="sm" len="sm"/>
              </a:ln>
            </p:spPr>
            <p:txBody>
              <a:bodyPr/>
              <a:lstStyle/>
              <a:p>
                <a:pPr>
                  <a:lnSpc>
                    <a:spcPct val="100000"/>
                  </a:lnSpc>
                  <a:spcBef>
                    <a:spcPct val="0"/>
                  </a:spcBef>
                  <a:buClr>
                    <a:srgbClr val="0066FF"/>
                  </a:buClr>
                  <a:buSzPct val="75000"/>
                  <a:buFont typeface="Wingdings" pitchFamily="2" charset="2"/>
                  <a:buNone/>
                </a:pPr>
                <a:endParaRPr lang="en-US" sz="800">
                  <a:solidFill>
                    <a:srgbClr val="000000"/>
                  </a:solidFill>
                </a:endParaRPr>
              </a:p>
            </p:txBody>
          </p:sp>
          <p:sp>
            <p:nvSpPr>
              <p:cNvPr id="11317" name="Rectangle 20"/>
              <p:cNvSpPr>
                <a:spLocks noChangeArrowheads="1"/>
              </p:cNvSpPr>
              <p:nvPr/>
            </p:nvSpPr>
            <p:spPr bwMode="auto">
              <a:xfrm>
                <a:off x="1248" y="2584"/>
                <a:ext cx="384" cy="86"/>
              </a:xfrm>
              <a:prstGeom prst="rect">
                <a:avLst/>
              </a:prstGeom>
              <a:solidFill>
                <a:schemeClr val="accent4"/>
              </a:solidFill>
              <a:ln w="12700">
                <a:noFill/>
                <a:miter lim="800000"/>
                <a:headEnd type="none" w="sm" len="sm"/>
                <a:tailEnd type="none" w="sm" len="sm"/>
              </a:ln>
            </p:spPr>
            <p:txBody>
              <a:bodyPr/>
              <a:lstStyle/>
              <a:p>
                <a:pPr>
                  <a:lnSpc>
                    <a:spcPct val="100000"/>
                  </a:lnSpc>
                  <a:spcBef>
                    <a:spcPct val="0"/>
                  </a:spcBef>
                  <a:buClr>
                    <a:srgbClr val="0066FF"/>
                  </a:buClr>
                  <a:buSzPct val="75000"/>
                  <a:buFont typeface="Wingdings" pitchFamily="2" charset="2"/>
                  <a:buNone/>
                </a:pPr>
                <a:endParaRPr lang="en-US" sz="800">
                  <a:solidFill>
                    <a:srgbClr val="000000"/>
                  </a:solidFill>
                </a:endParaRPr>
              </a:p>
            </p:txBody>
          </p:sp>
          <p:sp>
            <p:nvSpPr>
              <p:cNvPr id="11318" name="Rectangle 21"/>
              <p:cNvSpPr>
                <a:spLocks noChangeArrowheads="1"/>
              </p:cNvSpPr>
              <p:nvPr/>
            </p:nvSpPr>
            <p:spPr bwMode="auto">
              <a:xfrm>
                <a:off x="1248" y="2498"/>
                <a:ext cx="384" cy="86"/>
              </a:xfrm>
              <a:prstGeom prst="rect">
                <a:avLst/>
              </a:prstGeom>
              <a:solidFill>
                <a:schemeClr val="accent1"/>
              </a:solidFill>
              <a:ln w="12700">
                <a:noFill/>
                <a:miter lim="800000"/>
                <a:headEnd type="none" w="sm" len="sm"/>
                <a:tailEnd type="none" w="sm" len="sm"/>
              </a:ln>
            </p:spPr>
            <p:txBody>
              <a:bodyPr/>
              <a:lstStyle/>
              <a:p>
                <a:pPr>
                  <a:lnSpc>
                    <a:spcPct val="100000"/>
                  </a:lnSpc>
                  <a:spcBef>
                    <a:spcPct val="0"/>
                  </a:spcBef>
                  <a:buClr>
                    <a:srgbClr val="0066FF"/>
                  </a:buClr>
                  <a:buSzPct val="75000"/>
                  <a:buFont typeface="Wingdings" pitchFamily="2" charset="2"/>
                  <a:buNone/>
                </a:pPr>
                <a:endParaRPr lang="en-US" sz="800">
                  <a:solidFill>
                    <a:srgbClr val="000000"/>
                  </a:solidFill>
                </a:endParaRPr>
              </a:p>
            </p:txBody>
          </p:sp>
          <p:sp>
            <p:nvSpPr>
              <p:cNvPr id="11319" name="Rectangle 22"/>
              <p:cNvSpPr>
                <a:spLocks noChangeArrowheads="1"/>
              </p:cNvSpPr>
              <p:nvPr/>
            </p:nvSpPr>
            <p:spPr bwMode="auto">
              <a:xfrm>
                <a:off x="1248" y="2412"/>
                <a:ext cx="384" cy="86"/>
              </a:xfrm>
              <a:prstGeom prst="rect">
                <a:avLst/>
              </a:prstGeom>
              <a:solidFill>
                <a:schemeClr val="accent1"/>
              </a:solidFill>
              <a:ln w="12700">
                <a:noFill/>
                <a:miter lim="800000"/>
                <a:headEnd type="none" w="sm" len="sm"/>
                <a:tailEnd type="none" w="sm" len="sm"/>
              </a:ln>
            </p:spPr>
            <p:txBody>
              <a:bodyPr/>
              <a:lstStyle/>
              <a:p>
                <a:pPr>
                  <a:lnSpc>
                    <a:spcPct val="100000"/>
                  </a:lnSpc>
                  <a:spcBef>
                    <a:spcPct val="0"/>
                  </a:spcBef>
                  <a:buClr>
                    <a:srgbClr val="0066FF"/>
                  </a:buClr>
                  <a:buSzPct val="75000"/>
                  <a:buFont typeface="Wingdings" pitchFamily="2" charset="2"/>
                  <a:buNone/>
                </a:pPr>
                <a:endParaRPr lang="en-US" sz="800">
                  <a:solidFill>
                    <a:srgbClr val="000000"/>
                  </a:solidFill>
                </a:endParaRPr>
              </a:p>
            </p:txBody>
          </p:sp>
          <p:sp>
            <p:nvSpPr>
              <p:cNvPr id="11320" name="Rectangle 23"/>
              <p:cNvSpPr>
                <a:spLocks noChangeArrowheads="1"/>
              </p:cNvSpPr>
              <p:nvPr/>
            </p:nvSpPr>
            <p:spPr bwMode="auto">
              <a:xfrm>
                <a:off x="1248" y="2326"/>
                <a:ext cx="384" cy="86"/>
              </a:xfrm>
              <a:prstGeom prst="rect">
                <a:avLst/>
              </a:prstGeom>
              <a:solidFill>
                <a:schemeClr val="accent1"/>
              </a:solidFill>
              <a:ln w="12700">
                <a:noFill/>
                <a:miter lim="800000"/>
                <a:headEnd type="none" w="sm" len="sm"/>
                <a:tailEnd type="none" w="sm" len="sm"/>
              </a:ln>
            </p:spPr>
            <p:txBody>
              <a:bodyPr/>
              <a:lstStyle/>
              <a:p>
                <a:pPr>
                  <a:lnSpc>
                    <a:spcPct val="100000"/>
                  </a:lnSpc>
                  <a:spcBef>
                    <a:spcPct val="0"/>
                  </a:spcBef>
                  <a:buClr>
                    <a:srgbClr val="0066FF"/>
                  </a:buClr>
                  <a:buSzPct val="75000"/>
                  <a:buFont typeface="Wingdings" pitchFamily="2" charset="2"/>
                  <a:buNone/>
                </a:pPr>
                <a:endParaRPr lang="en-US" sz="800">
                  <a:solidFill>
                    <a:srgbClr val="000000"/>
                  </a:solidFill>
                </a:endParaRPr>
              </a:p>
            </p:txBody>
          </p:sp>
          <p:sp>
            <p:nvSpPr>
              <p:cNvPr id="11321" name="Rectangle 24"/>
              <p:cNvSpPr>
                <a:spLocks noChangeArrowheads="1"/>
              </p:cNvSpPr>
              <p:nvPr/>
            </p:nvSpPr>
            <p:spPr bwMode="auto">
              <a:xfrm>
                <a:off x="1248" y="2240"/>
                <a:ext cx="384" cy="86"/>
              </a:xfrm>
              <a:prstGeom prst="rect">
                <a:avLst/>
              </a:prstGeom>
              <a:solidFill>
                <a:schemeClr val="accent1"/>
              </a:solidFill>
              <a:ln w="12700">
                <a:noFill/>
                <a:miter lim="800000"/>
                <a:headEnd type="none" w="sm" len="sm"/>
                <a:tailEnd type="none" w="sm" len="sm"/>
              </a:ln>
            </p:spPr>
            <p:txBody>
              <a:bodyPr/>
              <a:lstStyle/>
              <a:p>
                <a:pPr>
                  <a:lnSpc>
                    <a:spcPct val="100000"/>
                  </a:lnSpc>
                  <a:spcBef>
                    <a:spcPct val="0"/>
                  </a:spcBef>
                  <a:buClr>
                    <a:srgbClr val="0066FF"/>
                  </a:buClr>
                  <a:buSzPct val="75000"/>
                  <a:buFont typeface="Wingdings" pitchFamily="2" charset="2"/>
                  <a:buNone/>
                </a:pPr>
                <a:endParaRPr lang="en-US" sz="800">
                  <a:solidFill>
                    <a:srgbClr val="000000"/>
                  </a:solidFill>
                </a:endParaRPr>
              </a:p>
            </p:txBody>
          </p:sp>
          <p:sp>
            <p:nvSpPr>
              <p:cNvPr id="11322" name="Rectangle 25"/>
              <p:cNvSpPr>
                <a:spLocks noChangeArrowheads="1"/>
              </p:cNvSpPr>
              <p:nvPr/>
            </p:nvSpPr>
            <p:spPr bwMode="auto">
              <a:xfrm>
                <a:off x="1248" y="2154"/>
                <a:ext cx="384" cy="86"/>
              </a:xfrm>
              <a:prstGeom prst="rect">
                <a:avLst/>
              </a:prstGeom>
              <a:solidFill>
                <a:schemeClr val="accent1"/>
              </a:solidFill>
              <a:ln w="12700">
                <a:noFill/>
                <a:miter lim="800000"/>
                <a:headEnd type="none" w="sm" len="sm"/>
                <a:tailEnd type="none" w="sm" len="sm"/>
              </a:ln>
            </p:spPr>
            <p:txBody>
              <a:bodyPr/>
              <a:lstStyle/>
              <a:p>
                <a:pPr>
                  <a:lnSpc>
                    <a:spcPct val="100000"/>
                  </a:lnSpc>
                  <a:spcBef>
                    <a:spcPct val="0"/>
                  </a:spcBef>
                  <a:buClr>
                    <a:srgbClr val="0066FF"/>
                  </a:buClr>
                  <a:buSzPct val="75000"/>
                  <a:buFont typeface="Wingdings" pitchFamily="2" charset="2"/>
                  <a:buNone/>
                </a:pPr>
                <a:endParaRPr lang="en-US" sz="800">
                  <a:solidFill>
                    <a:srgbClr val="000000"/>
                  </a:solidFill>
                </a:endParaRPr>
              </a:p>
            </p:txBody>
          </p:sp>
          <p:sp>
            <p:nvSpPr>
              <p:cNvPr id="543770" name="Line 26"/>
              <p:cNvSpPr>
                <a:spLocks noChangeShapeType="1"/>
              </p:cNvSpPr>
              <p:nvPr/>
            </p:nvSpPr>
            <p:spPr bwMode="auto">
              <a:xfrm>
                <a:off x="1248" y="2154"/>
                <a:ext cx="381" cy="0"/>
              </a:xfrm>
              <a:prstGeom prst="line">
                <a:avLst/>
              </a:prstGeom>
              <a:noFill/>
              <a:ln w="28575" cap="sq">
                <a:solidFill>
                  <a:schemeClr val="tx1"/>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
            <p:nvSpPr>
              <p:cNvPr id="543771" name="Line 27"/>
              <p:cNvSpPr>
                <a:spLocks noChangeShapeType="1"/>
              </p:cNvSpPr>
              <p:nvPr/>
            </p:nvSpPr>
            <p:spPr bwMode="auto">
              <a:xfrm>
                <a:off x="1248" y="2240"/>
                <a:ext cx="381" cy="0"/>
              </a:xfrm>
              <a:prstGeom prst="line">
                <a:avLst/>
              </a:prstGeom>
              <a:noFill/>
              <a:ln w="12700">
                <a:solidFill>
                  <a:schemeClr val="tx1"/>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
            <p:nvSpPr>
              <p:cNvPr id="543772" name="Line 28"/>
              <p:cNvSpPr>
                <a:spLocks noChangeShapeType="1"/>
              </p:cNvSpPr>
              <p:nvPr/>
            </p:nvSpPr>
            <p:spPr bwMode="auto">
              <a:xfrm>
                <a:off x="1248" y="2326"/>
                <a:ext cx="381" cy="0"/>
              </a:xfrm>
              <a:prstGeom prst="line">
                <a:avLst/>
              </a:prstGeom>
              <a:noFill/>
              <a:ln w="12700">
                <a:solidFill>
                  <a:schemeClr val="tx1"/>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
            <p:nvSpPr>
              <p:cNvPr id="543773" name="Line 29"/>
              <p:cNvSpPr>
                <a:spLocks noChangeShapeType="1"/>
              </p:cNvSpPr>
              <p:nvPr/>
            </p:nvSpPr>
            <p:spPr bwMode="auto">
              <a:xfrm>
                <a:off x="1248" y="2412"/>
                <a:ext cx="381" cy="0"/>
              </a:xfrm>
              <a:prstGeom prst="line">
                <a:avLst/>
              </a:prstGeom>
              <a:noFill/>
              <a:ln w="12700">
                <a:solidFill>
                  <a:schemeClr val="tx1"/>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
            <p:nvSpPr>
              <p:cNvPr id="543774" name="Line 30"/>
              <p:cNvSpPr>
                <a:spLocks noChangeShapeType="1"/>
              </p:cNvSpPr>
              <p:nvPr/>
            </p:nvSpPr>
            <p:spPr bwMode="auto">
              <a:xfrm>
                <a:off x="1248" y="2499"/>
                <a:ext cx="381" cy="0"/>
              </a:xfrm>
              <a:prstGeom prst="line">
                <a:avLst/>
              </a:prstGeom>
              <a:noFill/>
              <a:ln w="12700">
                <a:solidFill>
                  <a:schemeClr val="tx1"/>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
            <p:nvSpPr>
              <p:cNvPr id="543775" name="Line 31"/>
              <p:cNvSpPr>
                <a:spLocks noChangeShapeType="1"/>
              </p:cNvSpPr>
              <p:nvPr/>
            </p:nvSpPr>
            <p:spPr bwMode="auto">
              <a:xfrm>
                <a:off x="1248" y="2584"/>
                <a:ext cx="381" cy="0"/>
              </a:xfrm>
              <a:prstGeom prst="line">
                <a:avLst/>
              </a:prstGeom>
              <a:noFill/>
              <a:ln w="12700">
                <a:solidFill>
                  <a:schemeClr val="tx1"/>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
            <p:nvSpPr>
              <p:cNvPr id="543776" name="Line 32"/>
              <p:cNvSpPr>
                <a:spLocks noChangeShapeType="1"/>
              </p:cNvSpPr>
              <p:nvPr/>
            </p:nvSpPr>
            <p:spPr bwMode="auto">
              <a:xfrm>
                <a:off x="1248" y="2670"/>
                <a:ext cx="381" cy="0"/>
              </a:xfrm>
              <a:prstGeom prst="line">
                <a:avLst/>
              </a:prstGeom>
              <a:noFill/>
              <a:ln w="12700">
                <a:solidFill>
                  <a:schemeClr val="tx1"/>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
            <p:nvSpPr>
              <p:cNvPr id="543777" name="Line 33"/>
              <p:cNvSpPr>
                <a:spLocks noChangeShapeType="1"/>
              </p:cNvSpPr>
              <p:nvPr/>
            </p:nvSpPr>
            <p:spPr bwMode="auto">
              <a:xfrm>
                <a:off x="1248" y="2756"/>
                <a:ext cx="381" cy="0"/>
              </a:xfrm>
              <a:prstGeom prst="line">
                <a:avLst/>
              </a:prstGeom>
              <a:noFill/>
              <a:ln w="12700">
                <a:solidFill>
                  <a:schemeClr val="tx1"/>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
            <p:nvSpPr>
              <p:cNvPr id="543778" name="Line 34"/>
              <p:cNvSpPr>
                <a:spLocks noChangeShapeType="1"/>
              </p:cNvSpPr>
              <p:nvPr/>
            </p:nvSpPr>
            <p:spPr bwMode="auto">
              <a:xfrm>
                <a:off x="1248" y="2842"/>
                <a:ext cx="381" cy="0"/>
              </a:xfrm>
              <a:prstGeom prst="line">
                <a:avLst/>
              </a:prstGeom>
              <a:noFill/>
              <a:ln w="28575" cap="sq">
                <a:solidFill>
                  <a:schemeClr val="tx1"/>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
            <p:nvSpPr>
              <p:cNvPr id="543779" name="Line 35"/>
              <p:cNvSpPr>
                <a:spLocks noChangeShapeType="1"/>
              </p:cNvSpPr>
              <p:nvPr/>
            </p:nvSpPr>
            <p:spPr bwMode="auto">
              <a:xfrm>
                <a:off x="1248" y="2154"/>
                <a:ext cx="0" cy="688"/>
              </a:xfrm>
              <a:prstGeom prst="line">
                <a:avLst/>
              </a:prstGeom>
              <a:noFill/>
              <a:ln w="28575" cap="sq">
                <a:solidFill>
                  <a:schemeClr val="tx1"/>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
            <p:nvSpPr>
              <p:cNvPr id="543780" name="Line 36"/>
              <p:cNvSpPr>
                <a:spLocks noChangeShapeType="1"/>
              </p:cNvSpPr>
              <p:nvPr/>
            </p:nvSpPr>
            <p:spPr bwMode="auto">
              <a:xfrm>
                <a:off x="1632" y="2154"/>
                <a:ext cx="0" cy="688"/>
              </a:xfrm>
              <a:prstGeom prst="line">
                <a:avLst/>
              </a:prstGeom>
              <a:noFill/>
              <a:ln w="28575" cap="sq">
                <a:solidFill>
                  <a:schemeClr val="tx1"/>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grpSp>
        <p:sp>
          <p:nvSpPr>
            <p:cNvPr id="11314" name="Rectangle 37"/>
            <p:cNvSpPr>
              <a:spLocks noChangeArrowheads="1"/>
            </p:cNvSpPr>
            <p:nvPr/>
          </p:nvSpPr>
          <p:spPr bwMode="auto">
            <a:xfrm>
              <a:off x="1212" y="1968"/>
              <a:ext cx="456" cy="200"/>
            </a:xfrm>
            <a:prstGeom prst="rect">
              <a:avLst/>
            </a:prstGeom>
            <a:noFill/>
            <a:ln w="12700">
              <a:noFill/>
              <a:miter lim="800000"/>
              <a:headEnd type="none" w="sm" len="sm"/>
              <a:tailEnd type="none" w="sm" len="sm"/>
            </a:ln>
          </p:spPr>
          <p:txBody>
            <a:bodyPr wrap="none" lIns="0" tIns="0" rIns="0" bIns="0">
              <a:spAutoFit/>
            </a:bodyPr>
            <a:lstStyle/>
            <a:p>
              <a:pPr algn="ctr">
                <a:spcBef>
                  <a:spcPct val="10000"/>
                </a:spcBef>
              </a:pPr>
              <a:r>
                <a:rPr lang="en-US" sz="2000">
                  <a:solidFill>
                    <a:srgbClr val="000000"/>
                  </a:solidFill>
                  <a:latin typeface="Arial Narrow" pitchFamily="34" charset="0"/>
                </a:rPr>
                <a:t>Stack</a:t>
              </a:r>
            </a:p>
          </p:txBody>
        </p:sp>
      </p:grpSp>
      <p:sp>
        <p:nvSpPr>
          <p:cNvPr id="11294" name="Rectangle 40"/>
          <p:cNvSpPr>
            <a:spLocks noChangeArrowheads="1"/>
          </p:cNvSpPr>
          <p:nvPr/>
        </p:nvSpPr>
        <p:spPr bwMode="auto">
          <a:xfrm>
            <a:off x="2254250" y="4695826"/>
            <a:ext cx="468313" cy="104775"/>
          </a:xfrm>
          <a:prstGeom prst="rect">
            <a:avLst/>
          </a:prstGeom>
          <a:solidFill>
            <a:schemeClr val="accent5">
              <a:lumMod val="20000"/>
              <a:lumOff val="80000"/>
            </a:schemeClr>
          </a:solidFill>
          <a:ln w="12700">
            <a:noFill/>
            <a:miter lim="800000"/>
            <a:headEnd type="none" w="sm" len="sm"/>
            <a:tailEnd type="none" w="sm" len="sm"/>
          </a:ln>
        </p:spPr>
        <p:txBody>
          <a:bodyPr/>
          <a:lstStyle/>
          <a:p>
            <a:pPr>
              <a:lnSpc>
                <a:spcPct val="100000"/>
              </a:lnSpc>
              <a:spcBef>
                <a:spcPct val="0"/>
              </a:spcBef>
              <a:buClr>
                <a:srgbClr val="0066FF"/>
              </a:buClr>
              <a:buSzPct val="75000"/>
              <a:buFont typeface="Wingdings" pitchFamily="2" charset="2"/>
              <a:buNone/>
            </a:pPr>
            <a:endParaRPr lang="en-US" sz="800">
              <a:solidFill>
                <a:srgbClr val="000000"/>
              </a:solidFill>
            </a:endParaRPr>
          </a:p>
        </p:txBody>
      </p:sp>
      <p:sp>
        <p:nvSpPr>
          <p:cNvPr id="11295" name="Rectangle 41"/>
          <p:cNvSpPr>
            <a:spLocks noChangeArrowheads="1"/>
          </p:cNvSpPr>
          <p:nvPr/>
        </p:nvSpPr>
        <p:spPr bwMode="auto">
          <a:xfrm>
            <a:off x="2254250" y="4591051"/>
            <a:ext cx="468313" cy="104775"/>
          </a:xfrm>
          <a:prstGeom prst="rect">
            <a:avLst/>
          </a:prstGeom>
          <a:solidFill>
            <a:schemeClr val="accent5">
              <a:lumMod val="20000"/>
              <a:lumOff val="80000"/>
            </a:schemeClr>
          </a:solidFill>
          <a:ln w="12700">
            <a:noFill/>
            <a:miter lim="800000"/>
            <a:headEnd type="none" w="sm" len="sm"/>
            <a:tailEnd type="none" w="sm" len="sm"/>
          </a:ln>
        </p:spPr>
        <p:txBody>
          <a:bodyPr/>
          <a:lstStyle/>
          <a:p>
            <a:pPr>
              <a:lnSpc>
                <a:spcPct val="100000"/>
              </a:lnSpc>
              <a:spcBef>
                <a:spcPct val="0"/>
              </a:spcBef>
              <a:buClr>
                <a:srgbClr val="0066FF"/>
              </a:buClr>
              <a:buSzPct val="75000"/>
              <a:buFont typeface="Wingdings" pitchFamily="2" charset="2"/>
              <a:buNone/>
            </a:pPr>
            <a:endParaRPr lang="en-US" sz="800">
              <a:solidFill>
                <a:srgbClr val="000000"/>
              </a:solidFill>
            </a:endParaRPr>
          </a:p>
        </p:txBody>
      </p:sp>
      <p:sp>
        <p:nvSpPr>
          <p:cNvPr id="11296" name="Rectangle 42"/>
          <p:cNvSpPr>
            <a:spLocks noChangeArrowheads="1"/>
          </p:cNvSpPr>
          <p:nvPr/>
        </p:nvSpPr>
        <p:spPr bwMode="auto">
          <a:xfrm>
            <a:off x="2254250" y="4486276"/>
            <a:ext cx="468313" cy="104775"/>
          </a:xfrm>
          <a:prstGeom prst="rect">
            <a:avLst/>
          </a:prstGeom>
          <a:solidFill>
            <a:schemeClr val="accent5">
              <a:lumMod val="20000"/>
              <a:lumOff val="80000"/>
            </a:schemeClr>
          </a:solidFill>
          <a:ln w="12700">
            <a:noFill/>
            <a:miter lim="800000"/>
            <a:headEnd type="none" w="sm" len="sm"/>
            <a:tailEnd type="none" w="sm" len="sm"/>
          </a:ln>
        </p:spPr>
        <p:txBody>
          <a:bodyPr/>
          <a:lstStyle/>
          <a:p>
            <a:pPr>
              <a:lnSpc>
                <a:spcPct val="100000"/>
              </a:lnSpc>
              <a:spcBef>
                <a:spcPct val="0"/>
              </a:spcBef>
              <a:buClr>
                <a:srgbClr val="0066FF"/>
              </a:buClr>
              <a:buSzPct val="75000"/>
              <a:buFont typeface="Wingdings" pitchFamily="2" charset="2"/>
              <a:buNone/>
            </a:pPr>
            <a:endParaRPr lang="en-US" sz="800">
              <a:solidFill>
                <a:srgbClr val="000000"/>
              </a:solidFill>
            </a:endParaRPr>
          </a:p>
        </p:txBody>
      </p:sp>
      <p:sp>
        <p:nvSpPr>
          <p:cNvPr id="11297" name="Rectangle 43"/>
          <p:cNvSpPr>
            <a:spLocks noChangeArrowheads="1"/>
          </p:cNvSpPr>
          <p:nvPr/>
        </p:nvSpPr>
        <p:spPr bwMode="auto">
          <a:xfrm>
            <a:off x="2254250" y="4381501"/>
            <a:ext cx="468313" cy="104775"/>
          </a:xfrm>
          <a:prstGeom prst="rect">
            <a:avLst/>
          </a:prstGeom>
          <a:solidFill>
            <a:schemeClr val="accent2">
              <a:alpha val="50195"/>
            </a:schemeClr>
          </a:solidFill>
          <a:ln w="12700">
            <a:noFill/>
            <a:miter lim="800000"/>
            <a:headEnd type="none" w="sm" len="sm"/>
            <a:tailEnd type="none" w="sm" len="sm"/>
          </a:ln>
        </p:spPr>
        <p:txBody>
          <a:bodyPr/>
          <a:lstStyle/>
          <a:p>
            <a:pPr>
              <a:lnSpc>
                <a:spcPct val="100000"/>
              </a:lnSpc>
              <a:spcBef>
                <a:spcPct val="0"/>
              </a:spcBef>
              <a:buClr>
                <a:srgbClr val="0066FF"/>
              </a:buClr>
              <a:buSzPct val="75000"/>
              <a:buFont typeface="Wingdings" pitchFamily="2" charset="2"/>
              <a:buNone/>
            </a:pPr>
            <a:endParaRPr lang="en-US" sz="800">
              <a:solidFill>
                <a:srgbClr val="000000"/>
              </a:solidFill>
            </a:endParaRPr>
          </a:p>
        </p:txBody>
      </p:sp>
      <p:sp>
        <p:nvSpPr>
          <p:cNvPr id="11298" name="Rectangle 44"/>
          <p:cNvSpPr>
            <a:spLocks noChangeArrowheads="1"/>
          </p:cNvSpPr>
          <p:nvPr/>
        </p:nvSpPr>
        <p:spPr bwMode="auto">
          <a:xfrm>
            <a:off x="2254250" y="4275138"/>
            <a:ext cx="468313" cy="106363"/>
          </a:xfrm>
          <a:prstGeom prst="rect">
            <a:avLst/>
          </a:prstGeom>
          <a:solidFill>
            <a:schemeClr val="accent2">
              <a:alpha val="50195"/>
            </a:schemeClr>
          </a:solidFill>
          <a:ln w="12700">
            <a:noFill/>
            <a:miter lim="800000"/>
            <a:headEnd type="none" w="sm" len="sm"/>
            <a:tailEnd type="none" w="sm" len="sm"/>
          </a:ln>
        </p:spPr>
        <p:txBody>
          <a:bodyPr/>
          <a:lstStyle/>
          <a:p>
            <a:pPr>
              <a:lnSpc>
                <a:spcPct val="100000"/>
              </a:lnSpc>
              <a:spcBef>
                <a:spcPct val="0"/>
              </a:spcBef>
              <a:buClr>
                <a:srgbClr val="0066FF"/>
              </a:buClr>
              <a:buSzPct val="75000"/>
              <a:buFont typeface="Wingdings" pitchFamily="2" charset="2"/>
              <a:buNone/>
            </a:pPr>
            <a:endParaRPr lang="en-US" sz="800">
              <a:solidFill>
                <a:srgbClr val="000000"/>
              </a:solidFill>
            </a:endParaRPr>
          </a:p>
        </p:txBody>
      </p:sp>
      <p:sp>
        <p:nvSpPr>
          <p:cNvPr id="11299" name="Rectangle 45"/>
          <p:cNvSpPr>
            <a:spLocks noChangeArrowheads="1"/>
          </p:cNvSpPr>
          <p:nvPr/>
        </p:nvSpPr>
        <p:spPr bwMode="auto">
          <a:xfrm>
            <a:off x="2254250" y="4170363"/>
            <a:ext cx="468313" cy="104775"/>
          </a:xfrm>
          <a:prstGeom prst="rect">
            <a:avLst/>
          </a:prstGeom>
          <a:solidFill>
            <a:schemeClr val="accent2">
              <a:alpha val="50195"/>
            </a:schemeClr>
          </a:solidFill>
          <a:ln w="12700">
            <a:noFill/>
            <a:miter lim="800000"/>
            <a:headEnd type="none" w="sm" len="sm"/>
            <a:tailEnd type="none" w="sm" len="sm"/>
          </a:ln>
        </p:spPr>
        <p:txBody>
          <a:bodyPr/>
          <a:lstStyle/>
          <a:p>
            <a:pPr>
              <a:lnSpc>
                <a:spcPct val="100000"/>
              </a:lnSpc>
              <a:spcBef>
                <a:spcPct val="0"/>
              </a:spcBef>
              <a:buClr>
                <a:srgbClr val="0066FF"/>
              </a:buClr>
              <a:buSzPct val="75000"/>
              <a:buFont typeface="Wingdings" pitchFamily="2" charset="2"/>
              <a:buNone/>
            </a:pPr>
            <a:endParaRPr lang="en-US" sz="800">
              <a:solidFill>
                <a:srgbClr val="000000"/>
              </a:solidFill>
            </a:endParaRPr>
          </a:p>
        </p:txBody>
      </p:sp>
      <p:sp>
        <p:nvSpPr>
          <p:cNvPr id="11300" name="Rectangle 46"/>
          <p:cNvSpPr>
            <a:spLocks noChangeArrowheads="1"/>
          </p:cNvSpPr>
          <p:nvPr/>
        </p:nvSpPr>
        <p:spPr bwMode="auto">
          <a:xfrm>
            <a:off x="2254250" y="4065588"/>
            <a:ext cx="468313" cy="104775"/>
          </a:xfrm>
          <a:prstGeom prst="rect">
            <a:avLst/>
          </a:prstGeom>
          <a:solidFill>
            <a:schemeClr val="accent2">
              <a:alpha val="50195"/>
            </a:schemeClr>
          </a:solidFill>
          <a:ln w="12700">
            <a:noFill/>
            <a:miter lim="800000"/>
            <a:headEnd type="none" w="sm" len="sm"/>
            <a:tailEnd type="none" w="sm" len="sm"/>
          </a:ln>
        </p:spPr>
        <p:txBody>
          <a:bodyPr/>
          <a:lstStyle/>
          <a:p>
            <a:pPr>
              <a:lnSpc>
                <a:spcPct val="100000"/>
              </a:lnSpc>
              <a:spcBef>
                <a:spcPct val="0"/>
              </a:spcBef>
              <a:buClr>
                <a:srgbClr val="0066FF"/>
              </a:buClr>
              <a:buSzPct val="75000"/>
              <a:buFont typeface="Wingdings" pitchFamily="2" charset="2"/>
              <a:buNone/>
            </a:pPr>
            <a:endParaRPr lang="en-US" sz="800">
              <a:solidFill>
                <a:srgbClr val="000000"/>
              </a:solidFill>
            </a:endParaRPr>
          </a:p>
        </p:txBody>
      </p:sp>
      <p:sp>
        <p:nvSpPr>
          <p:cNvPr id="11301" name="Rectangle 47"/>
          <p:cNvSpPr>
            <a:spLocks noChangeArrowheads="1"/>
          </p:cNvSpPr>
          <p:nvPr/>
        </p:nvSpPr>
        <p:spPr bwMode="auto">
          <a:xfrm>
            <a:off x="2254250" y="3960813"/>
            <a:ext cx="468313" cy="104775"/>
          </a:xfrm>
          <a:prstGeom prst="rect">
            <a:avLst/>
          </a:prstGeom>
          <a:solidFill>
            <a:schemeClr val="accent2">
              <a:alpha val="50195"/>
            </a:schemeClr>
          </a:solidFill>
          <a:ln w="12700">
            <a:noFill/>
            <a:miter lim="800000"/>
            <a:headEnd type="none" w="sm" len="sm"/>
            <a:tailEnd type="none" w="sm" len="sm"/>
          </a:ln>
        </p:spPr>
        <p:txBody>
          <a:bodyPr/>
          <a:lstStyle/>
          <a:p>
            <a:pPr>
              <a:lnSpc>
                <a:spcPct val="100000"/>
              </a:lnSpc>
              <a:spcBef>
                <a:spcPct val="0"/>
              </a:spcBef>
              <a:buClr>
                <a:srgbClr val="0066FF"/>
              </a:buClr>
              <a:buSzPct val="75000"/>
              <a:buFont typeface="Wingdings" pitchFamily="2" charset="2"/>
              <a:buNone/>
            </a:pPr>
            <a:endParaRPr lang="en-US" sz="800">
              <a:solidFill>
                <a:srgbClr val="000000"/>
              </a:solidFill>
            </a:endParaRPr>
          </a:p>
        </p:txBody>
      </p:sp>
      <p:sp>
        <p:nvSpPr>
          <p:cNvPr id="543792" name="Line 48"/>
          <p:cNvSpPr>
            <a:spLocks noChangeShapeType="1"/>
          </p:cNvSpPr>
          <p:nvPr/>
        </p:nvSpPr>
        <p:spPr bwMode="auto">
          <a:xfrm>
            <a:off x="2254250" y="3960813"/>
            <a:ext cx="468313" cy="0"/>
          </a:xfrm>
          <a:prstGeom prst="line">
            <a:avLst/>
          </a:prstGeom>
          <a:noFill/>
          <a:ln w="28575" cap="sq">
            <a:solidFill>
              <a:schemeClr val="tx1"/>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
        <p:nvSpPr>
          <p:cNvPr id="543793" name="Line 49"/>
          <p:cNvSpPr>
            <a:spLocks noChangeShapeType="1"/>
          </p:cNvSpPr>
          <p:nvPr/>
        </p:nvSpPr>
        <p:spPr bwMode="auto">
          <a:xfrm>
            <a:off x="2254250" y="4065588"/>
            <a:ext cx="468313" cy="0"/>
          </a:xfrm>
          <a:prstGeom prst="line">
            <a:avLst/>
          </a:prstGeom>
          <a:noFill/>
          <a:ln w="12700">
            <a:solidFill>
              <a:schemeClr val="tx1"/>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
        <p:nvSpPr>
          <p:cNvPr id="543794" name="Line 50"/>
          <p:cNvSpPr>
            <a:spLocks noChangeShapeType="1"/>
          </p:cNvSpPr>
          <p:nvPr/>
        </p:nvSpPr>
        <p:spPr bwMode="auto">
          <a:xfrm>
            <a:off x="2254250" y="4170363"/>
            <a:ext cx="468313" cy="0"/>
          </a:xfrm>
          <a:prstGeom prst="line">
            <a:avLst/>
          </a:prstGeom>
          <a:noFill/>
          <a:ln w="12700">
            <a:solidFill>
              <a:schemeClr val="tx1"/>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
        <p:nvSpPr>
          <p:cNvPr id="543795" name="Line 51"/>
          <p:cNvSpPr>
            <a:spLocks noChangeShapeType="1"/>
          </p:cNvSpPr>
          <p:nvPr/>
        </p:nvSpPr>
        <p:spPr bwMode="auto">
          <a:xfrm>
            <a:off x="2254250" y="4275138"/>
            <a:ext cx="468313" cy="0"/>
          </a:xfrm>
          <a:prstGeom prst="line">
            <a:avLst/>
          </a:prstGeom>
          <a:noFill/>
          <a:ln w="12700">
            <a:solidFill>
              <a:schemeClr val="tx1"/>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
        <p:nvSpPr>
          <p:cNvPr id="543796" name="Line 52"/>
          <p:cNvSpPr>
            <a:spLocks noChangeShapeType="1"/>
          </p:cNvSpPr>
          <p:nvPr/>
        </p:nvSpPr>
        <p:spPr bwMode="auto">
          <a:xfrm>
            <a:off x="2254250" y="4381501"/>
            <a:ext cx="468313" cy="0"/>
          </a:xfrm>
          <a:prstGeom prst="line">
            <a:avLst/>
          </a:prstGeom>
          <a:noFill/>
          <a:ln w="12700">
            <a:solidFill>
              <a:schemeClr val="tx1"/>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
        <p:nvSpPr>
          <p:cNvPr id="543797" name="Line 53"/>
          <p:cNvSpPr>
            <a:spLocks noChangeShapeType="1"/>
          </p:cNvSpPr>
          <p:nvPr/>
        </p:nvSpPr>
        <p:spPr bwMode="auto">
          <a:xfrm>
            <a:off x="2254250" y="4486276"/>
            <a:ext cx="468313" cy="0"/>
          </a:xfrm>
          <a:prstGeom prst="line">
            <a:avLst/>
          </a:prstGeom>
          <a:noFill/>
          <a:ln w="12700">
            <a:solidFill>
              <a:schemeClr val="tx1"/>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
        <p:nvSpPr>
          <p:cNvPr id="543798" name="Line 54"/>
          <p:cNvSpPr>
            <a:spLocks noChangeShapeType="1"/>
          </p:cNvSpPr>
          <p:nvPr/>
        </p:nvSpPr>
        <p:spPr bwMode="auto">
          <a:xfrm>
            <a:off x="2254250" y="4591051"/>
            <a:ext cx="468313" cy="0"/>
          </a:xfrm>
          <a:prstGeom prst="line">
            <a:avLst/>
          </a:prstGeom>
          <a:noFill/>
          <a:ln w="12700">
            <a:solidFill>
              <a:schemeClr val="tx1"/>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
        <p:nvSpPr>
          <p:cNvPr id="543799" name="Line 55"/>
          <p:cNvSpPr>
            <a:spLocks noChangeShapeType="1"/>
          </p:cNvSpPr>
          <p:nvPr/>
        </p:nvSpPr>
        <p:spPr bwMode="auto">
          <a:xfrm>
            <a:off x="2254250" y="4695826"/>
            <a:ext cx="468313" cy="0"/>
          </a:xfrm>
          <a:prstGeom prst="line">
            <a:avLst/>
          </a:prstGeom>
          <a:noFill/>
          <a:ln w="12700">
            <a:solidFill>
              <a:schemeClr val="tx1"/>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
        <p:nvSpPr>
          <p:cNvPr id="543800" name="Line 56"/>
          <p:cNvSpPr>
            <a:spLocks noChangeShapeType="1"/>
          </p:cNvSpPr>
          <p:nvPr/>
        </p:nvSpPr>
        <p:spPr bwMode="auto">
          <a:xfrm>
            <a:off x="2254250" y="4800601"/>
            <a:ext cx="468313" cy="0"/>
          </a:xfrm>
          <a:prstGeom prst="line">
            <a:avLst/>
          </a:prstGeom>
          <a:noFill/>
          <a:ln w="28575" cap="sq">
            <a:solidFill>
              <a:schemeClr val="tx1"/>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
        <p:nvSpPr>
          <p:cNvPr id="543801" name="Line 57"/>
          <p:cNvSpPr>
            <a:spLocks noChangeShapeType="1"/>
          </p:cNvSpPr>
          <p:nvPr/>
        </p:nvSpPr>
        <p:spPr bwMode="auto">
          <a:xfrm>
            <a:off x="2254250" y="3960813"/>
            <a:ext cx="0" cy="839788"/>
          </a:xfrm>
          <a:prstGeom prst="line">
            <a:avLst/>
          </a:prstGeom>
          <a:noFill/>
          <a:ln w="28575" cap="sq">
            <a:solidFill>
              <a:schemeClr val="tx1"/>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
        <p:nvSpPr>
          <p:cNvPr id="543802" name="Line 58"/>
          <p:cNvSpPr>
            <a:spLocks noChangeShapeType="1"/>
          </p:cNvSpPr>
          <p:nvPr/>
        </p:nvSpPr>
        <p:spPr bwMode="auto">
          <a:xfrm>
            <a:off x="2722563" y="3960813"/>
            <a:ext cx="0" cy="839788"/>
          </a:xfrm>
          <a:prstGeom prst="line">
            <a:avLst/>
          </a:prstGeom>
          <a:noFill/>
          <a:ln w="28575" cap="sq">
            <a:solidFill>
              <a:schemeClr val="tx1"/>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
        <p:nvSpPr>
          <p:cNvPr id="11293" name="Rectangle 59"/>
          <p:cNvSpPr>
            <a:spLocks noChangeArrowheads="1"/>
          </p:cNvSpPr>
          <p:nvPr/>
        </p:nvSpPr>
        <p:spPr bwMode="auto">
          <a:xfrm>
            <a:off x="2235200" y="3733800"/>
            <a:ext cx="509588" cy="244475"/>
          </a:xfrm>
          <a:prstGeom prst="rect">
            <a:avLst/>
          </a:prstGeom>
          <a:noFill/>
          <a:ln w="12700">
            <a:noFill/>
            <a:miter lim="800000"/>
            <a:headEnd type="none" w="sm" len="sm"/>
            <a:tailEnd type="none" w="sm" len="sm"/>
          </a:ln>
        </p:spPr>
        <p:txBody>
          <a:bodyPr wrap="none" lIns="0" tIns="0" rIns="0" bIns="0">
            <a:spAutoFit/>
          </a:bodyPr>
          <a:lstStyle/>
          <a:p>
            <a:pPr algn="ctr">
              <a:spcBef>
                <a:spcPct val="10000"/>
              </a:spcBef>
            </a:pPr>
            <a:r>
              <a:rPr lang="en-US" sz="2000">
                <a:solidFill>
                  <a:srgbClr val="000000"/>
                </a:solidFill>
                <a:latin typeface="Arial Narrow" pitchFamily="34" charset="0"/>
              </a:rPr>
              <a:t>Heap</a:t>
            </a:r>
          </a:p>
        </p:txBody>
      </p:sp>
      <p:sp>
        <p:nvSpPr>
          <p:cNvPr id="543806" name="Rectangle 62"/>
          <p:cNvSpPr>
            <a:spLocks noChangeArrowheads="1"/>
          </p:cNvSpPr>
          <p:nvPr/>
        </p:nvSpPr>
        <p:spPr bwMode="auto">
          <a:xfrm>
            <a:off x="3886200" y="4760913"/>
            <a:ext cx="4470519" cy="1446550"/>
          </a:xfrm>
          <a:prstGeom prst="rect">
            <a:avLst/>
          </a:prstGeom>
          <a:solidFill>
            <a:schemeClr val="accent3"/>
          </a:solidFill>
          <a:ln w="12700">
            <a:noFill/>
            <a:miter lim="800000"/>
            <a:headEnd type="none" w="sm" len="sm"/>
            <a:tailEnd type="none" w="sm" len="sm"/>
          </a:ln>
          <a:effectLst>
            <a:outerShdw dist="107763" dir="2700000" algn="ctr" rotWithShape="0">
              <a:schemeClr val="bg2">
                <a:alpha val="50000"/>
              </a:schemeClr>
            </a:outerShdw>
          </a:effectLst>
        </p:spPr>
        <p:txBody>
          <a:bodyPr wrap="none" lIns="182880" tIns="91440" rIns="182880" bIns="182880">
            <a:spAutoFit/>
          </a:bodyPr>
          <a:lstStyle/>
          <a:p>
            <a:pPr>
              <a:lnSpc>
                <a:spcPct val="100000"/>
              </a:lnSpc>
              <a:spcBef>
                <a:spcPct val="20000"/>
              </a:spcBef>
              <a:buClr>
                <a:schemeClr val="tx2"/>
              </a:buClr>
              <a:buSzPct val="75000"/>
              <a:defRPr/>
            </a:pPr>
            <a:r>
              <a:rPr lang="en-US" sz="2800">
                <a:solidFill>
                  <a:schemeClr val="tx2"/>
                </a:solidFill>
                <a:latin typeface="Calibri" pitchFamily="34" charset="0"/>
                <a:cs typeface="Calibri" pitchFamily="34" charset="0"/>
              </a:rPr>
              <a:t>What if I need two heaps?</a:t>
            </a:r>
          </a:p>
          <a:p>
            <a:pPr marL="342900" indent="-342900">
              <a:lnSpc>
                <a:spcPct val="100000"/>
              </a:lnSpc>
              <a:spcBef>
                <a:spcPct val="20000"/>
              </a:spcBef>
              <a:buClr>
                <a:schemeClr val="tx2"/>
              </a:buClr>
              <a:buSzPct val="60000"/>
              <a:buFont typeface="Wingdings"/>
              <a:buChar char=""/>
              <a:defRPr/>
            </a:pPr>
            <a:r>
              <a:rPr lang="en-US" sz="2000">
                <a:solidFill>
                  <a:srgbClr val="000000"/>
                </a:solidFill>
                <a:latin typeface="Calibri" pitchFamily="34" charset="0"/>
                <a:cs typeface="Calibri" pitchFamily="34" charset="0"/>
              </a:rPr>
              <a:t>Say, a big image array </a:t>
            </a:r>
            <a:r>
              <a:rPr lang="en-US" sz="2000" u="sng">
                <a:solidFill>
                  <a:schemeClr val="tx2"/>
                </a:solidFill>
                <a:latin typeface="Calibri" pitchFamily="34" charset="0"/>
                <a:cs typeface="Calibri" pitchFamily="34" charset="0"/>
              </a:rPr>
              <a:t>off-chip</a:t>
            </a:r>
            <a:r>
              <a:rPr lang="en-US" sz="2000">
                <a:solidFill>
                  <a:srgbClr val="000000"/>
                </a:solidFill>
                <a:latin typeface="Calibri" pitchFamily="34" charset="0"/>
                <a:cs typeface="Calibri" pitchFamily="34" charset="0"/>
              </a:rPr>
              <a:t>, and</a:t>
            </a:r>
          </a:p>
          <a:p>
            <a:pPr marL="342900" indent="-342900">
              <a:lnSpc>
                <a:spcPct val="100000"/>
              </a:lnSpc>
              <a:spcBef>
                <a:spcPct val="20000"/>
              </a:spcBef>
              <a:buClr>
                <a:schemeClr val="tx2"/>
              </a:buClr>
              <a:buSzPct val="60000"/>
              <a:buFont typeface="Wingdings"/>
              <a:buChar char=""/>
              <a:defRPr/>
            </a:pPr>
            <a:r>
              <a:rPr lang="en-US" sz="2000">
                <a:solidFill>
                  <a:srgbClr val="000000"/>
                </a:solidFill>
                <a:latin typeface="Calibri" pitchFamily="34" charset="0"/>
                <a:cs typeface="Calibri" pitchFamily="34" charset="0"/>
              </a:rPr>
              <a:t>Fast scratch memory heap </a:t>
            </a:r>
            <a:r>
              <a:rPr lang="en-US" sz="2000" u="sng">
                <a:solidFill>
                  <a:schemeClr val="tx2"/>
                </a:solidFill>
                <a:latin typeface="Calibri" pitchFamily="34" charset="0"/>
                <a:cs typeface="Calibri" pitchFamily="34" charset="0"/>
              </a:rPr>
              <a:t>on-chip</a:t>
            </a:r>
            <a:r>
              <a:rPr lang="en-US" sz="2000">
                <a:solidFill>
                  <a:srgbClr val="000000"/>
                </a:solidFill>
                <a:latin typeface="Calibri" pitchFamily="34" charset="0"/>
                <a:cs typeface="Calibri" pitchFamily="34" charset="0"/>
              </a:rPr>
              <a:t>?</a:t>
            </a:r>
          </a:p>
        </p:txBody>
      </p:sp>
      <p:pic>
        <p:nvPicPr>
          <p:cNvPr id="67" name="Animated Logo" descr="tilogo_color_twoline.png"/>
          <p:cNvPicPr>
            <a:picLocks noChangeAspect="1"/>
          </p:cNvPicPr>
          <p:nvPr/>
        </p:nvPicPr>
        <p:blipFill>
          <a:blip r:embed="rId3" cstate="print"/>
          <a:stretch>
            <a:fillRect/>
          </a:stretch>
        </p:blipFill>
        <p:spPr>
          <a:xfrm>
            <a:off x="50800" y="6477000"/>
            <a:ext cx="1438537" cy="347443"/>
          </a:xfrm>
          <a:prstGeom prst="rect">
            <a:avLst/>
          </a:prstGeom>
        </p:spPr>
      </p:pic>
      <p:sp>
        <p:nvSpPr>
          <p:cNvPr id="64" name="Rectangle 15"/>
          <p:cNvSpPr>
            <a:spLocks noChangeArrowheads="1"/>
          </p:cNvSpPr>
          <p:nvPr/>
        </p:nvSpPr>
        <p:spPr bwMode="auto">
          <a:xfrm>
            <a:off x="5105400" y="768925"/>
            <a:ext cx="3392082" cy="395173"/>
          </a:xfrm>
          <a:prstGeom prst="rect">
            <a:avLst/>
          </a:prstGeom>
          <a:noFill/>
          <a:ln w="12700">
            <a:noFill/>
            <a:miter lim="800000"/>
            <a:headEnd type="none" w="sm" len="sm"/>
            <a:tailEnd type="none" w="sm" len="sm"/>
          </a:ln>
        </p:spPr>
        <p:txBody>
          <a:bodyPr wrap="none">
            <a:spAutoFit/>
          </a:bodyPr>
          <a:lstStyle/>
          <a:p>
            <a:r>
              <a:rPr lang="en-US">
                <a:latin typeface="Calibri" pitchFamily="34" charset="0"/>
                <a:cs typeface="Calibri" pitchFamily="34" charset="0"/>
              </a:rPr>
              <a:t>Using Memory Efficiently</a:t>
            </a:r>
          </a:p>
        </p:txBody>
      </p:sp>
      <p:sp>
        <p:nvSpPr>
          <p:cNvPr id="65" name="Text Box 61"/>
          <p:cNvSpPr txBox="1">
            <a:spLocks noChangeArrowheads="1"/>
          </p:cNvSpPr>
          <p:nvPr/>
        </p:nvSpPr>
        <p:spPr bwMode="auto">
          <a:xfrm>
            <a:off x="5715000" y="1143000"/>
            <a:ext cx="3352800" cy="2200602"/>
          </a:xfrm>
          <a:prstGeom prst="rect">
            <a:avLst/>
          </a:prstGeom>
          <a:noFill/>
          <a:ln w="12700">
            <a:noFill/>
            <a:miter lim="800000"/>
            <a:headEnd type="none" w="sm" len="sm"/>
            <a:tailEnd type="none" w="sm" len="sm"/>
          </a:ln>
        </p:spPr>
        <p:txBody>
          <a:bodyPr bIns="137160">
            <a:spAutoFit/>
          </a:bodyPr>
          <a:lstStyle/>
          <a:p>
            <a:pPr marL="342900" indent="-342900">
              <a:lnSpc>
                <a:spcPct val="90000"/>
              </a:lnSpc>
              <a:spcBef>
                <a:spcPts val="600"/>
              </a:spcBef>
              <a:buClr>
                <a:schemeClr val="tx2"/>
              </a:buClr>
              <a:buSzPct val="75000"/>
              <a:buFont typeface="Wingdings"/>
              <a:buChar char=""/>
            </a:pPr>
            <a:r>
              <a:rPr lang="en-US" sz="2000">
                <a:solidFill>
                  <a:srgbClr val="000000"/>
                </a:solidFill>
                <a:latin typeface="Calibri" pitchFamily="34" charset="0"/>
                <a:cs typeface="Calibri" pitchFamily="34" charset="0"/>
              </a:rPr>
              <a:t>Common memory reuse within C language</a:t>
            </a:r>
          </a:p>
          <a:p>
            <a:pPr marL="342900" indent="-342900">
              <a:lnSpc>
                <a:spcPct val="90000"/>
              </a:lnSpc>
              <a:spcBef>
                <a:spcPts val="600"/>
              </a:spcBef>
              <a:buClr>
                <a:schemeClr val="tx2"/>
              </a:buClr>
              <a:buSzPct val="75000"/>
              <a:buFont typeface="Wingdings"/>
              <a:buChar char=""/>
            </a:pPr>
            <a:r>
              <a:rPr lang="en-US" sz="2000">
                <a:solidFill>
                  <a:srgbClr val="000000"/>
                </a:solidFill>
                <a:latin typeface="Calibri" pitchFamily="34" charset="0"/>
                <a:cs typeface="Calibri" pitchFamily="34" charset="0"/>
              </a:rPr>
              <a:t>A </a:t>
            </a:r>
            <a:r>
              <a:rPr lang="en-US" sz="2000">
                <a:solidFill>
                  <a:schemeClr val="tx2"/>
                </a:solidFill>
                <a:latin typeface="Calibri" pitchFamily="34" charset="0"/>
                <a:cs typeface="Calibri" pitchFamily="34" charset="0"/>
              </a:rPr>
              <a:t>Heap</a:t>
            </a:r>
            <a:r>
              <a:rPr lang="en-US" sz="2000">
                <a:solidFill>
                  <a:srgbClr val="000000"/>
                </a:solidFill>
                <a:latin typeface="Calibri" pitchFamily="34" charset="0"/>
                <a:cs typeface="Calibri" pitchFamily="34" charset="0"/>
              </a:rPr>
              <a:t> (</a:t>
            </a:r>
            <a:r>
              <a:rPr lang="en-US" sz="1800">
                <a:solidFill>
                  <a:srgbClr val="000000"/>
                </a:solidFill>
                <a:latin typeface="Calibri" pitchFamily="34" charset="0"/>
                <a:cs typeface="Calibri" pitchFamily="34" charset="0"/>
              </a:rPr>
              <a:t>i.e.</a:t>
            </a:r>
            <a:r>
              <a:rPr lang="en-US" sz="2000">
                <a:solidFill>
                  <a:srgbClr val="000000"/>
                </a:solidFill>
                <a:latin typeface="Calibri" pitchFamily="34" charset="0"/>
                <a:cs typeface="Calibri" pitchFamily="34" charset="0"/>
              </a:rPr>
              <a:t> system memory) allocates, then frees chunks of memory from a common system block</a:t>
            </a:r>
          </a:p>
        </p:txBody>
      </p:sp>
    </p:spTree>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noFill/>
        </p:spPr>
        <p:txBody>
          <a:bodyPr anchor="ctr"/>
          <a:lstStyle/>
          <a:p>
            <a:r>
              <a:rPr lang="en-US" dirty="0" smtClean="0"/>
              <a:t>Multiple Heaps</a:t>
            </a:r>
          </a:p>
        </p:txBody>
      </p:sp>
      <p:sp>
        <p:nvSpPr>
          <p:cNvPr id="547843" name="Rectangle 3"/>
          <p:cNvSpPr>
            <a:spLocks noChangeArrowheads="1"/>
          </p:cNvSpPr>
          <p:nvPr/>
        </p:nvSpPr>
        <p:spPr bwMode="auto">
          <a:xfrm>
            <a:off x="114300" y="762000"/>
            <a:ext cx="3613150" cy="5410200"/>
          </a:xfrm>
          <a:prstGeom prst="rect">
            <a:avLst/>
          </a:prstGeom>
          <a:solidFill>
            <a:schemeClr val="accent1"/>
          </a:solidFill>
          <a:ln w="28575">
            <a:solidFill>
              <a:schemeClr val="tx1"/>
            </a:solidFill>
            <a:miter lim="800000"/>
            <a:headEnd type="none" w="sm" len="sm"/>
            <a:tailEnd type="none" w="sm" len="sm"/>
          </a:ln>
          <a:effectLst/>
        </p:spPr>
        <p:txBody>
          <a:bodyPr wrap="none" anchor="ctr" anchorCtr="1"/>
          <a:lstStyle/>
          <a:p>
            <a:pPr>
              <a:defRPr/>
            </a:pPr>
            <a:endParaRPr lang="en-US">
              <a:solidFill>
                <a:srgbClr val="000000"/>
              </a:solidFill>
              <a:effectLst>
                <a:outerShdw blurRad="38100" dist="38100" dir="2700000" algn="tl">
                  <a:srgbClr val="FFFFFF"/>
                </a:outerShdw>
              </a:effectLst>
              <a:latin typeface="Arial Narrow" pitchFamily="34" charset="0"/>
            </a:endParaRPr>
          </a:p>
        </p:txBody>
      </p:sp>
      <p:sp>
        <p:nvSpPr>
          <p:cNvPr id="13316" name="Rectangle 4"/>
          <p:cNvSpPr>
            <a:spLocks noChangeArrowheads="1"/>
          </p:cNvSpPr>
          <p:nvPr/>
        </p:nvSpPr>
        <p:spPr bwMode="auto">
          <a:xfrm>
            <a:off x="1630363" y="1930400"/>
            <a:ext cx="1282700" cy="3076575"/>
          </a:xfrm>
          <a:prstGeom prst="rect">
            <a:avLst/>
          </a:prstGeom>
          <a:solidFill>
            <a:schemeClr val="accent3"/>
          </a:solidFill>
          <a:ln w="12700">
            <a:noFill/>
            <a:miter lim="800000"/>
            <a:headEnd type="none" w="sm" len="sm"/>
            <a:tailEnd type="none" w="sm" len="sm"/>
          </a:ln>
        </p:spPr>
        <p:txBody>
          <a:bodyPr wrap="none" lIns="0" tIns="91440" rIns="0" bIns="0"/>
          <a:lstStyle/>
          <a:p>
            <a:pPr algn="ctr">
              <a:spcBef>
                <a:spcPct val="0"/>
              </a:spcBef>
            </a:pPr>
            <a:r>
              <a:rPr lang="en-US">
                <a:solidFill>
                  <a:srgbClr val="0066FF"/>
                </a:solidFill>
                <a:latin typeface="Arial Narrow" pitchFamily="34" charset="0"/>
              </a:rPr>
              <a:t>Internal</a:t>
            </a:r>
          </a:p>
          <a:p>
            <a:pPr algn="ctr">
              <a:spcBef>
                <a:spcPct val="0"/>
              </a:spcBef>
            </a:pPr>
            <a:r>
              <a:rPr lang="en-US">
                <a:solidFill>
                  <a:srgbClr val="0066FF"/>
                </a:solidFill>
                <a:latin typeface="Arial Narrow" pitchFamily="34" charset="0"/>
              </a:rPr>
              <a:t>SRAM</a:t>
            </a:r>
            <a:endParaRPr lang="en-US">
              <a:solidFill>
                <a:srgbClr val="000000"/>
              </a:solidFill>
              <a:latin typeface="Arial Narrow" pitchFamily="34" charset="0"/>
            </a:endParaRPr>
          </a:p>
        </p:txBody>
      </p:sp>
      <p:sp>
        <p:nvSpPr>
          <p:cNvPr id="13317" name="Rectangle 5"/>
          <p:cNvSpPr>
            <a:spLocks noChangeArrowheads="1"/>
          </p:cNvSpPr>
          <p:nvPr/>
        </p:nvSpPr>
        <p:spPr bwMode="auto">
          <a:xfrm>
            <a:off x="301625" y="2649538"/>
            <a:ext cx="1162050" cy="1635125"/>
          </a:xfrm>
          <a:prstGeom prst="rect">
            <a:avLst/>
          </a:prstGeom>
          <a:solidFill>
            <a:schemeClr val="accent4">
              <a:lumMod val="40000"/>
              <a:lumOff val="60000"/>
            </a:schemeClr>
          </a:solidFill>
          <a:ln w="12700">
            <a:noFill/>
            <a:miter lim="800000"/>
            <a:headEnd type="none" w="sm" len="sm"/>
            <a:tailEnd type="none" w="sm" len="sm"/>
          </a:ln>
        </p:spPr>
        <p:txBody>
          <a:bodyPr wrap="none" lIns="0" tIns="0" rIns="0" bIns="0" anchor="ctr" anchorCtr="1"/>
          <a:lstStyle/>
          <a:p>
            <a:pPr algn="ctr">
              <a:lnSpc>
                <a:spcPct val="100000"/>
              </a:lnSpc>
              <a:spcBef>
                <a:spcPct val="0"/>
              </a:spcBef>
            </a:pPr>
            <a:r>
              <a:rPr lang="en-US">
                <a:solidFill>
                  <a:srgbClr val="000000"/>
                </a:solidFill>
              </a:rPr>
              <a:t>CPU</a:t>
            </a:r>
          </a:p>
        </p:txBody>
      </p:sp>
      <p:sp>
        <p:nvSpPr>
          <p:cNvPr id="13318" name="Rectangle 6"/>
          <p:cNvSpPr>
            <a:spLocks noChangeArrowheads="1"/>
          </p:cNvSpPr>
          <p:nvPr/>
        </p:nvSpPr>
        <p:spPr bwMode="auto">
          <a:xfrm>
            <a:off x="355600" y="947738"/>
            <a:ext cx="1055688" cy="1196975"/>
          </a:xfrm>
          <a:prstGeom prst="rect">
            <a:avLst/>
          </a:prstGeom>
          <a:solidFill>
            <a:schemeClr val="accent3">
              <a:alpha val="50195"/>
            </a:schemeClr>
          </a:solidFill>
          <a:ln w="12700">
            <a:noFill/>
            <a:miter lim="800000"/>
            <a:headEnd type="none" w="sm" len="sm"/>
            <a:tailEnd type="none" w="sm" len="sm"/>
          </a:ln>
        </p:spPr>
        <p:txBody>
          <a:bodyPr wrap="none" lIns="0" tIns="0" rIns="0" bIns="0" anchor="ctr" anchorCtr="1"/>
          <a:lstStyle/>
          <a:p>
            <a:pPr algn="ctr">
              <a:spcBef>
                <a:spcPct val="10000"/>
              </a:spcBef>
            </a:pPr>
            <a:r>
              <a:rPr lang="en-US" sz="2200">
                <a:solidFill>
                  <a:srgbClr val="000000"/>
                </a:solidFill>
                <a:latin typeface="Arial Narrow" pitchFamily="34" charset="0"/>
              </a:rPr>
              <a:t>Program</a:t>
            </a:r>
            <a:br>
              <a:rPr lang="en-US" sz="2200">
                <a:solidFill>
                  <a:srgbClr val="000000"/>
                </a:solidFill>
                <a:latin typeface="Arial Narrow" pitchFamily="34" charset="0"/>
              </a:rPr>
            </a:br>
            <a:r>
              <a:rPr lang="en-US" sz="2200">
                <a:solidFill>
                  <a:srgbClr val="000000"/>
                </a:solidFill>
                <a:latin typeface="Arial Narrow" pitchFamily="34" charset="0"/>
              </a:rPr>
              <a:t>Cache</a:t>
            </a:r>
          </a:p>
        </p:txBody>
      </p:sp>
      <p:sp>
        <p:nvSpPr>
          <p:cNvPr id="13319" name="Rectangle 7"/>
          <p:cNvSpPr>
            <a:spLocks noChangeArrowheads="1"/>
          </p:cNvSpPr>
          <p:nvPr/>
        </p:nvSpPr>
        <p:spPr bwMode="auto">
          <a:xfrm>
            <a:off x="355600" y="4792663"/>
            <a:ext cx="1055688" cy="1193800"/>
          </a:xfrm>
          <a:prstGeom prst="rect">
            <a:avLst/>
          </a:prstGeom>
          <a:solidFill>
            <a:schemeClr val="accent3">
              <a:alpha val="50195"/>
            </a:schemeClr>
          </a:solidFill>
          <a:ln w="12700">
            <a:noFill/>
            <a:miter lim="800000"/>
            <a:headEnd type="none" w="sm" len="sm"/>
            <a:tailEnd type="none" w="sm" len="sm"/>
          </a:ln>
        </p:spPr>
        <p:txBody>
          <a:bodyPr wrap="none" lIns="0" tIns="0" rIns="0" bIns="0" anchor="ctr" anchorCtr="1"/>
          <a:lstStyle/>
          <a:p>
            <a:pPr algn="ctr">
              <a:spcBef>
                <a:spcPct val="10000"/>
              </a:spcBef>
            </a:pPr>
            <a:r>
              <a:rPr lang="en-US" sz="2200">
                <a:solidFill>
                  <a:srgbClr val="000000"/>
                </a:solidFill>
                <a:latin typeface="Arial Narrow" pitchFamily="34" charset="0"/>
              </a:rPr>
              <a:t>Data</a:t>
            </a:r>
            <a:br>
              <a:rPr lang="en-US" sz="2200">
                <a:solidFill>
                  <a:srgbClr val="000000"/>
                </a:solidFill>
                <a:latin typeface="Arial Narrow" pitchFamily="34" charset="0"/>
              </a:rPr>
            </a:br>
            <a:r>
              <a:rPr lang="en-US" sz="2200">
                <a:solidFill>
                  <a:srgbClr val="000000"/>
                </a:solidFill>
                <a:latin typeface="Arial Narrow" pitchFamily="34" charset="0"/>
              </a:rPr>
              <a:t>Cache</a:t>
            </a:r>
          </a:p>
        </p:txBody>
      </p:sp>
      <p:cxnSp>
        <p:nvCxnSpPr>
          <p:cNvPr id="13320" name="AutoShape 8"/>
          <p:cNvCxnSpPr>
            <a:cxnSpLocks noChangeShapeType="1"/>
            <a:stCxn id="13318" idx="2"/>
            <a:endCxn id="13317" idx="0"/>
          </p:cNvCxnSpPr>
          <p:nvPr/>
        </p:nvCxnSpPr>
        <p:spPr bwMode="auto">
          <a:xfrm flipH="1">
            <a:off x="882650" y="2144713"/>
            <a:ext cx="1588" cy="504825"/>
          </a:xfrm>
          <a:prstGeom prst="straightConnector1">
            <a:avLst/>
          </a:prstGeom>
          <a:noFill/>
          <a:ln w="19050">
            <a:solidFill>
              <a:schemeClr val="tx1"/>
            </a:solidFill>
            <a:round/>
            <a:headEnd/>
            <a:tailEnd type="triangle" w="sm" len="sm"/>
          </a:ln>
        </p:spPr>
      </p:cxnSp>
      <p:cxnSp>
        <p:nvCxnSpPr>
          <p:cNvPr id="13321" name="AutoShape 9"/>
          <p:cNvCxnSpPr>
            <a:cxnSpLocks noChangeShapeType="1"/>
            <a:stCxn id="13319" idx="0"/>
            <a:endCxn id="13317" idx="2"/>
          </p:cNvCxnSpPr>
          <p:nvPr/>
        </p:nvCxnSpPr>
        <p:spPr bwMode="auto">
          <a:xfrm flipH="1" flipV="1">
            <a:off x="882650" y="4284663"/>
            <a:ext cx="1588" cy="508000"/>
          </a:xfrm>
          <a:prstGeom prst="straightConnector1">
            <a:avLst/>
          </a:prstGeom>
          <a:noFill/>
          <a:ln w="19050">
            <a:solidFill>
              <a:schemeClr val="tx1"/>
            </a:solidFill>
            <a:round/>
            <a:headEnd type="triangle" w="sm" len="sm"/>
            <a:tailEnd type="triangle" w="sm" len="sm"/>
          </a:ln>
        </p:spPr>
      </p:cxnSp>
      <p:cxnSp>
        <p:nvCxnSpPr>
          <p:cNvPr id="13322" name="AutoShape 10"/>
          <p:cNvCxnSpPr>
            <a:cxnSpLocks noChangeShapeType="1"/>
            <a:stCxn id="13318" idx="3"/>
            <a:endCxn id="13316" idx="0"/>
          </p:cNvCxnSpPr>
          <p:nvPr/>
        </p:nvCxnSpPr>
        <p:spPr bwMode="auto">
          <a:xfrm>
            <a:off x="1411288" y="1547813"/>
            <a:ext cx="860425" cy="382587"/>
          </a:xfrm>
          <a:prstGeom prst="bentConnector2">
            <a:avLst/>
          </a:prstGeom>
          <a:noFill/>
          <a:ln w="19050">
            <a:solidFill>
              <a:schemeClr val="tx1"/>
            </a:solidFill>
            <a:miter lim="800000"/>
            <a:headEnd type="triangle" w="sm" len="sm"/>
            <a:tailEnd/>
          </a:ln>
        </p:spPr>
      </p:cxnSp>
      <p:cxnSp>
        <p:nvCxnSpPr>
          <p:cNvPr id="13323" name="AutoShape 11"/>
          <p:cNvCxnSpPr>
            <a:cxnSpLocks noChangeShapeType="1"/>
            <a:stCxn id="13319" idx="3"/>
            <a:endCxn id="13316" idx="2"/>
          </p:cNvCxnSpPr>
          <p:nvPr/>
        </p:nvCxnSpPr>
        <p:spPr bwMode="auto">
          <a:xfrm flipV="1">
            <a:off x="1411288" y="5006975"/>
            <a:ext cx="860425" cy="382588"/>
          </a:xfrm>
          <a:prstGeom prst="bentConnector2">
            <a:avLst/>
          </a:prstGeom>
          <a:noFill/>
          <a:ln w="19050">
            <a:solidFill>
              <a:schemeClr val="tx1"/>
            </a:solidFill>
            <a:miter lim="800000"/>
            <a:headEnd type="triangle" w="sm" len="sm"/>
            <a:tailEnd type="triangle" w="sm" len="sm"/>
          </a:ln>
        </p:spPr>
      </p:cxnSp>
      <p:sp>
        <p:nvSpPr>
          <p:cNvPr id="547852" name="Line 12"/>
          <p:cNvSpPr>
            <a:spLocks noChangeShapeType="1"/>
          </p:cNvSpPr>
          <p:nvPr/>
        </p:nvSpPr>
        <p:spPr bwMode="auto">
          <a:xfrm>
            <a:off x="2913063" y="3470275"/>
            <a:ext cx="1227137" cy="0"/>
          </a:xfrm>
          <a:prstGeom prst="line">
            <a:avLst/>
          </a:prstGeom>
          <a:noFill/>
          <a:ln w="28575">
            <a:solidFill>
              <a:schemeClr val="tx2"/>
            </a:solidFill>
            <a:round/>
            <a:headEnd type="triangle" w="med" len="sm"/>
            <a:tailEnd type="triangle" w="med"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13325" name="Rectangle 13"/>
          <p:cNvSpPr>
            <a:spLocks noChangeArrowheads="1"/>
          </p:cNvSpPr>
          <p:nvPr/>
        </p:nvSpPr>
        <p:spPr bwMode="auto">
          <a:xfrm>
            <a:off x="3106738" y="3068638"/>
            <a:ext cx="544512" cy="798512"/>
          </a:xfrm>
          <a:prstGeom prst="rect">
            <a:avLst/>
          </a:prstGeom>
          <a:solidFill>
            <a:schemeClr val="accent2"/>
          </a:solidFill>
          <a:ln w="12700">
            <a:noFill/>
            <a:miter lim="800000"/>
            <a:headEnd type="none" w="sm" len="sm"/>
            <a:tailEnd type="none" w="sm" len="sm"/>
          </a:ln>
        </p:spPr>
        <p:txBody>
          <a:bodyPr wrap="none" lIns="0" tIns="0" rIns="0" bIns="0" anchor="ctr" anchorCtr="1"/>
          <a:lstStyle/>
          <a:p>
            <a:pPr algn="ctr">
              <a:spcBef>
                <a:spcPct val="10000"/>
              </a:spcBef>
            </a:pPr>
            <a:r>
              <a:rPr lang="en-US" sz="2000">
                <a:solidFill>
                  <a:srgbClr val="000000"/>
                </a:solidFill>
                <a:latin typeface="Arial Narrow" pitchFamily="34" charset="0"/>
              </a:rPr>
              <a:t>EMIF</a:t>
            </a:r>
          </a:p>
        </p:txBody>
      </p:sp>
      <p:sp>
        <p:nvSpPr>
          <p:cNvPr id="13326" name="Rectangle 14"/>
          <p:cNvSpPr>
            <a:spLocks noChangeArrowheads="1"/>
          </p:cNvSpPr>
          <p:nvPr/>
        </p:nvSpPr>
        <p:spPr bwMode="auto">
          <a:xfrm>
            <a:off x="3924300" y="1905000"/>
            <a:ext cx="1600200" cy="3200400"/>
          </a:xfrm>
          <a:prstGeom prst="rect">
            <a:avLst/>
          </a:prstGeom>
          <a:solidFill>
            <a:schemeClr val="accent2">
              <a:alpha val="50195"/>
            </a:schemeClr>
          </a:solidFill>
          <a:ln w="12700">
            <a:noFill/>
            <a:miter lim="800000"/>
            <a:headEnd type="none" w="sm" len="sm"/>
            <a:tailEnd type="none" w="sm" len="sm"/>
          </a:ln>
        </p:spPr>
        <p:txBody>
          <a:bodyPr lIns="0" tIns="182880" rIns="0" bIns="0"/>
          <a:lstStyle/>
          <a:p>
            <a:pPr algn="ctr">
              <a:spcBef>
                <a:spcPct val="0"/>
              </a:spcBef>
            </a:pPr>
            <a:r>
              <a:rPr lang="en-US">
                <a:solidFill>
                  <a:srgbClr val="0066FF"/>
                </a:solidFill>
                <a:latin typeface="Arial Narrow" pitchFamily="34" charset="0"/>
              </a:rPr>
              <a:t>External Memory</a:t>
            </a:r>
          </a:p>
        </p:txBody>
      </p:sp>
      <p:grpSp>
        <p:nvGrpSpPr>
          <p:cNvPr id="2" name="Group 15"/>
          <p:cNvGrpSpPr>
            <a:grpSpLocks/>
          </p:cNvGrpSpPr>
          <p:nvPr/>
        </p:nvGrpSpPr>
        <p:grpSpPr bwMode="auto">
          <a:xfrm>
            <a:off x="1676400" y="2743200"/>
            <a:ext cx="557213" cy="1066800"/>
            <a:chOff x="1212" y="1968"/>
            <a:chExt cx="456" cy="874"/>
          </a:xfrm>
        </p:grpSpPr>
        <p:grpSp>
          <p:nvGrpSpPr>
            <p:cNvPr id="3" name="Group 16"/>
            <p:cNvGrpSpPr>
              <a:grpSpLocks/>
            </p:cNvGrpSpPr>
            <p:nvPr/>
          </p:nvGrpSpPr>
          <p:grpSpPr bwMode="auto">
            <a:xfrm>
              <a:off x="1248" y="2154"/>
              <a:ext cx="384" cy="688"/>
              <a:chOff x="1248" y="2154"/>
              <a:chExt cx="384" cy="688"/>
            </a:xfrm>
          </p:grpSpPr>
          <p:sp>
            <p:nvSpPr>
              <p:cNvPr id="13383" name="Rectangle 17"/>
              <p:cNvSpPr>
                <a:spLocks noChangeArrowheads="1"/>
              </p:cNvSpPr>
              <p:nvPr/>
            </p:nvSpPr>
            <p:spPr bwMode="auto">
              <a:xfrm>
                <a:off x="1248" y="2756"/>
                <a:ext cx="384" cy="86"/>
              </a:xfrm>
              <a:prstGeom prst="rect">
                <a:avLst/>
              </a:prstGeom>
              <a:solidFill>
                <a:schemeClr val="accent4"/>
              </a:solidFill>
              <a:ln w="12700">
                <a:noFill/>
                <a:miter lim="800000"/>
                <a:headEnd type="none" w="sm" len="sm"/>
                <a:tailEnd type="none" w="sm" len="sm"/>
              </a:ln>
            </p:spPr>
            <p:txBody>
              <a:bodyPr/>
              <a:lstStyle/>
              <a:p>
                <a:pPr>
                  <a:lnSpc>
                    <a:spcPct val="100000"/>
                  </a:lnSpc>
                  <a:spcBef>
                    <a:spcPct val="0"/>
                  </a:spcBef>
                  <a:buClr>
                    <a:srgbClr val="0066FF"/>
                  </a:buClr>
                  <a:buSzPct val="75000"/>
                  <a:buFont typeface="Wingdings" pitchFamily="2" charset="2"/>
                  <a:buNone/>
                </a:pPr>
                <a:endParaRPr lang="en-US" sz="800">
                  <a:solidFill>
                    <a:srgbClr val="000000"/>
                  </a:solidFill>
                </a:endParaRPr>
              </a:p>
            </p:txBody>
          </p:sp>
          <p:sp>
            <p:nvSpPr>
              <p:cNvPr id="13384" name="Rectangle 18"/>
              <p:cNvSpPr>
                <a:spLocks noChangeArrowheads="1"/>
              </p:cNvSpPr>
              <p:nvPr/>
            </p:nvSpPr>
            <p:spPr bwMode="auto">
              <a:xfrm>
                <a:off x="1248" y="2670"/>
                <a:ext cx="384" cy="86"/>
              </a:xfrm>
              <a:prstGeom prst="rect">
                <a:avLst/>
              </a:prstGeom>
              <a:solidFill>
                <a:schemeClr val="accent4"/>
              </a:solidFill>
              <a:ln w="12700">
                <a:noFill/>
                <a:miter lim="800000"/>
                <a:headEnd type="none" w="sm" len="sm"/>
                <a:tailEnd type="none" w="sm" len="sm"/>
              </a:ln>
            </p:spPr>
            <p:txBody>
              <a:bodyPr/>
              <a:lstStyle/>
              <a:p>
                <a:pPr>
                  <a:lnSpc>
                    <a:spcPct val="100000"/>
                  </a:lnSpc>
                  <a:spcBef>
                    <a:spcPct val="0"/>
                  </a:spcBef>
                  <a:buClr>
                    <a:srgbClr val="0066FF"/>
                  </a:buClr>
                  <a:buSzPct val="75000"/>
                  <a:buFont typeface="Wingdings" pitchFamily="2" charset="2"/>
                  <a:buNone/>
                </a:pPr>
                <a:endParaRPr lang="en-US" sz="800">
                  <a:solidFill>
                    <a:srgbClr val="000000"/>
                  </a:solidFill>
                </a:endParaRPr>
              </a:p>
            </p:txBody>
          </p:sp>
          <p:sp>
            <p:nvSpPr>
              <p:cNvPr id="13385" name="Rectangle 19"/>
              <p:cNvSpPr>
                <a:spLocks noChangeArrowheads="1"/>
              </p:cNvSpPr>
              <p:nvPr/>
            </p:nvSpPr>
            <p:spPr bwMode="auto">
              <a:xfrm>
                <a:off x="1248" y="2584"/>
                <a:ext cx="384" cy="86"/>
              </a:xfrm>
              <a:prstGeom prst="rect">
                <a:avLst/>
              </a:prstGeom>
              <a:solidFill>
                <a:schemeClr val="accent4"/>
              </a:solidFill>
              <a:ln w="12700">
                <a:noFill/>
                <a:miter lim="800000"/>
                <a:headEnd type="none" w="sm" len="sm"/>
                <a:tailEnd type="none" w="sm" len="sm"/>
              </a:ln>
            </p:spPr>
            <p:txBody>
              <a:bodyPr/>
              <a:lstStyle/>
              <a:p>
                <a:pPr>
                  <a:lnSpc>
                    <a:spcPct val="100000"/>
                  </a:lnSpc>
                  <a:spcBef>
                    <a:spcPct val="0"/>
                  </a:spcBef>
                  <a:buClr>
                    <a:srgbClr val="0066FF"/>
                  </a:buClr>
                  <a:buSzPct val="75000"/>
                  <a:buFont typeface="Wingdings" pitchFamily="2" charset="2"/>
                  <a:buNone/>
                </a:pPr>
                <a:endParaRPr lang="en-US" sz="800">
                  <a:solidFill>
                    <a:srgbClr val="000000"/>
                  </a:solidFill>
                </a:endParaRPr>
              </a:p>
            </p:txBody>
          </p:sp>
          <p:sp>
            <p:nvSpPr>
              <p:cNvPr id="13386" name="Rectangle 20"/>
              <p:cNvSpPr>
                <a:spLocks noChangeArrowheads="1"/>
              </p:cNvSpPr>
              <p:nvPr/>
            </p:nvSpPr>
            <p:spPr bwMode="auto">
              <a:xfrm>
                <a:off x="1248" y="2498"/>
                <a:ext cx="384" cy="86"/>
              </a:xfrm>
              <a:prstGeom prst="rect">
                <a:avLst/>
              </a:prstGeom>
              <a:solidFill>
                <a:schemeClr val="accent1"/>
              </a:solidFill>
              <a:ln w="12700">
                <a:noFill/>
                <a:miter lim="800000"/>
                <a:headEnd type="none" w="sm" len="sm"/>
                <a:tailEnd type="none" w="sm" len="sm"/>
              </a:ln>
            </p:spPr>
            <p:txBody>
              <a:bodyPr/>
              <a:lstStyle/>
              <a:p>
                <a:pPr>
                  <a:lnSpc>
                    <a:spcPct val="100000"/>
                  </a:lnSpc>
                  <a:spcBef>
                    <a:spcPct val="0"/>
                  </a:spcBef>
                  <a:buClr>
                    <a:srgbClr val="0066FF"/>
                  </a:buClr>
                  <a:buSzPct val="75000"/>
                  <a:buFont typeface="Wingdings" pitchFamily="2" charset="2"/>
                  <a:buNone/>
                </a:pPr>
                <a:endParaRPr lang="en-US" sz="800">
                  <a:solidFill>
                    <a:srgbClr val="000000"/>
                  </a:solidFill>
                </a:endParaRPr>
              </a:p>
            </p:txBody>
          </p:sp>
          <p:sp>
            <p:nvSpPr>
              <p:cNvPr id="13387" name="Rectangle 21"/>
              <p:cNvSpPr>
                <a:spLocks noChangeArrowheads="1"/>
              </p:cNvSpPr>
              <p:nvPr/>
            </p:nvSpPr>
            <p:spPr bwMode="auto">
              <a:xfrm>
                <a:off x="1248" y="2412"/>
                <a:ext cx="384" cy="86"/>
              </a:xfrm>
              <a:prstGeom prst="rect">
                <a:avLst/>
              </a:prstGeom>
              <a:solidFill>
                <a:schemeClr val="accent1"/>
              </a:solidFill>
              <a:ln w="12700">
                <a:noFill/>
                <a:miter lim="800000"/>
                <a:headEnd type="none" w="sm" len="sm"/>
                <a:tailEnd type="none" w="sm" len="sm"/>
              </a:ln>
            </p:spPr>
            <p:txBody>
              <a:bodyPr/>
              <a:lstStyle/>
              <a:p>
                <a:pPr>
                  <a:lnSpc>
                    <a:spcPct val="100000"/>
                  </a:lnSpc>
                  <a:spcBef>
                    <a:spcPct val="0"/>
                  </a:spcBef>
                  <a:buClr>
                    <a:srgbClr val="0066FF"/>
                  </a:buClr>
                  <a:buSzPct val="75000"/>
                  <a:buFont typeface="Wingdings" pitchFamily="2" charset="2"/>
                  <a:buNone/>
                </a:pPr>
                <a:endParaRPr lang="en-US" sz="800">
                  <a:solidFill>
                    <a:srgbClr val="000000"/>
                  </a:solidFill>
                </a:endParaRPr>
              </a:p>
            </p:txBody>
          </p:sp>
          <p:sp>
            <p:nvSpPr>
              <p:cNvPr id="13388" name="Rectangle 22"/>
              <p:cNvSpPr>
                <a:spLocks noChangeArrowheads="1"/>
              </p:cNvSpPr>
              <p:nvPr/>
            </p:nvSpPr>
            <p:spPr bwMode="auto">
              <a:xfrm>
                <a:off x="1248" y="2326"/>
                <a:ext cx="384" cy="86"/>
              </a:xfrm>
              <a:prstGeom prst="rect">
                <a:avLst/>
              </a:prstGeom>
              <a:solidFill>
                <a:schemeClr val="accent1"/>
              </a:solidFill>
              <a:ln w="12700">
                <a:noFill/>
                <a:miter lim="800000"/>
                <a:headEnd type="none" w="sm" len="sm"/>
                <a:tailEnd type="none" w="sm" len="sm"/>
              </a:ln>
            </p:spPr>
            <p:txBody>
              <a:bodyPr/>
              <a:lstStyle/>
              <a:p>
                <a:pPr>
                  <a:lnSpc>
                    <a:spcPct val="100000"/>
                  </a:lnSpc>
                  <a:spcBef>
                    <a:spcPct val="0"/>
                  </a:spcBef>
                  <a:buClr>
                    <a:srgbClr val="0066FF"/>
                  </a:buClr>
                  <a:buSzPct val="75000"/>
                  <a:buFont typeface="Wingdings" pitchFamily="2" charset="2"/>
                  <a:buNone/>
                </a:pPr>
                <a:endParaRPr lang="en-US" sz="800">
                  <a:solidFill>
                    <a:srgbClr val="000000"/>
                  </a:solidFill>
                </a:endParaRPr>
              </a:p>
            </p:txBody>
          </p:sp>
          <p:sp>
            <p:nvSpPr>
              <p:cNvPr id="13389" name="Rectangle 23"/>
              <p:cNvSpPr>
                <a:spLocks noChangeArrowheads="1"/>
              </p:cNvSpPr>
              <p:nvPr/>
            </p:nvSpPr>
            <p:spPr bwMode="auto">
              <a:xfrm>
                <a:off x="1248" y="2240"/>
                <a:ext cx="384" cy="86"/>
              </a:xfrm>
              <a:prstGeom prst="rect">
                <a:avLst/>
              </a:prstGeom>
              <a:solidFill>
                <a:schemeClr val="accent1"/>
              </a:solidFill>
              <a:ln w="12700">
                <a:noFill/>
                <a:miter lim="800000"/>
                <a:headEnd type="none" w="sm" len="sm"/>
                <a:tailEnd type="none" w="sm" len="sm"/>
              </a:ln>
            </p:spPr>
            <p:txBody>
              <a:bodyPr/>
              <a:lstStyle/>
              <a:p>
                <a:pPr>
                  <a:lnSpc>
                    <a:spcPct val="100000"/>
                  </a:lnSpc>
                  <a:spcBef>
                    <a:spcPct val="0"/>
                  </a:spcBef>
                  <a:buClr>
                    <a:srgbClr val="0066FF"/>
                  </a:buClr>
                  <a:buSzPct val="75000"/>
                  <a:buFont typeface="Wingdings" pitchFamily="2" charset="2"/>
                  <a:buNone/>
                </a:pPr>
                <a:endParaRPr lang="en-US" sz="800">
                  <a:solidFill>
                    <a:srgbClr val="000000"/>
                  </a:solidFill>
                </a:endParaRPr>
              </a:p>
            </p:txBody>
          </p:sp>
          <p:sp>
            <p:nvSpPr>
              <p:cNvPr id="13390" name="Rectangle 24"/>
              <p:cNvSpPr>
                <a:spLocks noChangeArrowheads="1"/>
              </p:cNvSpPr>
              <p:nvPr/>
            </p:nvSpPr>
            <p:spPr bwMode="auto">
              <a:xfrm>
                <a:off x="1248" y="2154"/>
                <a:ext cx="384" cy="86"/>
              </a:xfrm>
              <a:prstGeom prst="rect">
                <a:avLst/>
              </a:prstGeom>
              <a:solidFill>
                <a:schemeClr val="accent1"/>
              </a:solidFill>
              <a:ln w="12700">
                <a:noFill/>
                <a:miter lim="800000"/>
                <a:headEnd type="none" w="sm" len="sm"/>
                <a:tailEnd type="none" w="sm" len="sm"/>
              </a:ln>
            </p:spPr>
            <p:txBody>
              <a:bodyPr/>
              <a:lstStyle/>
              <a:p>
                <a:pPr>
                  <a:lnSpc>
                    <a:spcPct val="100000"/>
                  </a:lnSpc>
                  <a:spcBef>
                    <a:spcPct val="0"/>
                  </a:spcBef>
                  <a:buClr>
                    <a:srgbClr val="0066FF"/>
                  </a:buClr>
                  <a:buSzPct val="75000"/>
                  <a:buFont typeface="Wingdings" pitchFamily="2" charset="2"/>
                  <a:buNone/>
                </a:pPr>
                <a:endParaRPr lang="en-US" sz="800">
                  <a:solidFill>
                    <a:srgbClr val="000000"/>
                  </a:solidFill>
                </a:endParaRPr>
              </a:p>
            </p:txBody>
          </p:sp>
          <p:sp>
            <p:nvSpPr>
              <p:cNvPr id="547865" name="Line 25"/>
              <p:cNvSpPr>
                <a:spLocks noChangeShapeType="1"/>
              </p:cNvSpPr>
              <p:nvPr/>
            </p:nvSpPr>
            <p:spPr bwMode="auto">
              <a:xfrm>
                <a:off x="1248" y="2154"/>
                <a:ext cx="381" cy="0"/>
              </a:xfrm>
              <a:prstGeom prst="line">
                <a:avLst/>
              </a:prstGeom>
              <a:noFill/>
              <a:ln w="28575" cap="sq">
                <a:solidFill>
                  <a:schemeClr val="tx1"/>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
            <p:nvSpPr>
              <p:cNvPr id="547866" name="Line 26"/>
              <p:cNvSpPr>
                <a:spLocks noChangeShapeType="1"/>
              </p:cNvSpPr>
              <p:nvPr/>
            </p:nvSpPr>
            <p:spPr bwMode="auto">
              <a:xfrm>
                <a:off x="1248" y="2240"/>
                <a:ext cx="381" cy="0"/>
              </a:xfrm>
              <a:prstGeom prst="line">
                <a:avLst/>
              </a:prstGeom>
              <a:noFill/>
              <a:ln w="12700">
                <a:solidFill>
                  <a:schemeClr val="tx1"/>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
            <p:nvSpPr>
              <p:cNvPr id="547867" name="Line 27"/>
              <p:cNvSpPr>
                <a:spLocks noChangeShapeType="1"/>
              </p:cNvSpPr>
              <p:nvPr/>
            </p:nvSpPr>
            <p:spPr bwMode="auto">
              <a:xfrm>
                <a:off x="1248" y="2326"/>
                <a:ext cx="381" cy="0"/>
              </a:xfrm>
              <a:prstGeom prst="line">
                <a:avLst/>
              </a:prstGeom>
              <a:noFill/>
              <a:ln w="12700">
                <a:solidFill>
                  <a:schemeClr val="tx1"/>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
            <p:nvSpPr>
              <p:cNvPr id="547868" name="Line 28"/>
              <p:cNvSpPr>
                <a:spLocks noChangeShapeType="1"/>
              </p:cNvSpPr>
              <p:nvPr/>
            </p:nvSpPr>
            <p:spPr bwMode="auto">
              <a:xfrm>
                <a:off x="1248" y="2412"/>
                <a:ext cx="381" cy="0"/>
              </a:xfrm>
              <a:prstGeom prst="line">
                <a:avLst/>
              </a:prstGeom>
              <a:noFill/>
              <a:ln w="12700">
                <a:solidFill>
                  <a:schemeClr val="tx1"/>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
            <p:nvSpPr>
              <p:cNvPr id="547869" name="Line 29"/>
              <p:cNvSpPr>
                <a:spLocks noChangeShapeType="1"/>
              </p:cNvSpPr>
              <p:nvPr/>
            </p:nvSpPr>
            <p:spPr bwMode="auto">
              <a:xfrm>
                <a:off x="1248" y="2499"/>
                <a:ext cx="381" cy="0"/>
              </a:xfrm>
              <a:prstGeom prst="line">
                <a:avLst/>
              </a:prstGeom>
              <a:noFill/>
              <a:ln w="12700">
                <a:solidFill>
                  <a:schemeClr val="tx1"/>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
            <p:nvSpPr>
              <p:cNvPr id="547870" name="Line 30"/>
              <p:cNvSpPr>
                <a:spLocks noChangeShapeType="1"/>
              </p:cNvSpPr>
              <p:nvPr/>
            </p:nvSpPr>
            <p:spPr bwMode="auto">
              <a:xfrm>
                <a:off x="1248" y="2584"/>
                <a:ext cx="381" cy="0"/>
              </a:xfrm>
              <a:prstGeom prst="line">
                <a:avLst/>
              </a:prstGeom>
              <a:noFill/>
              <a:ln w="12700">
                <a:solidFill>
                  <a:schemeClr val="tx1"/>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
            <p:nvSpPr>
              <p:cNvPr id="547871" name="Line 31"/>
              <p:cNvSpPr>
                <a:spLocks noChangeShapeType="1"/>
              </p:cNvSpPr>
              <p:nvPr/>
            </p:nvSpPr>
            <p:spPr bwMode="auto">
              <a:xfrm>
                <a:off x="1248" y="2670"/>
                <a:ext cx="381" cy="0"/>
              </a:xfrm>
              <a:prstGeom prst="line">
                <a:avLst/>
              </a:prstGeom>
              <a:noFill/>
              <a:ln w="12700">
                <a:solidFill>
                  <a:schemeClr val="tx1"/>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
            <p:nvSpPr>
              <p:cNvPr id="547872" name="Line 32"/>
              <p:cNvSpPr>
                <a:spLocks noChangeShapeType="1"/>
              </p:cNvSpPr>
              <p:nvPr/>
            </p:nvSpPr>
            <p:spPr bwMode="auto">
              <a:xfrm>
                <a:off x="1248" y="2756"/>
                <a:ext cx="381" cy="0"/>
              </a:xfrm>
              <a:prstGeom prst="line">
                <a:avLst/>
              </a:prstGeom>
              <a:noFill/>
              <a:ln w="12700">
                <a:solidFill>
                  <a:schemeClr val="tx1"/>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
            <p:nvSpPr>
              <p:cNvPr id="547873" name="Line 33"/>
              <p:cNvSpPr>
                <a:spLocks noChangeShapeType="1"/>
              </p:cNvSpPr>
              <p:nvPr/>
            </p:nvSpPr>
            <p:spPr bwMode="auto">
              <a:xfrm>
                <a:off x="1248" y="2842"/>
                <a:ext cx="381" cy="0"/>
              </a:xfrm>
              <a:prstGeom prst="line">
                <a:avLst/>
              </a:prstGeom>
              <a:noFill/>
              <a:ln w="28575" cap="sq">
                <a:solidFill>
                  <a:schemeClr val="tx1"/>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
            <p:nvSpPr>
              <p:cNvPr id="547874" name="Line 34"/>
              <p:cNvSpPr>
                <a:spLocks noChangeShapeType="1"/>
              </p:cNvSpPr>
              <p:nvPr/>
            </p:nvSpPr>
            <p:spPr bwMode="auto">
              <a:xfrm>
                <a:off x="1248" y="2154"/>
                <a:ext cx="0" cy="688"/>
              </a:xfrm>
              <a:prstGeom prst="line">
                <a:avLst/>
              </a:prstGeom>
              <a:noFill/>
              <a:ln w="28575" cap="sq">
                <a:solidFill>
                  <a:schemeClr val="tx1"/>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
            <p:nvSpPr>
              <p:cNvPr id="547875" name="Line 35"/>
              <p:cNvSpPr>
                <a:spLocks noChangeShapeType="1"/>
              </p:cNvSpPr>
              <p:nvPr/>
            </p:nvSpPr>
            <p:spPr bwMode="auto">
              <a:xfrm>
                <a:off x="1632" y="2154"/>
                <a:ext cx="0" cy="688"/>
              </a:xfrm>
              <a:prstGeom prst="line">
                <a:avLst/>
              </a:prstGeom>
              <a:noFill/>
              <a:ln w="28575" cap="sq">
                <a:solidFill>
                  <a:schemeClr val="tx1"/>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grpSp>
        <p:sp>
          <p:nvSpPr>
            <p:cNvPr id="13382" name="Rectangle 36"/>
            <p:cNvSpPr>
              <a:spLocks noChangeArrowheads="1"/>
            </p:cNvSpPr>
            <p:nvPr/>
          </p:nvSpPr>
          <p:spPr bwMode="auto">
            <a:xfrm>
              <a:off x="1212" y="1968"/>
              <a:ext cx="456" cy="200"/>
            </a:xfrm>
            <a:prstGeom prst="rect">
              <a:avLst/>
            </a:prstGeom>
            <a:noFill/>
            <a:ln w="12700">
              <a:noFill/>
              <a:miter lim="800000"/>
              <a:headEnd type="none" w="sm" len="sm"/>
              <a:tailEnd type="none" w="sm" len="sm"/>
            </a:ln>
          </p:spPr>
          <p:txBody>
            <a:bodyPr wrap="none" lIns="0" tIns="0" rIns="0" bIns="0">
              <a:spAutoFit/>
            </a:bodyPr>
            <a:lstStyle/>
            <a:p>
              <a:pPr algn="ctr">
                <a:spcBef>
                  <a:spcPct val="10000"/>
                </a:spcBef>
              </a:pPr>
              <a:r>
                <a:rPr lang="en-US" sz="2000">
                  <a:solidFill>
                    <a:srgbClr val="000000"/>
                  </a:solidFill>
                  <a:latin typeface="Arial Narrow" pitchFamily="34" charset="0"/>
                </a:rPr>
                <a:t>Stack</a:t>
              </a:r>
            </a:p>
          </p:txBody>
        </p:sp>
      </p:grpSp>
      <p:sp>
        <p:nvSpPr>
          <p:cNvPr id="13362" name="Rectangle 39"/>
          <p:cNvSpPr>
            <a:spLocks noChangeArrowheads="1"/>
          </p:cNvSpPr>
          <p:nvPr/>
        </p:nvSpPr>
        <p:spPr bwMode="auto">
          <a:xfrm>
            <a:off x="2254250" y="4695826"/>
            <a:ext cx="468313" cy="104775"/>
          </a:xfrm>
          <a:prstGeom prst="rect">
            <a:avLst/>
          </a:prstGeom>
          <a:solidFill>
            <a:schemeClr val="accent5">
              <a:lumMod val="20000"/>
              <a:lumOff val="80000"/>
            </a:schemeClr>
          </a:solidFill>
          <a:ln w="12700">
            <a:noFill/>
            <a:miter lim="800000"/>
            <a:headEnd type="none" w="sm" len="sm"/>
            <a:tailEnd type="none" w="sm" len="sm"/>
          </a:ln>
        </p:spPr>
        <p:txBody>
          <a:bodyPr/>
          <a:lstStyle/>
          <a:p>
            <a:pPr>
              <a:lnSpc>
                <a:spcPct val="100000"/>
              </a:lnSpc>
              <a:spcBef>
                <a:spcPct val="0"/>
              </a:spcBef>
              <a:buClr>
                <a:srgbClr val="0066FF"/>
              </a:buClr>
              <a:buSzPct val="75000"/>
              <a:buFont typeface="Wingdings" pitchFamily="2" charset="2"/>
              <a:buNone/>
            </a:pPr>
            <a:endParaRPr lang="en-US" sz="800">
              <a:solidFill>
                <a:srgbClr val="000000"/>
              </a:solidFill>
            </a:endParaRPr>
          </a:p>
        </p:txBody>
      </p:sp>
      <p:sp>
        <p:nvSpPr>
          <p:cNvPr id="13363" name="Rectangle 40"/>
          <p:cNvSpPr>
            <a:spLocks noChangeArrowheads="1"/>
          </p:cNvSpPr>
          <p:nvPr/>
        </p:nvSpPr>
        <p:spPr bwMode="auto">
          <a:xfrm>
            <a:off x="2254250" y="4591051"/>
            <a:ext cx="468313" cy="104775"/>
          </a:xfrm>
          <a:prstGeom prst="rect">
            <a:avLst/>
          </a:prstGeom>
          <a:solidFill>
            <a:schemeClr val="accent5">
              <a:lumMod val="20000"/>
              <a:lumOff val="80000"/>
            </a:schemeClr>
          </a:solidFill>
          <a:ln w="12700">
            <a:noFill/>
            <a:miter lim="800000"/>
            <a:headEnd type="none" w="sm" len="sm"/>
            <a:tailEnd type="none" w="sm" len="sm"/>
          </a:ln>
        </p:spPr>
        <p:txBody>
          <a:bodyPr/>
          <a:lstStyle/>
          <a:p>
            <a:pPr>
              <a:lnSpc>
                <a:spcPct val="100000"/>
              </a:lnSpc>
              <a:spcBef>
                <a:spcPct val="0"/>
              </a:spcBef>
              <a:buClr>
                <a:srgbClr val="0066FF"/>
              </a:buClr>
              <a:buSzPct val="75000"/>
              <a:buFont typeface="Wingdings" pitchFamily="2" charset="2"/>
              <a:buNone/>
            </a:pPr>
            <a:endParaRPr lang="en-US" sz="800">
              <a:solidFill>
                <a:srgbClr val="000000"/>
              </a:solidFill>
            </a:endParaRPr>
          </a:p>
        </p:txBody>
      </p:sp>
      <p:sp>
        <p:nvSpPr>
          <p:cNvPr id="13364" name="Rectangle 41"/>
          <p:cNvSpPr>
            <a:spLocks noChangeArrowheads="1"/>
          </p:cNvSpPr>
          <p:nvPr/>
        </p:nvSpPr>
        <p:spPr bwMode="auto">
          <a:xfrm>
            <a:off x="2254250" y="4486276"/>
            <a:ext cx="468313" cy="104775"/>
          </a:xfrm>
          <a:prstGeom prst="rect">
            <a:avLst/>
          </a:prstGeom>
          <a:solidFill>
            <a:schemeClr val="accent5">
              <a:lumMod val="20000"/>
              <a:lumOff val="80000"/>
            </a:schemeClr>
          </a:solidFill>
          <a:ln w="12700">
            <a:noFill/>
            <a:miter lim="800000"/>
            <a:headEnd type="none" w="sm" len="sm"/>
            <a:tailEnd type="none" w="sm" len="sm"/>
          </a:ln>
        </p:spPr>
        <p:txBody>
          <a:bodyPr/>
          <a:lstStyle/>
          <a:p>
            <a:pPr>
              <a:lnSpc>
                <a:spcPct val="100000"/>
              </a:lnSpc>
              <a:spcBef>
                <a:spcPct val="0"/>
              </a:spcBef>
              <a:buClr>
                <a:srgbClr val="0066FF"/>
              </a:buClr>
              <a:buSzPct val="75000"/>
              <a:buFont typeface="Wingdings" pitchFamily="2" charset="2"/>
              <a:buNone/>
            </a:pPr>
            <a:endParaRPr lang="en-US" sz="800">
              <a:solidFill>
                <a:srgbClr val="000000"/>
              </a:solidFill>
            </a:endParaRPr>
          </a:p>
        </p:txBody>
      </p:sp>
      <p:sp>
        <p:nvSpPr>
          <p:cNvPr id="13365" name="Rectangle 42"/>
          <p:cNvSpPr>
            <a:spLocks noChangeArrowheads="1"/>
          </p:cNvSpPr>
          <p:nvPr/>
        </p:nvSpPr>
        <p:spPr bwMode="auto">
          <a:xfrm>
            <a:off x="2254250" y="4381501"/>
            <a:ext cx="468313" cy="104775"/>
          </a:xfrm>
          <a:prstGeom prst="rect">
            <a:avLst/>
          </a:prstGeom>
          <a:solidFill>
            <a:schemeClr val="accent2">
              <a:alpha val="50195"/>
            </a:schemeClr>
          </a:solidFill>
          <a:ln w="12700">
            <a:noFill/>
            <a:miter lim="800000"/>
            <a:headEnd type="none" w="sm" len="sm"/>
            <a:tailEnd type="none" w="sm" len="sm"/>
          </a:ln>
        </p:spPr>
        <p:txBody>
          <a:bodyPr/>
          <a:lstStyle/>
          <a:p>
            <a:pPr>
              <a:lnSpc>
                <a:spcPct val="100000"/>
              </a:lnSpc>
              <a:spcBef>
                <a:spcPct val="0"/>
              </a:spcBef>
              <a:buClr>
                <a:srgbClr val="0066FF"/>
              </a:buClr>
              <a:buSzPct val="75000"/>
              <a:buFont typeface="Wingdings" pitchFamily="2" charset="2"/>
              <a:buNone/>
            </a:pPr>
            <a:endParaRPr lang="en-US" sz="800">
              <a:solidFill>
                <a:srgbClr val="000000"/>
              </a:solidFill>
            </a:endParaRPr>
          </a:p>
        </p:txBody>
      </p:sp>
      <p:sp>
        <p:nvSpPr>
          <p:cNvPr id="13366" name="Rectangle 43"/>
          <p:cNvSpPr>
            <a:spLocks noChangeArrowheads="1"/>
          </p:cNvSpPr>
          <p:nvPr/>
        </p:nvSpPr>
        <p:spPr bwMode="auto">
          <a:xfrm>
            <a:off x="2254250" y="4275138"/>
            <a:ext cx="468313" cy="106363"/>
          </a:xfrm>
          <a:prstGeom prst="rect">
            <a:avLst/>
          </a:prstGeom>
          <a:solidFill>
            <a:schemeClr val="accent2">
              <a:alpha val="50195"/>
            </a:schemeClr>
          </a:solidFill>
          <a:ln w="12700">
            <a:noFill/>
            <a:miter lim="800000"/>
            <a:headEnd type="none" w="sm" len="sm"/>
            <a:tailEnd type="none" w="sm" len="sm"/>
          </a:ln>
        </p:spPr>
        <p:txBody>
          <a:bodyPr/>
          <a:lstStyle/>
          <a:p>
            <a:pPr>
              <a:lnSpc>
                <a:spcPct val="100000"/>
              </a:lnSpc>
              <a:spcBef>
                <a:spcPct val="0"/>
              </a:spcBef>
              <a:buClr>
                <a:srgbClr val="0066FF"/>
              </a:buClr>
              <a:buSzPct val="75000"/>
              <a:buFont typeface="Wingdings" pitchFamily="2" charset="2"/>
              <a:buNone/>
            </a:pPr>
            <a:endParaRPr lang="en-US" sz="800">
              <a:solidFill>
                <a:srgbClr val="000000"/>
              </a:solidFill>
            </a:endParaRPr>
          </a:p>
        </p:txBody>
      </p:sp>
      <p:sp>
        <p:nvSpPr>
          <p:cNvPr id="13367" name="Rectangle 44"/>
          <p:cNvSpPr>
            <a:spLocks noChangeArrowheads="1"/>
          </p:cNvSpPr>
          <p:nvPr/>
        </p:nvSpPr>
        <p:spPr bwMode="auto">
          <a:xfrm>
            <a:off x="2254250" y="4170363"/>
            <a:ext cx="468313" cy="104775"/>
          </a:xfrm>
          <a:prstGeom prst="rect">
            <a:avLst/>
          </a:prstGeom>
          <a:solidFill>
            <a:schemeClr val="accent2">
              <a:alpha val="50195"/>
            </a:schemeClr>
          </a:solidFill>
          <a:ln w="12700">
            <a:noFill/>
            <a:miter lim="800000"/>
            <a:headEnd type="none" w="sm" len="sm"/>
            <a:tailEnd type="none" w="sm" len="sm"/>
          </a:ln>
        </p:spPr>
        <p:txBody>
          <a:bodyPr/>
          <a:lstStyle/>
          <a:p>
            <a:pPr>
              <a:lnSpc>
                <a:spcPct val="100000"/>
              </a:lnSpc>
              <a:spcBef>
                <a:spcPct val="0"/>
              </a:spcBef>
              <a:buClr>
                <a:srgbClr val="0066FF"/>
              </a:buClr>
              <a:buSzPct val="75000"/>
              <a:buFont typeface="Wingdings" pitchFamily="2" charset="2"/>
              <a:buNone/>
            </a:pPr>
            <a:endParaRPr lang="en-US" sz="800">
              <a:solidFill>
                <a:srgbClr val="000000"/>
              </a:solidFill>
            </a:endParaRPr>
          </a:p>
        </p:txBody>
      </p:sp>
      <p:sp>
        <p:nvSpPr>
          <p:cNvPr id="13368" name="Rectangle 45"/>
          <p:cNvSpPr>
            <a:spLocks noChangeArrowheads="1"/>
          </p:cNvSpPr>
          <p:nvPr/>
        </p:nvSpPr>
        <p:spPr bwMode="auto">
          <a:xfrm>
            <a:off x="2254250" y="4065588"/>
            <a:ext cx="468313" cy="104775"/>
          </a:xfrm>
          <a:prstGeom prst="rect">
            <a:avLst/>
          </a:prstGeom>
          <a:solidFill>
            <a:schemeClr val="accent2">
              <a:alpha val="50195"/>
            </a:schemeClr>
          </a:solidFill>
          <a:ln w="12700">
            <a:noFill/>
            <a:miter lim="800000"/>
            <a:headEnd type="none" w="sm" len="sm"/>
            <a:tailEnd type="none" w="sm" len="sm"/>
          </a:ln>
        </p:spPr>
        <p:txBody>
          <a:bodyPr/>
          <a:lstStyle/>
          <a:p>
            <a:pPr>
              <a:lnSpc>
                <a:spcPct val="100000"/>
              </a:lnSpc>
              <a:spcBef>
                <a:spcPct val="0"/>
              </a:spcBef>
              <a:buClr>
                <a:srgbClr val="0066FF"/>
              </a:buClr>
              <a:buSzPct val="75000"/>
              <a:buFont typeface="Wingdings" pitchFamily="2" charset="2"/>
              <a:buNone/>
            </a:pPr>
            <a:endParaRPr lang="en-US" sz="800">
              <a:solidFill>
                <a:srgbClr val="000000"/>
              </a:solidFill>
            </a:endParaRPr>
          </a:p>
        </p:txBody>
      </p:sp>
      <p:sp>
        <p:nvSpPr>
          <p:cNvPr id="13369" name="Rectangle 46"/>
          <p:cNvSpPr>
            <a:spLocks noChangeArrowheads="1"/>
          </p:cNvSpPr>
          <p:nvPr/>
        </p:nvSpPr>
        <p:spPr bwMode="auto">
          <a:xfrm>
            <a:off x="2254250" y="3960813"/>
            <a:ext cx="468313" cy="104775"/>
          </a:xfrm>
          <a:prstGeom prst="rect">
            <a:avLst/>
          </a:prstGeom>
          <a:solidFill>
            <a:schemeClr val="accent2">
              <a:alpha val="50195"/>
            </a:schemeClr>
          </a:solidFill>
          <a:ln w="12700">
            <a:noFill/>
            <a:miter lim="800000"/>
            <a:headEnd type="none" w="sm" len="sm"/>
            <a:tailEnd type="none" w="sm" len="sm"/>
          </a:ln>
        </p:spPr>
        <p:txBody>
          <a:bodyPr/>
          <a:lstStyle/>
          <a:p>
            <a:pPr>
              <a:lnSpc>
                <a:spcPct val="100000"/>
              </a:lnSpc>
              <a:spcBef>
                <a:spcPct val="0"/>
              </a:spcBef>
              <a:buClr>
                <a:srgbClr val="0066FF"/>
              </a:buClr>
              <a:buSzPct val="75000"/>
              <a:buFont typeface="Wingdings" pitchFamily="2" charset="2"/>
              <a:buNone/>
            </a:pPr>
            <a:endParaRPr lang="en-US" sz="800">
              <a:solidFill>
                <a:srgbClr val="000000"/>
              </a:solidFill>
            </a:endParaRPr>
          </a:p>
        </p:txBody>
      </p:sp>
      <p:sp>
        <p:nvSpPr>
          <p:cNvPr id="547887" name="Line 47"/>
          <p:cNvSpPr>
            <a:spLocks noChangeShapeType="1"/>
          </p:cNvSpPr>
          <p:nvPr/>
        </p:nvSpPr>
        <p:spPr bwMode="auto">
          <a:xfrm>
            <a:off x="2254250" y="3960813"/>
            <a:ext cx="468313" cy="0"/>
          </a:xfrm>
          <a:prstGeom prst="line">
            <a:avLst/>
          </a:prstGeom>
          <a:noFill/>
          <a:ln w="28575" cap="sq">
            <a:solidFill>
              <a:schemeClr val="tx1"/>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
        <p:nvSpPr>
          <p:cNvPr id="547888" name="Line 48"/>
          <p:cNvSpPr>
            <a:spLocks noChangeShapeType="1"/>
          </p:cNvSpPr>
          <p:nvPr/>
        </p:nvSpPr>
        <p:spPr bwMode="auto">
          <a:xfrm>
            <a:off x="2254250" y="4065588"/>
            <a:ext cx="468313" cy="0"/>
          </a:xfrm>
          <a:prstGeom prst="line">
            <a:avLst/>
          </a:prstGeom>
          <a:noFill/>
          <a:ln w="12700">
            <a:solidFill>
              <a:schemeClr val="tx1"/>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
        <p:nvSpPr>
          <p:cNvPr id="547889" name="Line 49"/>
          <p:cNvSpPr>
            <a:spLocks noChangeShapeType="1"/>
          </p:cNvSpPr>
          <p:nvPr/>
        </p:nvSpPr>
        <p:spPr bwMode="auto">
          <a:xfrm>
            <a:off x="2254250" y="4170363"/>
            <a:ext cx="468313" cy="0"/>
          </a:xfrm>
          <a:prstGeom prst="line">
            <a:avLst/>
          </a:prstGeom>
          <a:noFill/>
          <a:ln w="12700">
            <a:solidFill>
              <a:schemeClr val="tx1"/>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
        <p:nvSpPr>
          <p:cNvPr id="547890" name="Line 50"/>
          <p:cNvSpPr>
            <a:spLocks noChangeShapeType="1"/>
          </p:cNvSpPr>
          <p:nvPr/>
        </p:nvSpPr>
        <p:spPr bwMode="auto">
          <a:xfrm>
            <a:off x="2254250" y="4275138"/>
            <a:ext cx="468313" cy="0"/>
          </a:xfrm>
          <a:prstGeom prst="line">
            <a:avLst/>
          </a:prstGeom>
          <a:noFill/>
          <a:ln w="12700">
            <a:solidFill>
              <a:schemeClr val="tx1"/>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
        <p:nvSpPr>
          <p:cNvPr id="547891" name="Line 51"/>
          <p:cNvSpPr>
            <a:spLocks noChangeShapeType="1"/>
          </p:cNvSpPr>
          <p:nvPr/>
        </p:nvSpPr>
        <p:spPr bwMode="auto">
          <a:xfrm>
            <a:off x="2254250" y="4381501"/>
            <a:ext cx="468313" cy="0"/>
          </a:xfrm>
          <a:prstGeom prst="line">
            <a:avLst/>
          </a:prstGeom>
          <a:noFill/>
          <a:ln w="12700">
            <a:solidFill>
              <a:schemeClr val="tx1"/>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
        <p:nvSpPr>
          <p:cNvPr id="547892" name="Line 52"/>
          <p:cNvSpPr>
            <a:spLocks noChangeShapeType="1"/>
          </p:cNvSpPr>
          <p:nvPr/>
        </p:nvSpPr>
        <p:spPr bwMode="auto">
          <a:xfrm>
            <a:off x="2254250" y="4486276"/>
            <a:ext cx="468313" cy="0"/>
          </a:xfrm>
          <a:prstGeom prst="line">
            <a:avLst/>
          </a:prstGeom>
          <a:noFill/>
          <a:ln w="12700">
            <a:solidFill>
              <a:schemeClr val="tx1"/>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
        <p:nvSpPr>
          <p:cNvPr id="547893" name="Line 53"/>
          <p:cNvSpPr>
            <a:spLocks noChangeShapeType="1"/>
          </p:cNvSpPr>
          <p:nvPr/>
        </p:nvSpPr>
        <p:spPr bwMode="auto">
          <a:xfrm>
            <a:off x="2254250" y="4591051"/>
            <a:ext cx="468313" cy="0"/>
          </a:xfrm>
          <a:prstGeom prst="line">
            <a:avLst/>
          </a:prstGeom>
          <a:noFill/>
          <a:ln w="12700">
            <a:solidFill>
              <a:schemeClr val="tx1"/>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
        <p:nvSpPr>
          <p:cNvPr id="547894" name="Line 54"/>
          <p:cNvSpPr>
            <a:spLocks noChangeShapeType="1"/>
          </p:cNvSpPr>
          <p:nvPr/>
        </p:nvSpPr>
        <p:spPr bwMode="auto">
          <a:xfrm>
            <a:off x="2254250" y="4695826"/>
            <a:ext cx="468313" cy="0"/>
          </a:xfrm>
          <a:prstGeom prst="line">
            <a:avLst/>
          </a:prstGeom>
          <a:noFill/>
          <a:ln w="12700">
            <a:solidFill>
              <a:schemeClr val="tx1"/>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
        <p:nvSpPr>
          <p:cNvPr id="547895" name="Line 55"/>
          <p:cNvSpPr>
            <a:spLocks noChangeShapeType="1"/>
          </p:cNvSpPr>
          <p:nvPr/>
        </p:nvSpPr>
        <p:spPr bwMode="auto">
          <a:xfrm>
            <a:off x="2254250" y="4800601"/>
            <a:ext cx="468313" cy="0"/>
          </a:xfrm>
          <a:prstGeom prst="line">
            <a:avLst/>
          </a:prstGeom>
          <a:noFill/>
          <a:ln w="28575" cap="sq">
            <a:solidFill>
              <a:schemeClr val="tx1"/>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
        <p:nvSpPr>
          <p:cNvPr id="547896" name="Line 56"/>
          <p:cNvSpPr>
            <a:spLocks noChangeShapeType="1"/>
          </p:cNvSpPr>
          <p:nvPr/>
        </p:nvSpPr>
        <p:spPr bwMode="auto">
          <a:xfrm>
            <a:off x="2254250" y="3960813"/>
            <a:ext cx="0" cy="839788"/>
          </a:xfrm>
          <a:prstGeom prst="line">
            <a:avLst/>
          </a:prstGeom>
          <a:noFill/>
          <a:ln w="28575" cap="sq">
            <a:solidFill>
              <a:schemeClr val="tx1"/>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
        <p:nvSpPr>
          <p:cNvPr id="547897" name="Line 57"/>
          <p:cNvSpPr>
            <a:spLocks noChangeShapeType="1"/>
          </p:cNvSpPr>
          <p:nvPr/>
        </p:nvSpPr>
        <p:spPr bwMode="auto">
          <a:xfrm>
            <a:off x="2722563" y="3960813"/>
            <a:ext cx="0" cy="839788"/>
          </a:xfrm>
          <a:prstGeom prst="line">
            <a:avLst/>
          </a:prstGeom>
          <a:noFill/>
          <a:ln w="28575" cap="sq">
            <a:solidFill>
              <a:schemeClr val="tx1"/>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
        <p:nvSpPr>
          <p:cNvPr id="13361" name="Rectangle 58"/>
          <p:cNvSpPr>
            <a:spLocks noChangeArrowheads="1"/>
          </p:cNvSpPr>
          <p:nvPr/>
        </p:nvSpPr>
        <p:spPr bwMode="auto">
          <a:xfrm>
            <a:off x="2235200" y="3733800"/>
            <a:ext cx="509588" cy="244475"/>
          </a:xfrm>
          <a:prstGeom prst="rect">
            <a:avLst/>
          </a:prstGeom>
          <a:noFill/>
          <a:ln w="12700">
            <a:noFill/>
            <a:miter lim="800000"/>
            <a:headEnd type="none" w="sm" len="sm"/>
            <a:tailEnd type="none" w="sm" len="sm"/>
          </a:ln>
        </p:spPr>
        <p:txBody>
          <a:bodyPr wrap="none" lIns="0" tIns="0" rIns="0" bIns="0">
            <a:spAutoFit/>
          </a:bodyPr>
          <a:lstStyle/>
          <a:p>
            <a:pPr algn="ctr">
              <a:spcBef>
                <a:spcPct val="10000"/>
              </a:spcBef>
            </a:pPr>
            <a:r>
              <a:rPr lang="en-US" sz="2000">
                <a:solidFill>
                  <a:srgbClr val="000000"/>
                </a:solidFill>
                <a:latin typeface="Arial Narrow" pitchFamily="34" charset="0"/>
              </a:rPr>
              <a:t>Heap</a:t>
            </a:r>
          </a:p>
        </p:txBody>
      </p:sp>
      <p:sp>
        <p:nvSpPr>
          <p:cNvPr id="13341" name="Rectangle 61"/>
          <p:cNvSpPr>
            <a:spLocks noChangeArrowheads="1"/>
          </p:cNvSpPr>
          <p:nvPr/>
        </p:nvSpPr>
        <p:spPr bwMode="auto">
          <a:xfrm>
            <a:off x="4506913" y="3819526"/>
            <a:ext cx="468313" cy="104775"/>
          </a:xfrm>
          <a:prstGeom prst="rect">
            <a:avLst/>
          </a:prstGeom>
          <a:solidFill>
            <a:schemeClr val="accent5">
              <a:lumMod val="20000"/>
              <a:lumOff val="80000"/>
            </a:schemeClr>
          </a:solidFill>
          <a:ln w="12700">
            <a:noFill/>
            <a:miter lim="800000"/>
            <a:headEnd type="none" w="sm" len="sm"/>
            <a:tailEnd type="none" w="sm" len="sm"/>
          </a:ln>
        </p:spPr>
        <p:txBody>
          <a:bodyPr/>
          <a:lstStyle/>
          <a:p>
            <a:pPr>
              <a:lnSpc>
                <a:spcPct val="100000"/>
              </a:lnSpc>
              <a:spcBef>
                <a:spcPct val="0"/>
              </a:spcBef>
              <a:buClr>
                <a:srgbClr val="0066FF"/>
              </a:buClr>
              <a:buSzPct val="75000"/>
              <a:buFont typeface="Wingdings" pitchFamily="2" charset="2"/>
              <a:buNone/>
            </a:pPr>
            <a:endParaRPr lang="en-US" sz="800">
              <a:solidFill>
                <a:srgbClr val="000000"/>
              </a:solidFill>
            </a:endParaRPr>
          </a:p>
        </p:txBody>
      </p:sp>
      <p:sp>
        <p:nvSpPr>
          <p:cNvPr id="13342" name="Rectangle 62"/>
          <p:cNvSpPr>
            <a:spLocks noChangeArrowheads="1"/>
          </p:cNvSpPr>
          <p:nvPr/>
        </p:nvSpPr>
        <p:spPr bwMode="auto">
          <a:xfrm>
            <a:off x="4506913" y="3714751"/>
            <a:ext cx="468313" cy="104775"/>
          </a:xfrm>
          <a:prstGeom prst="rect">
            <a:avLst/>
          </a:prstGeom>
          <a:solidFill>
            <a:schemeClr val="accent5">
              <a:lumMod val="20000"/>
              <a:lumOff val="80000"/>
            </a:schemeClr>
          </a:solidFill>
          <a:ln w="12700">
            <a:noFill/>
            <a:miter lim="800000"/>
            <a:headEnd type="none" w="sm" len="sm"/>
            <a:tailEnd type="none" w="sm" len="sm"/>
          </a:ln>
        </p:spPr>
        <p:txBody>
          <a:bodyPr/>
          <a:lstStyle/>
          <a:p>
            <a:pPr>
              <a:lnSpc>
                <a:spcPct val="100000"/>
              </a:lnSpc>
              <a:spcBef>
                <a:spcPct val="0"/>
              </a:spcBef>
              <a:buClr>
                <a:srgbClr val="0066FF"/>
              </a:buClr>
              <a:buSzPct val="75000"/>
              <a:buFont typeface="Wingdings" pitchFamily="2" charset="2"/>
              <a:buNone/>
            </a:pPr>
            <a:endParaRPr lang="en-US" sz="800">
              <a:solidFill>
                <a:srgbClr val="000000"/>
              </a:solidFill>
            </a:endParaRPr>
          </a:p>
        </p:txBody>
      </p:sp>
      <p:sp>
        <p:nvSpPr>
          <p:cNvPr id="13343" name="Rectangle 63"/>
          <p:cNvSpPr>
            <a:spLocks noChangeArrowheads="1"/>
          </p:cNvSpPr>
          <p:nvPr/>
        </p:nvSpPr>
        <p:spPr bwMode="auto">
          <a:xfrm>
            <a:off x="4506913" y="3609976"/>
            <a:ext cx="468313" cy="104775"/>
          </a:xfrm>
          <a:prstGeom prst="rect">
            <a:avLst/>
          </a:prstGeom>
          <a:solidFill>
            <a:schemeClr val="accent5">
              <a:lumMod val="20000"/>
              <a:lumOff val="80000"/>
            </a:schemeClr>
          </a:solidFill>
          <a:ln w="12700">
            <a:noFill/>
            <a:miter lim="800000"/>
            <a:headEnd type="none" w="sm" len="sm"/>
            <a:tailEnd type="none" w="sm" len="sm"/>
          </a:ln>
        </p:spPr>
        <p:txBody>
          <a:bodyPr/>
          <a:lstStyle/>
          <a:p>
            <a:pPr>
              <a:lnSpc>
                <a:spcPct val="100000"/>
              </a:lnSpc>
              <a:spcBef>
                <a:spcPct val="0"/>
              </a:spcBef>
              <a:buClr>
                <a:srgbClr val="0066FF"/>
              </a:buClr>
              <a:buSzPct val="75000"/>
              <a:buFont typeface="Wingdings" pitchFamily="2" charset="2"/>
              <a:buNone/>
            </a:pPr>
            <a:endParaRPr lang="en-US" sz="800">
              <a:solidFill>
                <a:srgbClr val="000000"/>
              </a:solidFill>
            </a:endParaRPr>
          </a:p>
        </p:txBody>
      </p:sp>
      <p:sp>
        <p:nvSpPr>
          <p:cNvPr id="13344" name="Rectangle 64"/>
          <p:cNvSpPr>
            <a:spLocks noChangeArrowheads="1"/>
          </p:cNvSpPr>
          <p:nvPr/>
        </p:nvSpPr>
        <p:spPr bwMode="auto">
          <a:xfrm>
            <a:off x="4506913" y="3505201"/>
            <a:ext cx="468313" cy="104775"/>
          </a:xfrm>
          <a:prstGeom prst="rect">
            <a:avLst/>
          </a:prstGeom>
          <a:solidFill>
            <a:schemeClr val="accent2">
              <a:alpha val="50195"/>
            </a:schemeClr>
          </a:solidFill>
          <a:ln w="12700">
            <a:noFill/>
            <a:miter lim="800000"/>
            <a:headEnd type="none" w="sm" len="sm"/>
            <a:tailEnd type="none" w="sm" len="sm"/>
          </a:ln>
        </p:spPr>
        <p:txBody>
          <a:bodyPr/>
          <a:lstStyle/>
          <a:p>
            <a:pPr>
              <a:lnSpc>
                <a:spcPct val="100000"/>
              </a:lnSpc>
              <a:spcBef>
                <a:spcPct val="0"/>
              </a:spcBef>
              <a:buClr>
                <a:srgbClr val="0066FF"/>
              </a:buClr>
              <a:buSzPct val="75000"/>
              <a:buFont typeface="Wingdings" pitchFamily="2" charset="2"/>
              <a:buNone/>
            </a:pPr>
            <a:endParaRPr lang="en-US" sz="800">
              <a:solidFill>
                <a:srgbClr val="000000"/>
              </a:solidFill>
            </a:endParaRPr>
          </a:p>
        </p:txBody>
      </p:sp>
      <p:sp>
        <p:nvSpPr>
          <p:cNvPr id="13345" name="Rectangle 65"/>
          <p:cNvSpPr>
            <a:spLocks noChangeArrowheads="1"/>
          </p:cNvSpPr>
          <p:nvPr/>
        </p:nvSpPr>
        <p:spPr bwMode="auto">
          <a:xfrm>
            <a:off x="4506913" y="3398838"/>
            <a:ext cx="468313" cy="106363"/>
          </a:xfrm>
          <a:prstGeom prst="rect">
            <a:avLst/>
          </a:prstGeom>
          <a:solidFill>
            <a:schemeClr val="accent2">
              <a:alpha val="50195"/>
            </a:schemeClr>
          </a:solidFill>
          <a:ln w="12700">
            <a:noFill/>
            <a:miter lim="800000"/>
            <a:headEnd type="none" w="sm" len="sm"/>
            <a:tailEnd type="none" w="sm" len="sm"/>
          </a:ln>
        </p:spPr>
        <p:txBody>
          <a:bodyPr/>
          <a:lstStyle/>
          <a:p>
            <a:pPr>
              <a:lnSpc>
                <a:spcPct val="100000"/>
              </a:lnSpc>
              <a:spcBef>
                <a:spcPct val="0"/>
              </a:spcBef>
              <a:buClr>
                <a:srgbClr val="0066FF"/>
              </a:buClr>
              <a:buSzPct val="75000"/>
              <a:buFont typeface="Wingdings" pitchFamily="2" charset="2"/>
              <a:buNone/>
            </a:pPr>
            <a:endParaRPr lang="en-US" sz="800">
              <a:solidFill>
                <a:srgbClr val="000000"/>
              </a:solidFill>
            </a:endParaRPr>
          </a:p>
        </p:txBody>
      </p:sp>
      <p:sp>
        <p:nvSpPr>
          <p:cNvPr id="13346" name="Rectangle 66"/>
          <p:cNvSpPr>
            <a:spLocks noChangeArrowheads="1"/>
          </p:cNvSpPr>
          <p:nvPr/>
        </p:nvSpPr>
        <p:spPr bwMode="auto">
          <a:xfrm>
            <a:off x="4506913" y="3294063"/>
            <a:ext cx="468313" cy="104775"/>
          </a:xfrm>
          <a:prstGeom prst="rect">
            <a:avLst/>
          </a:prstGeom>
          <a:solidFill>
            <a:schemeClr val="accent2">
              <a:alpha val="50195"/>
            </a:schemeClr>
          </a:solidFill>
          <a:ln w="12700">
            <a:noFill/>
            <a:miter lim="800000"/>
            <a:headEnd type="none" w="sm" len="sm"/>
            <a:tailEnd type="none" w="sm" len="sm"/>
          </a:ln>
        </p:spPr>
        <p:txBody>
          <a:bodyPr/>
          <a:lstStyle/>
          <a:p>
            <a:pPr>
              <a:lnSpc>
                <a:spcPct val="100000"/>
              </a:lnSpc>
              <a:spcBef>
                <a:spcPct val="0"/>
              </a:spcBef>
              <a:buClr>
                <a:srgbClr val="0066FF"/>
              </a:buClr>
              <a:buSzPct val="75000"/>
              <a:buFont typeface="Wingdings" pitchFamily="2" charset="2"/>
              <a:buNone/>
            </a:pPr>
            <a:endParaRPr lang="en-US" sz="800">
              <a:solidFill>
                <a:srgbClr val="000000"/>
              </a:solidFill>
            </a:endParaRPr>
          </a:p>
        </p:txBody>
      </p:sp>
      <p:sp>
        <p:nvSpPr>
          <p:cNvPr id="13347" name="Rectangle 67"/>
          <p:cNvSpPr>
            <a:spLocks noChangeArrowheads="1"/>
          </p:cNvSpPr>
          <p:nvPr/>
        </p:nvSpPr>
        <p:spPr bwMode="auto">
          <a:xfrm>
            <a:off x="4506913" y="3189288"/>
            <a:ext cx="468313" cy="104775"/>
          </a:xfrm>
          <a:prstGeom prst="rect">
            <a:avLst/>
          </a:prstGeom>
          <a:solidFill>
            <a:schemeClr val="accent2">
              <a:alpha val="50195"/>
            </a:schemeClr>
          </a:solidFill>
          <a:ln w="12700">
            <a:noFill/>
            <a:miter lim="800000"/>
            <a:headEnd type="none" w="sm" len="sm"/>
            <a:tailEnd type="none" w="sm" len="sm"/>
          </a:ln>
        </p:spPr>
        <p:txBody>
          <a:bodyPr/>
          <a:lstStyle/>
          <a:p>
            <a:pPr>
              <a:lnSpc>
                <a:spcPct val="100000"/>
              </a:lnSpc>
              <a:spcBef>
                <a:spcPct val="0"/>
              </a:spcBef>
              <a:buClr>
                <a:srgbClr val="0066FF"/>
              </a:buClr>
              <a:buSzPct val="75000"/>
              <a:buFont typeface="Wingdings" pitchFamily="2" charset="2"/>
              <a:buNone/>
            </a:pPr>
            <a:endParaRPr lang="en-US" sz="800">
              <a:solidFill>
                <a:srgbClr val="000000"/>
              </a:solidFill>
            </a:endParaRPr>
          </a:p>
        </p:txBody>
      </p:sp>
      <p:sp>
        <p:nvSpPr>
          <p:cNvPr id="13348" name="Rectangle 68"/>
          <p:cNvSpPr>
            <a:spLocks noChangeArrowheads="1"/>
          </p:cNvSpPr>
          <p:nvPr/>
        </p:nvSpPr>
        <p:spPr bwMode="auto">
          <a:xfrm>
            <a:off x="4506913" y="3084513"/>
            <a:ext cx="468313" cy="104775"/>
          </a:xfrm>
          <a:prstGeom prst="rect">
            <a:avLst/>
          </a:prstGeom>
          <a:solidFill>
            <a:schemeClr val="accent2">
              <a:alpha val="50195"/>
            </a:schemeClr>
          </a:solidFill>
          <a:ln w="12700">
            <a:noFill/>
            <a:miter lim="800000"/>
            <a:headEnd type="none" w="sm" len="sm"/>
            <a:tailEnd type="none" w="sm" len="sm"/>
          </a:ln>
        </p:spPr>
        <p:txBody>
          <a:bodyPr/>
          <a:lstStyle/>
          <a:p>
            <a:pPr>
              <a:lnSpc>
                <a:spcPct val="100000"/>
              </a:lnSpc>
              <a:spcBef>
                <a:spcPct val="0"/>
              </a:spcBef>
              <a:buClr>
                <a:srgbClr val="0066FF"/>
              </a:buClr>
              <a:buSzPct val="75000"/>
              <a:buFont typeface="Wingdings" pitchFamily="2" charset="2"/>
              <a:buNone/>
            </a:pPr>
            <a:endParaRPr lang="en-US" sz="800">
              <a:solidFill>
                <a:srgbClr val="000000"/>
              </a:solidFill>
            </a:endParaRPr>
          </a:p>
        </p:txBody>
      </p:sp>
      <p:sp>
        <p:nvSpPr>
          <p:cNvPr id="547909" name="Line 69"/>
          <p:cNvSpPr>
            <a:spLocks noChangeShapeType="1"/>
          </p:cNvSpPr>
          <p:nvPr/>
        </p:nvSpPr>
        <p:spPr bwMode="auto">
          <a:xfrm>
            <a:off x="4506913" y="3084513"/>
            <a:ext cx="468313" cy="0"/>
          </a:xfrm>
          <a:prstGeom prst="line">
            <a:avLst/>
          </a:prstGeom>
          <a:noFill/>
          <a:ln w="28575" cap="sq">
            <a:solidFill>
              <a:schemeClr val="tx1"/>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
        <p:nvSpPr>
          <p:cNvPr id="547910" name="Line 70"/>
          <p:cNvSpPr>
            <a:spLocks noChangeShapeType="1"/>
          </p:cNvSpPr>
          <p:nvPr/>
        </p:nvSpPr>
        <p:spPr bwMode="auto">
          <a:xfrm>
            <a:off x="4506913" y="3189288"/>
            <a:ext cx="468313" cy="0"/>
          </a:xfrm>
          <a:prstGeom prst="line">
            <a:avLst/>
          </a:prstGeom>
          <a:noFill/>
          <a:ln w="12700">
            <a:solidFill>
              <a:schemeClr val="tx1"/>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
        <p:nvSpPr>
          <p:cNvPr id="547911" name="Line 71"/>
          <p:cNvSpPr>
            <a:spLocks noChangeShapeType="1"/>
          </p:cNvSpPr>
          <p:nvPr/>
        </p:nvSpPr>
        <p:spPr bwMode="auto">
          <a:xfrm>
            <a:off x="4506913" y="3294063"/>
            <a:ext cx="468313" cy="0"/>
          </a:xfrm>
          <a:prstGeom prst="line">
            <a:avLst/>
          </a:prstGeom>
          <a:noFill/>
          <a:ln w="12700">
            <a:solidFill>
              <a:schemeClr val="tx1"/>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
        <p:nvSpPr>
          <p:cNvPr id="547912" name="Line 72"/>
          <p:cNvSpPr>
            <a:spLocks noChangeShapeType="1"/>
          </p:cNvSpPr>
          <p:nvPr/>
        </p:nvSpPr>
        <p:spPr bwMode="auto">
          <a:xfrm>
            <a:off x="4506913" y="3398838"/>
            <a:ext cx="468313" cy="0"/>
          </a:xfrm>
          <a:prstGeom prst="line">
            <a:avLst/>
          </a:prstGeom>
          <a:noFill/>
          <a:ln w="12700">
            <a:solidFill>
              <a:schemeClr val="tx1"/>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
        <p:nvSpPr>
          <p:cNvPr id="547913" name="Line 73"/>
          <p:cNvSpPr>
            <a:spLocks noChangeShapeType="1"/>
          </p:cNvSpPr>
          <p:nvPr/>
        </p:nvSpPr>
        <p:spPr bwMode="auto">
          <a:xfrm>
            <a:off x="4506913" y="3505201"/>
            <a:ext cx="468313" cy="0"/>
          </a:xfrm>
          <a:prstGeom prst="line">
            <a:avLst/>
          </a:prstGeom>
          <a:noFill/>
          <a:ln w="12700">
            <a:solidFill>
              <a:schemeClr val="tx1"/>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
        <p:nvSpPr>
          <p:cNvPr id="547914" name="Line 74"/>
          <p:cNvSpPr>
            <a:spLocks noChangeShapeType="1"/>
          </p:cNvSpPr>
          <p:nvPr/>
        </p:nvSpPr>
        <p:spPr bwMode="auto">
          <a:xfrm>
            <a:off x="4506913" y="3609976"/>
            <a:ext cx="468313" cy="0"/>
          </a:xfrm>
          <a:prstGeom prst="line">
            <a:avLst/>
          </a:prstGeom>
          <a:noFill/>
          <a:ln w="12700">
            <a:solidFill>
              <a:schemeClr val="tx1"/>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
        <p:nvSpPr>
          <p:cNvPr id="547915" name="Line 75"/>
          <p:cNvSpPr>
            <a:spLocks noChangeShapeType="1"/>
          </p:cNvSpPr>
          <p:nvPr/>
        </p:nvSpPr>
        <p:spPr bwMode="auto">
          <a:xfrm>
            <a:off x="4506913" y="3714751"/>
            <a:ext cx="468313" cy="0"/>
          </a:xfrm>
          <a:prstGeom prst="line">
            <a:avLst/>
          </a:prstGeom>
          <a:noFill/>
          <a:ln w="12700">
            <a:solidFill>
              <a:schemeClr val="tx1"/>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
        <p:nvSpPr>
          <p:cNvPr id="547916" name="Line 76"/>
          <p:cNvSpPr>
            <a:spLocks noChangeShapeType="1"/>
          </p:cNvSpPr>
          <p:nvPr/>
        </p:nvSpPr>
        <p:spPr bwMode="auto">
          <a:xfrm>
            <a:off x="4506913" y="3819526"/>
            <a:ext cx="468313" cy="0"/>
          </a:xfrm>
          <a:prstGeom prst="line">
            <a:avLst/>
          </a:prstGeom>
          <a:noFill/>
          <a:ln w="12700">
            <a:solidFill>
              <a:schemeClr val="tx1"/>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
        <p:nvSpPr>
          <p:cNvPr id="547917" name="Line 77"/>
          <p:cNvSpPr>
            <a:spLocks noChangeShapeType="1"/>
          </p:cNvSpPr>
          <p:nvPr/>
        </p:nvSpPr>
        <p:spPr bwMode="auto">
          <a:xfrm>
            <a:off x="4506913" y="3924301"/>
            <a:ext cx="468313" cy="0"/>
          </a:xfrm>
          <a:prstGeom prst="line">
            <a:avLst/>
          </a:prstGeom>
          <a:noFill/>
          <a:ln w="28575" cap="sq">
            <a:solidFill>
              <a:schemeClr val="tx1"/>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
        <p:nvSpPr>
          <p:cNvPr id="547918" name="Line 78"/>
          <p:cNvSpPr>
            <a:spLocks noChangeShapeType="1"/>
          </p:cNvSpPr>
          <p:nvPr/>
        </p:nvSpPr>
        <p:spPr bwMode="auto">
          <a:xfrm>
            <a:off x="4506913" y="3084513"/>
            <a:ext cx="0" cy="839788"/>
          </a:xfrm>
          <a:prstGeom prst="line">
            <a:avLst/>
          </a:prstGeom>
          <a:noFill/>
          <a:ln w="28575" cap="sq">
            <a:solidFill>
              <a:schemeClr val="tx1"/>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
        <p:nvSpPr>
          <p:cNvPr id="547919" name="Line 79"/>
          <p:cNvSpPr>
            <a:spLocks noChangeShapeType="1"/>
          </p:cNvSpPr>
          <p:nvPr/>
        </p:nvSpPr>
        <p:spPr bwMode="auto">
          <a:xfrm>
            <a:off x="4975226" y="3084513"/>
            <a:ext cx="0" cy="839788"/>
          </a:xfrm>
          <a:prstGeom prst="line">
            <a:avLst/>
          </a:prstGeom>
          <a:noFill/>
          <a:ln w="28575" cap="sq">
            <a:solidFill>
              <a:schemeClr val="tx1"/>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
        <p:nvSpPr>
          <p:cNvPr id="13340" name="Rectangle 80"/>
          <p:cNvSpPr>
            <a:spLocks noChangeArrowheads="1"/>
          </p:cNvSpPr>
          <p:nvPr/>
        </p:nvSpPr>
        <p:spPr bwMode="auto">
          <a:xfrm>
            <a:off x="4430713" y="2857500"/>
            <a:ext cx="625475" cy="244475"/>
          </a:xfrm>
          <a:prstGeom prst="rect">
            <a:avLst/>
          </a:prstGeom>
          <a:noFill/>
          <a:ln w="12700">
            <a:noFill/>
            <a:miter lim="800000"/>
            <a:headEnd type="none" w="sm" len="sm"/>
            <a:tailEnd type="none" w="sm" len="sm"/>
          </a:ln>
        </p:spPr>
        <p:txBody>
          <a:bodyPr wrap="none" lIns="0" tIns="0" rIns="0" bIns="0">
            <a:spAutoFit/>
          </a:bodyPr>
          <a:lstStyle/>
          <a:p>
            <a:pPr algn="ctr">
              <a:spcBef>
                <a:spcPct val="10000"/>
              </a:spcBef>
            </a:pPr>
            <a:r>
              <a:rPr lang="en-US" sz="2000">
                <a:solidFill>
                  <a:srgbClr val="000000"/>
                </a:solidFill>
                <a:latin typeface="Arial Narrow" pitchFamily="34" charset="0"/>
              </a:rPr>
              <a:t>Heap2</a:t>
            </a:r>
          </a:p>
        </p:txBody>
      </p:sp>
      <p:sp>
        <p:nvSpPr>
          <p:cNvPr id="13330" name="Text Box 81"/>
          <p:cNvSpPr txBox="1">
            <a:spLocks noChangeArrowheads="1"/>
          </p:cNvSpPr>
          <p:nvPr/>
        </p:nvSpPr>
        <p:spPr bwMode="auto">
          <a:xfrm>
            <a:off x="5715000" y="747713"/>
            <a:ext cx="3352800" cy="2840778"/>
          </a:xfrm>
          <a:prstGeom prst="rect">
            <a:avLst/>
          </a:prstGeom>
          <a:solidFill>
            <a:schemeClr val="accent1"/>
          </a:solidFill>
          <a:ln w="12700">
            <a:noFill/>
            <a:miter lim="800000"/>
            <a:headEnd type="none" w="sm" len="sm"/>
            <a:tailEnd type="none" w="sm" len="sm"/>
          </a:ln>
        </p:spPr>
        <p:txBody>
          <a:bodyPr bIns="137160">
            <a:spAutoFit/>
          </a:bodyPr>
          <a:lstStyle/>
          <a:p>
            <a:pPr marL="342900" indent="-342900">
              <a:lnSpc>
                <a:spcPct val="90000"/>
              </a:lnSpc>
              <a:spcBef>
                <a:spcPts val="1500"/>
              </a:spcBef>
              <a:buClr>
                <a:srgbClr val="0066FF"/>
              </a:buClr>
              <a:buSzPct val="75000"/>
              <a:buFont typeface="Wingdings" pitchFamily="2" charset="2"/>
              <a:buChar char=""/>
            </a:pPr>
            <a:r>
              <a:rPr lang="en-US" sz="2000" dirty="0">
                <a:solidFill>
                  <a:srgbClr val="000000"/>
                </a:solidFill>
                <a:latin typeface="Calibri" pitchFamily="34" charset="0"/>
                <a:cs typeface="Calibri" pitchFamily="34" charset="0"/>
              </a:rPr>
              <a:t>BIOS enables multiple heaps to be created</a:t>
            </a:r>
          </a:p>
          <a:p>
            <a:pPr marL="342900" indent="-342900">
              <a:lnSpc>
                <a:spcPct val="90000"/>
              </a:lnSpc>
              <a:spcBef>
                <a:spcPts val="1500"/>
              </a:spcBef>
              <a:buClr>
                <a:srgbClr val="0066FF"/>
              </a:buClr>
              <a:buSzPct val="75000"/>
              <a:buFont typeface="Wingdings" pitchFamily="2" charset="2"/>
              <a:buChar char=""/>
            </a:pPr>
            <a:r>
              <a:rPr lang="en-US" sz="2000" dirty="0">
                <a:solidFill>
                  <a:srgbClr val="000000"/>
                </a:solidFill>
                <a:latin typeface="Calibri" pitchFamily="34" charset="0"/>
                <a:cs typeface="Calibri" pitchFamily="34" charset="0"/>
              </a:rPr>
              <a:t>Create and name heaps in </a:t>
            </a:r>
            <a:r>
              <a:rPr lang="en-US" sz="2000" dirty="0" smtClean="0">
                <a:solidFill>
                  <a:srgbClr val="000000"/>
                </a:solidFill>
                <a:latin typeface="Calibri" pitchFamily="34" charset="0"/>
                <a:cs typeface="Calibri" pitchFamily="34" charset="0"/>
              </a:rPr>
              <a:t>.CFG file or via C code</a:t>
            </a:r>
            <a:endParaRPr lang="en-US" sz="2000" dirty="0">
              <a:solidFill>
                <a:srgbClr val="000000"/>
              </a:solidFill>
              <a:latin typeface="Calibri" pitchFamily="34" charset="0"/>
              <a:cs typeface="Calibri" pitchFamily="34" charset="0"/>
            </a:endParaRPr>
          </a:p>
          <a:p>
            <a:pPr marL="342900" indent="-342900">
              <a:lnSpc>
                <a:spcPct val="90000"/>
              </a:lnSpc>
              <a:spcBef>
                <a:spcPts val="1500"/>
              </a:spcBef>
              <a:buClr>
                <a:srgbClr val="0066FF"/>
              </a:buClr>
              <a:buSzPct val="75000"/>
              <a:buFont typeface="Wingdings" pitchFamily="2" charset="2"/>
              <a:buChar char=""/>
            </a:pPr>
            <a:r>
              <a:rPr lang="en-US" sz="2000" dirty="0">
                <a:solidFill>
                  <a:srgbClr val="000000"/>
                </a:solidFill>
                <a:latin typeface="Calibri" pitchFamily="34" charset="0"/>
                <a:cs typeface="Calibri" pitchFamily="34" charset="0"/>
              </a:rPr>
              <a:t>Use </a:t>
            </a:r>
            <a:r>
              <a:rPr lang="en-US" dirty="0" err="1" smtClean="0">
                <a:solidFill>
                  <a:schemeClr val="tx2"/>
                </a:solidFill>
                <a:latin typeface="Calibri" pitchFamily="34" charset="0"/>
                <a:cs typeface="Calibri" pitchFamily="34" charset="0"/>
              </a:rPr>
              <a:t>Memory_alloc</a:t>
            </a:r>
            <a:r>
              <a:rPr lang="en-US" dirty="0">
                <a:solidFill>
                  <a:schemeClr val="tx2"/>
                </a:solidFill>
                <a:latin typeface="Calibri" pitchFamily="34" charset="0"/>
                <a:cs typeface="Calibri" pitchFamily="34" charset="0"/>
              </a:rPr>
              <a:t>()</a:t>
            </a:r>
            <a:r>
              <a:rPr lang="en-US" sz="2000" dirty="0">
                <a:solidFill>
                  <a:schemeClr val="tx2"/>
                </a:solidFill>
                <a:latin typeface="Calibri" pitchFamily="34" charset="0"/>
                <a:cs typeface="Calibri" pitchFamily="34" charset="0"/>
              </a:rPr>
              <a:t> </a:t>
            </a:r>
            <a:r>
              <a:rPr lang="en-US" sz="2000" dirty="0">
                <a:solidFill>
                  <a:srgbClr val="000000"/>
                </a:solidFill>
                <a:latin typeface="Calibri" pitchFamily="34" charset="0"/>
                <a:cs typeface="Calibri" pitchFamily="34" charset="0"/>
              </a:rPr>
              <a:t>function to allocate </a:t>
            </a:r>
            <a:r>
              <a:rPr lang="en-US" sz="2000">
                <a:solidFill>
                  <a:srgbClr val="000000"/>
                </a:solidFill>
                <a:latin typeface="Calibri" pitchFamily="34" charset="0"/>
                <a:cs typeface="Calibri" pitchFamily="34" charset="0"/>
              </a:rPr>
              <a:t>memory </a:t>
            </a:r>
            <a:r>
              <a:rPr lang="en-US" sz="2000" smtClean="0">
                <a:solidFill>
                  <a:srgbClr val="000000"/>
                </a:solidFill>
                <a:latin typeface="Calibri" pitchFamily="34" charset="0"/>
                <a:cs typeface="Calibri" pitchFamily="34" charset="0"/>
              </a:rPr>
              <a:t>and </a:t>
            </a:r>
            <a:r>
              <a:rPr lang="en-US" sz="2000" dirty="0">
                <a:solidFill>
                  <a:srgbClr val="000000"/>
                </a:solidFill>
                <a:latin typeface="Calibri" pitchFamily="34" charset="0"/>
                <a:cs typeface="Calibri" pitchFamily="34" charset="0"/>
              </a:rPr>
              <a:t>specify which heap</a:t>
            </a:r>
          </a:p>
        </p:txBody>
      </p:sp>
      <p:pic>
        <p:nvPicPr>
          <p:cNvPr id="87" name="Animated Logo" descr="tilogo_color_twoline.png"/>
          <p:cNvPicPr>
            <a:picLocks noChangeAspect="1"/>
          </p:cNvPicPr>
          <p:nvPr/>
        </p:nvPicPr>
        <p:blipFill>
          <a:blip r:embed="rId3" cstate="print"/>
          <a:stretch>
            <a:fillRect/>
          </a:stretch>
        </p:blipFill>
        <p:spPr>
          <a:xfrm>
            <a:off x="50800" y="6477000"/>
            <a:ext cx="1438537" cy="347443"/>
          </a:xfrm>
          <a:prstGeom prst="rect">
            <a:avLst/>
          </a:prstGeom>
        </p:spPr>
      </p:pic>
      <p:sp>
        <p:nvSpPr>
          <p:cNvPr id="84" name="AutoShape 71"/>
          <p:cNvSpPr>
            <a:spLocks noChangeArrowheads="1"/>
          </p:cNvSpPr>
          <p:nvPr/>
        </p:nvSpPr>
        <p:spPr bwMode="auto">
          <a:xfrm rot="1273974">
            <a:off x="5044178" y="3413942"/>
            <a:ext cx="762000" cy="533400"/>
          </a:xfrm>
          <a:prstGeom prst="leftArrow">
            <a:avLst>
              <a:gd name="adj1" fmla="val 50000"/>
              <a:gd name="adj2" fmla="val 35714"/>
            </a:avLst>
          </a:prstGeom>
          <a:solidFill>
            <a:schemeClr val="tx2"/>
          </a:solidFill>
          <a:ln w="12700">
            <a:solidFill>
              <a:schemeClr val="tx1"/>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Tree>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en-US" dirty="0" err="1" smtClean="0"/>
              <a:t>Memory_alloc</a:t>
            </a:r>
            <a:r>
              <a:rPr lang="en-US" dirty="0" smtClean="0"/>
              <a:t>()</a:t>
            </a:r>
          </a:p>
        </p:txBody>
      </p:sp>
      <p:sp>
        <p:nvSpPr>
          <p:cNvPr id="16387" name="Rectangle 4"/>
          <p:cNvSpPr>
            <a:spLocks noChangeArrowheads="1"/>
          </p:cNvSpPr>
          <p:nvPr/>
        </p:nvSpPr>
        <p:spPr bwMode="auto">
          <a:xfrm>
            <a:off x="2971800" y="1066800"/>
            <a:ext cx="6019800" cy="4800600"/>
          </a:xfrm>
          <a:prstGeom prst="rect">
            <a:avLst/>
          </a:prstGeom>
          <a:solidFill>
            <a:schemeClr val="accent4">
              <a:lumMod val="20000"/>
              <a:lumOff val="80000"/>
            </a:schemeClr>
          </a:solidFill>
          <a:ln w="12700">
            <a:solidFill>
              <a:schemeClr val="tx1"/>
            </a:solidFill>
            <a:miter lim="800000"/>
            <a:headEnd type="none" w="sm" len="sm"/>
            <a:tailEnd type="none" w="sm" len="sm"/>
          </a:ln>
        </p:spPr>
        <p:txBody>
          <a:bodyPr wrap="none" tIns="137160"/>
          <a:lstStyle/>
          <a:p>
            <a:pPr>
              <a:lnSpc>
                <a:spcPct val="100000"/>
              </a:lnSpc>
              <a:spcBef>
                <a:spcPct val="40000"/>
              </a:spcBef>
            </a:pPr>
            <a:endParaRPr lang="en-US" sz="2000" dirty="0" smtClean="0">
              <a:solidFill>
                <a:srgbClr val="000000"/>
              </a:solidFill>
              <a:latin typeface="Courier New" pitchFamily="49" charset="0"/>
            </a:endParaRPr>
          </a:p>
          <a:p>
            <a:pPr>
              <a:lnSpc>
                <a:spcPct val="100000"/>
              </a:lnSpc>
              <a:spcBef>
                <a:spcPct val="40000"/>
              </a:spcBef>
            </a:pPr>
            <a:r>
              <a:rPr lang="en-US" sz="1800" dirty="0" smtClean="0">
                <a:solidFill>
                  <a:srgbClr val="000000"/>
                </a:solidFill>
                <a:latin typeface="Courier New" pitchFamily="49" charset="0"/>
              </a:rPr>
              <a:t>#</a:t>
            </a:r>
            <a:r>
              <a:rPr lang="en-US" sz="1800" dirty="0">
                <a:solidFill>
                  <a:srgbClr val="000000"/>
                </a:solidFill>
                <a:latin typeface="Courier New" pitchFamily="49" charset="0"/>
              </a:rPr>
              <a:t>define SIZE 32</a:t>
            </a:r>
          </a:p>
          <a:p>
            <a:pPr>
              <a:lnSpc>
                <a:spcPct val="100000"/>
              </a:lnSpc>
              <a:spcBef>
                <a:spcPct val="40000"/>
              </a:spcBef>
            </a:pPr>
            <a:r>
              <a:rPr lang="en-US" sz="1800" dirty="0">
                <a:solidFill>
                  <a:srgbClr val="000000"/>
                </a:solidFill>
                <a:latin typeface="Courier New" pitchFamily="49" charset="0"/>
              </a:rPr>
              <a:t>x = </a:t>
            </a:r>
            <a:r>
              <a:rPr lang="en-US" sz="1800" dirty="0" err="1" smtClean="0">
                <a:solidFill>
                  <a:srgbClr val="000000"/>
                </a:solidFill>
                <a:latin typeface="Courier New" pitchFamily="49" charset="0"/>
              </a:rPr>
              <a:t>Memory_alloc</a:t>
            </a:r>
            <a:r>
              <a:rPr lang="en-US" sz="1800" dirty="0" smtClean="0">
                <a:solidFill>
                  <a:srgbClr val="000000"/>
                </a:solidFill>
                <a:latin typeface="Courier New" pitchFamily="49" charset="0"/>
              </a:rPr>
              <a:t>(</a:t>
            </a:r>
            <a:r>
              <a:rPr lang="en-US" sz="1800" dirty="0" smtClean="0">
                <a:solidFill>
                  <a:schemeClr val="tx2"/>
                </a:solidFill>
                <a:latin typeface="Courier New" pitchFamily="49" charset="0"/>
              </a:rPr>
              <a:t>NULL</a:t>
            </a:r>
            <a:r>
              <a:rPr lang="en-US" sz="1800" dirty="0" smtClean="0">
                <a:solidFill>
                  <a:srgbClr val="000000"/>
                </a:solidFill>
                <a:latin typeface="Courier New" pitchFamily="49" charset="0"/>
              </a:rPr>
              <a:t>, SIZE, </a:t>
            </a:r>
            <a:r>
              <a:rPr lang="en-US" sz="1800" dirty="0" smtClean="0">
                <a:solidFill>
                  <a:schemeClr val="tx2"/>
                </a:solidFill>
                <a:latin typeface="Courier New" pitchFamily="49" charset="0"/>
              </a:rPr>
              <a:t>align</a:t>
            </a:r>
            <a:r>
              <a:rPr lang="en-US" sz="1800" dirty="0" smtClean="0">
                <a:solidFill>
                  <a:srgbClr val="000000"/>
                </a:solidFill>
                <a:latin typeface="Courier New" pitchFamily="49" charset="0"/>
              </a:rPr>
              <a:t>, &amp;</a:t>
            </a:r>
            <a:r>
              <a:rPr lang="en-US" sz="1800" dirty="0" err="1" smtClean="0">
                <a:solidFill>
                  <a:srgbClr val="000000"/>
                </a:solidFill>
                <a:latin typeface="Courier New" pitchFamily="49" charset="0"/>
              </a:rPr>
              <a:t>eb</a:t>
            </a:r>
            <a:r>
              <a:rPr lang="en-US" sz="1800" dirty="0" smtClean="0">
                <a:solidFill>
                  <a:srgbClr val="000000"/>
                </a:solidFill>
                <a:latin typeface="Courier New" pitchFamily="49" charset="0"/>
              </a:rPr>
              <a:t>);</a:t>
            </a:r>
            <a:endParaRPr lang="en-US" sz="1800" dirty="0">
              <a:solidFill>
                <a:srgbClr val="000000"/>
              </a:solidFill>
              <a:latin typeface="Courier New" pitchFamily="49" charset="0"/>
            </a:endParaRPr>
          </a:p>
          <a:p>
            <a:pPr>
              <a:lnSpc>
                <a:spcPct val="100000"/>
              </a:lnSpc>
              <a:spcBef>
                <a:spcPct val="40000"/>
              </a:spcBef>
            </a:pPr>
            <a:r>
              <a:rPr lang="en-US" sz="1800" dirty="0">
                <a:solidFill>
                  <a:srgbClr val="000000"/>
                </a:solidFill>
                <a:latin typeface="Courier New" pitchFamily="49" charset="0"/>
              </a:rPr>
              <a:t>a = </a:t>
            </a:r>
            <a:r>
              <a:rPr lang="en-US" sz="1800" dirty="0" err="1" smtClean="0">
                <a:solidFill>
                  <a:srgbClr val="000000"/>
                </a:solidFill>
                <a:latin typeface="Courier New" pitchFamily="49" charset="0"/>
              </a:rPr>
              <a:t>Memory_alloc</a:t>
            </a:r>
            <a:r>
              <a:rPr lang="en-US" sz="1800" dirty="0" smtClean="0">
                <a:solidFill>
                  <a:srgbClr val="000000"/>
                </a:solidFill>
                <a:latin typeface="Courier New" pitchFamily="49" charset="0"/>
              </a:rPr>
              <a:t>(</a:t>
            </a:r>
            <a:r>
              <a:rPr lang="en-US" sz="1800" dirty="0" err="1" smtClean="0">
                <a:solidFill>
                  <a:schemeClr val="tx2"/>
                </a:solidFill>
                <a:latin typeface="Courier New" pitchFamily="49" charset="0"/>
              </a:rPr>
              <a:t>myHeap</a:t>
            </a:r>
            <a:r>
              <a:rPr lang="en-US" sz="1800" dirty="0" smtClean="0">
                <a:solidFill>
                  <a:srgbClr val="000000"/>
                </a:solidFill>
                <a:latin typeface="Courier New" pitchFamily="49" charset="0"/>
              </a:rPr>
              <a:t>, SIZE, </a:t>
            </a:r>
            <a:r>
              <a:rPr lang="en-US" sz="1800" dirty="0" smtClean="0">
                <a:solidFill>
                  <a:schemeClr val="tx2"/>
                </a:solidFill>
                <a:latin typeface="Courier New" pitchFamily="49" charset="0"/>
              </a:rPr>
              <a:t>align</a:t>
            </a:r>
            <a:r>
              <a:rPr lang="en-US" sz="1800" dirty="0" smtClean="0">
                <a:solidFill>
                  <a:srgbClr val="000000"/>
                </a:solidFill>
                <a:latin typeface="Courier New" pitchFamily="49" charset="0"/>
              </a:rPr>
              <a:t>, &amp;</a:t>
            </a:r>
            <a:r>
              <a:rPr lang="en-US" sz="1800" dirty="0" err="1" smtClean="0">
                <a:solidFill>
                  <a:srgbClr val="000000"/>
                </a:solidFill>
                <a:latin typeface="Courier New" pitchFamily="49" charset="0"/>
              </a:rPr>
              <a:t>eb</a:t>
            </a:r>
            <a:r>
              <a:rPr lang="en-US" sz="1800" dirty="0" smtClean="0">
                <a:solidFill>
                  <a:srgbClr val="000000"/>
                </a:solidFill>
                <a:latin typeface="Courier New" pitchFamily="49" charset="0"/>
              </a:rPr>
              <a:t>);</a:t>
            </a:r>
            <a:endParaRPr lang="en-US" sz="1800" dirty="0">
              <a:solidFill>
                <a:srgbClr val="000000"/>
              </a:solidFill>
              <a:latin typeface="Courier New" pitchFamily="49" charset="0"/>
            </a:endParaRPr>
          </a:p>
          <a:p>
            <a:pPr>
              <a:lnSpc>
                <a:spcPct val="100000"/>
              </a:lnSpc>
              <a:spcBef>
                <a:spcPct val="40000"/>
              </a:spcBef>
            </a:pPr>
            <a:r>
              <a:rPr lang="en-US" sz="1800" dirty="0">
                <a:solidFill>
                  <a:srgbClr val="000000"/>
                </a:solidFill>
                <a:latin typeface="Courier New" pitchFamily="49" charset="0"/>
              </a:rPr>
              <a:t>x = {…};</a:t>
            </a:r>
          </a:p>
          <a:p>
            <a:pPr>
              <a:lnSpc>
                <a:spcPct val="100000"/>
              </a:lnSpc>
              <a:spcBef>
                <a:spcPct val="40000"/>
              </a:spcBef>
            </a:pPr>
            <a:r>
              <a:rPr lang="en-US" sz="1800" dirty="0">
                <a:solidFill>
                  <a:srgbClr val="000000"/>
                </a:solidFill>
                <a:latin typeface="Courier New" pitchFamily="49" charset="0"/>
              </a:rPr>
              <a:t>a = {…};</a:t>
            </a:r>
          </a:p>
          <a:p>
            <a:pPr>
              <a:lnSpc>
                <a:spcPct val="100000"/>
              </a:lnSpc>
              <a:spcBef>
                <a:spcPct val="40000"/>
              </a:spcBef>
            </a:pPr>
            <a:endParaRPr lang="en-US" sz="1800" dirty="0">
              <a:solidFill>
                <a:srgbClr val="000000"/>
              </a:solidFill>
              <a:latin typeface="Courier New" pitchFamily="49" charset="0"/>
            </a:endParaRPr>
          </a:p>
          <a:p>
            <a:pPr>
              <a:lnSpc>
                <a:spcPct val="100000"/>
              </a:lnSpc>
              <a:spcBef>
                <a:spcPct val="40000"/>
              </a:spcBef>
            </a:pPr>
            <a:r>
              <a:rPr lang="en-US" sz="1800" dirty="0">
                <a:solidFill>
                  <a:srgbClr val="000000"/>
                </a:solidFill>
                <a:latin typeface="Courier New" pitchFamily="49" charset="0"/>
              </a:rPr>
              <a:t>filter(…);</a:t>
            </a:r>
          </a:p>
          <a:p>
            <a:pPr>
              <a:lnSpc>
                <a:spcPct val="100000"/>
              </a:lnSpc>
              <a:spcBef>
                <a:spcPct val="40000"/>
              </a:spcBef>
            </a:pPr>
            <a:endParaRPr lang="en-US" sz="1800" dirty="0">
              <a:solidFill>
                <a:srgbClr val="000000"/>
              </a:solidFill>
              <a:latin typeface="Courier New" pitchFamily="49" charset="0"/>
            </a:endParaRPr>
          </a:p>
          <a:p>
            <a:pPr>
              <a:lnSpc>
                <a:spcPct val="100000"/>
              </a:lnSpc>
              <a:spcBef>
                <a:spcPct val="40000"/>
              </a:spcBef>
            </a:pPr>
            <a:r>
              <a:rPr lang="en-US" sz="1800" dirty="0" err="1" smtClean="0">
                <a:solidFill>
                  <a:srgbClr val="000000"/>
                </a:solidFill>
                <a:latin typeface="Courier New" pitchFamily="49" charset="0"/>
              </a:rPr>
              <a:t>Memory_free</a:t>
            </a:r>
            <a:r>
              <a:rPr lang="en-US" sz="1800" dirty="0" smtClean="0">
                <a:solidFill>
                  <a:srgbClr val="000000"/>
                </a:solidFill>
                <a:latin typeface="Courier New" pitchFamily="49" charset="0"/>
              </a:rPr>
              <a:t>(</a:t>
            </a:r>
            <a:r>
              <a:rPr lang="en-US" sz="1800" dirty="0" err="1" smtClean="0">
                <a:solidFill>
                  <a:srgbClr val="000000"/>
                </a:solidFill>
                <a:latin typeface="Courier New" pitchFamily="49" charset="0"/>
              </a:rPr>
              <a:t>NULL,x,SIZE</a:t>
            </a:r>
            <a:r>
              <a:rPr lang="en-US" sz="1800" dirty="0" smtClean="0">
                <a:solidFill>
                  <a:srgbClr val="000000"/>
                </a:solidFill>
                <a:latin typeface="Courier New" pitchFamily="49" charset="0"/>
              </a:rPr>
              <a:t>);</a:t>
            </a:r>
            <a:endParaRPr lang="en-US" sz="1800" dirty="0">
              <a:solidFill>
                <a:srgbClr val="000000"/>
              </a:solidFill>
              <a:latin typeface="Courier New" pitchFamily="49" charset="0"/>
            </a:endParaRPr>
          </a:p>
          <a:p>
            <a:pPr>
              <a:lnSpc>
                <a:spcPct val="100000"/>
              </a:lnSpc>
              <a:spcBef>
                <a:spcPct val="40000"/>
              </a:spcBef>
            </a:pPr>
            <a:r>
              <a:rPr lang="en-US" sz="1800" dirty="0" err="1" smtClean="0">
                <a:solidFill>
                  <a:srgbClr val="000000"/>
                </a:solidFill>
                <a:latin typeface="Courier New" pitchFamily="49" charset="0"/>
              </a:rPr>
              <a:t>Memory_free</a:t>
            </a:r>
            <a:r>
              <a:rPr lang="en-US" sz="1800" dirty="0" smtClean="0">
                <a:solidFill>
                  <a:srgbClr val="000000"/>
                </a:solidFill>
                <a:latin typeface="Courier New" pitchFamily="49" charset="0"/>
              </a:rPr>
              <a:t>(</a:t>
            </a:r>
            <a:r>
              <a:rPr lang="en-US" sz="1800" dirty="0" err="1" smtClean="0">
                <a:solidFill>
                  <a:srgbClr val="000000"/>
                </a:solidFill>
                <a:latin typeface="Courier New" pitchFamily="49" charset="0"/>
              </a:rPr>
              <a:t>myHeap,a,SIZE</a:t>
            </a:r>
            <a:r>
              <a:rPr lang="en-US" sz="1800" dirty="0" smtClean="0">
                <a:solidFill>
                  <a:srgbClr val="000000"/>
                </a:solidFill>
                <a:latin typeface="Courier New" pitchFamily="49" charset="0"/>
              </a:rPr>
              <a:t>);</a:t>
            </a:r>
            <a:endParaRPr lang="en-US" sz="2000" dirty="0">
              <a:solidFill>
                <a:srgbClr val="000000"/>
              </a:solidFill>
              <a:latin typeface="Courier New" pitchFamily="49" charset="0"/>
            </a:endParaRPr>
          </a:p>
        </p:txBody>
      </p:sp>
      <p:sp>
        <p:nvSpPr>
          <p:cNvPr id="16388" name="Text Box 5"/>
          <p:cNvSpPr txBox="1">
            <a:spLocks noChangeArrowheads="1"/>
          </p:cNvSpPr>
          <p:nvPr/>
        </p:nvSpPr>
        <p:spPr bwMode="auto">
          <a:xfrm>
            <a:off x="2971800" y="700396"/>
            <a:ext cx="3304431" cy="369332"/>
          </a:xfrm>
          <a:prstGeom prst="rect">
            <a:avLst/>
          </a:prstGeom>
          <a:noFill/>
          <a:ln w="12700">
            <a:noFill/>
            <a:miter lim="800000"/>
            <a:headEnd type="none" w="sm" len="sm"/>
            <a:tailEnd type="none" w="sm" len="sm"/>
          </a:ln>
        </p:spPr>
        <p:txBody>
          <a:bodyPr wrap="none" tIns="0" bIns="0">
            <a:spAutoFit/>
          </a:bodyPr>
          <a:lstStyle/>
          <a:p>
            <a:pPr>
              <a:lnSpc>
                <a:spcPct val="100000"/>
              </a:lnSpc>
              <a:spcBef>
                <a:spcPct val="0"/>
              </a:spcBef>
            </a:pPr>
            <a:r>
              <a:rPr lang="en-US" i="1" dirty="0">
                <a:solidFill>
                  <a:schemeClr val="tx2"/>
                </a:solidFill>
                <a:latin typeface="Calibri" pitchFamily="34" charset="0"/>
                <a:cs typeface="Calibri" pitchFamily="34" charset="0"/>
              </a:rPr>
              <a:t>Using </a:t>
            </a:r>
            <a:r>
              <a:rPr lang="en-US" i="1" dirty="0" smtClean="0">
                <a:solidFill>
                  <a:schemeClr val="tx2"/>
                </a:solidFill>
                <a:latin typeface="Calibri" pitchFamily="34" charset="0"/>
                <a:cs typeface="Calibri" pitchFamily="34" charset="0"/>
              </a:rPr>
              <a:t>Memory </a:t>
            </a:r>
            <a:r>
              <a:rPr lang="en-US" i="1" dirty="0">
                <a:solidFill>
                  <a:schemeClr val="tx2"/>
                </a:solidFill>
                <a:latin typeface="Calibri" pitchFamily="34" charset="0"/>
                <a:cs typeface="Calibri" pitchFamily="34" charset="0"/>
              </a:rPr>
              <a:t>functions</a:t>
            </a:r>
          </a:p>
        </p:txBody>
      </p:sp>
      <p:sp>
        <p:nvSpPr>
          <p:cNvPr id="16389" name="Rectangle 7"/>
          <p:cNvSpPr>
            <a:spLocks noChangeArrowheads="1"/>
          </p:cNvSpPr>
          <p:nvPr/>
        </p:nvSpPr>
        <p:spPr bwMode="auto">
          <a:xfrm>
            <a:off x="228600" y="1066800"/>
            <a:ext cx="2628900" cy="4800600"/>
          </a:xfrm>
          <a:prstGeom prst="rect">
            <a:avLst/>
          </a:prstGeom>
          <a:solidFill>
            <a:schemeClr val="accent5">
              <a:lumMod val="20000"/>
              <a:lumOff val="80000"/>
            </a:schemeClr>
          </a:solidFill>
          <a:ln w="12700">
            <a:solidFill>
              <a:schemeClr val="tx1"/>
            </a:solidFill>
            <a:miter lim="800000"/>
            <a:headEnd type="none" w="sm" len="sm"/>
            <a:tailEnd type="none" w="sm" len="sm"/>
          </a:ln>
        </p:spPr>
        <p:txBody>
          <a:bodyPr wrap="none" tIns="137160"/>
          <a:lstStyle/>
          <a:p>
            <a:pPr>
              <a:lnSpc>
                <a:spcPct val="100000"/>
              </a:lnSpc>
              <a:spcBef>
                <a:spcPct val="40000"/>
              </a:spcBef>
            </a:pPr>
            <a:endParaRPr lang="en-US" sz="2000" dirty="0">
              <a:solidFill>
                <a:srgbClr val="000000"/>
              </a:solidFill>
              <a:latin typeface="Courier New" pitchFamily="49" charset="0"/>
            </a:endParaRPr>
          </a:p>
          <a:p>
            <a:pPr>
              <a:lnSpc>
                <a:spcPct val="100000"/>
              </a:lnSpc>
              <a:spcBef>
                <a:spcPct val="40000"/>
              </a:spcBef>
            </a:pPr>
            <a:r>
              <a:rPr lang="en-US" sz="1800" dirty="0">
                <a:solidFill>
                  <a:srgbClr val="000000"/>
                </a:solidFill>
                <a:latin typeface="Courier New" pitchFamily="49" charset="0"/>
              </a:rPr>
              <a:t>#define SIZE 32</a:t>
            </a:r>
          </a:p>
          <a:p>
            <a:pPr>
              <a:lnSpc>
                <a:spcPct val="100000"/>
              </a:lnSpc>
              <a:spcBef>
                <a:spcPct val="40000"/>
              </a:spcBef>
            </a:pPr>
            <a:r>
              <a:rPr lang="en-US" sz="1800" dirty="0">
                <a:solidFill>
                  <a:srgbClr val="000000"/>
                </a:solidFill>
                <a:latin typeface="Courier New" pitchFamily="49" charset="0"/>
              </a:rPr>
              <a:t>x=</a:t>
            </a:r>
            <a:r>
              <a:rPr lang="en-US" sz="1800" dirty="0" err="1">
                <a:solidFill>
                  <a:srgbClr val="000000"/>
                </a:solidFill>
                <a:latin typeface="Courier New" pitchFamily="49" charset="0"/>
              </a:rPr>
              <a:t>malloc</a:t>
            </a:r>
            <a:r>
              <a:rPr lang="en-US" sz="1800" dirty="0">
                <a:solidFill>
                  <a:srgbClr val="000000"/>
                </a:solidFill>
                <a:latin typeface="Courier New" pitchFamily="49" charset="0"/>
              </a:rPr>
              <a:t>(SIZE);</a:t>
            </a:r>
          </a:p>
          <a:p>
            <a:pPr>
              <a:lnSpc>
                <a:spcPct val="100000"/>
              </a:lnSpc>
              <a:spcBef>
                <a:spcPct val="40000"/>
              </a:spcBef>
            </a:pPr>
            <a:r>
              <a:rPr lang="en-US" sz="1800" dirty="0">
                <a:solidFill>
                  <a:srgbClr val="000000"/>
                </a:solidFill>
                <a:latin typeface="Courier New" pitchFamily="49" charset="0"/>
              </a:rPr>
              <a:t>a=</a:t>
            </a:r>
            <a:r>
              <a:rPr lang="en-US" sz="1800" dirty="0" err="1">
                <a:solidFill>
                  <a:srgbClr val="000000"/>
                </a:solidFill>
                <a:latin typeface="Courier New" pitchFamily="49" charset="0"/>
              </a:rPr>
              <a:t>malloc</a:t>
            </a:r>
            <a:r>
              <a:rPr lang="en-US" sz="1800" dirty="0">
                <a:solidFill>
                  <a:srgbClr val="000000"/>
                </a:solidFill>
                <a:latin typeface="Courier New" pitchFamily="49" charset="0"/>
              </a:rPr>
              <a:t>(SIZE);</a:t>
            </a:r>
          </a:p>
          <a:p>
            <a:pPr>
              <a:lnSpc>
                <a:spcPct val="100000"/>
              </a:lnSpc>
              <a:spcBef>
                <a:spcPct val="40000"/>
              </a:spcBef>
            </a:pPr>
            <a:r>
              <a:rPr lang="en-US" sz="1800" dirty="0">
                <a:solidFill>
                  <a:srgbClr val="000000"/>
                </a:solidFill>
                <a:latin typeface="Courier New" pitchFamily="49" charset="0"/>
              </a:rPr>
              <a:t>x={…};</a:t>
            </a:r>
          </a:p>
          <a:p>
            <a:pPr>
              <a:lnSpc>
                <a:spcPct val="100000"/>
              </a:lnSpc>
              <a:spcBef>
                <a:spcPct val="40000"/>
              </a:spcBef>
            </a:pPr>
            <a:r>
              <a:rPr lang="en-US" sz="1800" dirty="0">
                <a:solidFill>
                  <a:srgbClr val="000000"/>
                </a:solidFill>
                <a:latin typeface="Courier New" pitchFamily="49" charset="0"/>
              </a:rPr>
              <a:t>a={…};</a:t>
            </a:r>
          </a:p>
          <a:p>
            <a:pPr>
              <a:lnSpc>
                <a:spcPct val="100000"/>
              </a:lnSpc>
              <a:spcBef>
                <a:spcPct val="40000"/>
              </a:spcBef>
            </a:pPr>
            <a:endParaRPr lang="en-US" sz="1800" dirty="0">
              <a:solidFill>
                <a:srgbClr val="000000"/>
              </a:solidFill>
              <a:latin typeface="Courier New" pitchFamily="49" charset="0"/>
            </a:endParaRPr>
          </a:p>
          <a:p>
            <a:pPr>
              <a:lnSpc>
                <a:spcPct val="100000"/>
              </a:lnSpc>
              <a:spcBef>
                <a:spcPct val="40000"/>
              </a:spcBef>
            </a:pPr>
            <a:r>
              <a:rPr lang="en-US" sz="1800" dirty="0">
                <a:solidFill>
                  <a:srgbClr val="000000"/>
                </a:solidFill>
                <a:latin typeface="Courier New" pitchFamily="49" charset="0"/>
              </a:rPr>
              <a:t>filter(…);</a:t>
            </a:r>
          </a:p>
          <a:p>
            <a:pPr>
              <a:lnSpc>
                <a:spcPct val="100000"/>
              </a:lnSpc>
              <a:spcBef>
                <a:spcPct val="40000"/>
              </a:spcBef>
            </a:pPr>
            <a:endParaRPr lang="en-US" sz="1800" dirty="0">
              <a:solidFill>
                <a:srgbClr val="000000"/>
              </a:solidFill>
              <a:latin typeface="Courier New" pitchFamily="49" charset="0"/>
            </a:endParaRPr>
          </a:p>
          <a:p>
            <a:pPr>
              <a:lnSpc>
                <a:spcPct val="100000"/>
              </a:lnSpc>
              <a:spcBef>
                <a:spcPct val="40000"/>
              </a:spcBef>
            </a:pPr>
            <a:r>
              <a:rPr lang="en-US" sz="1800" dirty="0">
                <a:solidFill>
                  <a:srgbClr val="000000"/>
                </a:solidFill>
                <a:latin typeface="Courier New" pitchFamily="49" charset="0"/>
              </a:rPr>
              <a:t>free(a);</a:t>
            </a:r>
          </a:p>
          <a:p>
            <a:pPr>
              <a:lnSpc>
                <a:spcPct val="100000"/>
              </a:lnSpc>
              <a:spcBef>
                <a:spcPct val="40000"/>
              </a:spcBef>
            </a:pPr>
            <a:r>
              <a:rPr lang="en-US" sz="1800" dirty="0">
                <a:solidFill>
                  <a:srgbClr val="000000"/>
                </a:solidFill>
                <a:latin typeface="Courier New" pitchFamily="49" charset="0"/>
              </a:rPr>
              <a:t>free(x);</a:t>
            </a:r>
          </a:p>
        </p:txBody>
      </p:sp>
      <p:sp>
        <p:nvSpPr>
          <p:cNvPr id="16390" name="Text Box 8"/>
          <p:cNvSpPr txBox="1">
            <a:spLocks noChangeArrowheads="1"/>
          </p:cNvSpPr>
          <p:nvPr/>
        </p:nvSpPr>
        <p:spPr bwMode="auto">
          <a:xfrm>
            <a:off x="228600" y="700396"/>
            <a:ext cx="2475037" cy="369332"/>
          </a:xfrm>
          <a:prstGeom prst="rect">
            <a:avLst/>
          </a:prstGeom>
          <a:noFill/>
          <a:ln w="12700">
            <a:noFill/>
            <a:miter lim="800000"/>
            <a:headEnd type="none" w="sm" len="sm"/>
            <a:tailEnd type="none" w="sm" len="sm"/>
          </a:ln>
        </p:spPr>
        <p:txBody>
          <a:bodyPr wrap="none" tIns="0" bIns="0">
            <a:spAutoFit/>
          </a:bodyPr>
          <a:lstStyle/>
          <a:p>
            <a:pPr>
              <a:lnSpc>
                <a:spcPct val="100000"/>
              </a:lnSpc>
              <a:spcBef>
                <a:spcPct val="0"/>
              </a:spcBef>
            </a:pPr>
            <a:r>
              <a:rPr lang="en-US" i="1" dirty="0">
                <a:solidFill>
                  <a:schemeClr val="tx2"/>
                </a:solidFill>
                <a:latin typeface="Calibri" pitchFamily="34" charset="0"/>
                <a:cs typeface="Calibri" pitchFamily="34" charset="0"/>
              </a:rPr>
              <a:t>Standard C syntax</a:t>
            </a:r>
          </a:p>
        </p:txBody>
      </p:sp>
      <p:sp>
        <p:nvSpPr>
          <p:cNvPr id="16396" name="Text Box 22"/>
          <p:cNvSpPr txBox="1">
            <a:spLocks noChangeArrowheads="1"/>
          </p:cNvSpPr>
          <p:nvPr/>
        </p:nvSpPr>
        <p:spPr bwMode="auto">
          <a:xfrm>
            <a:off x="685800" y="5972175"/>
            <a:ext cx="7565917" cy="609398"/>
          </a:xfrm>
          <a:prstGeom prst="rect">
            <a:avLst/>
          </a:prstGeom>
          <a:noFill/>
          <a:ln w="12700">
            <a:noFill/>
            <a:miter lim="800000"/>
            <a:headEnd type="none" w="sm" len="sm"/>
            <a:tailEnd type="none" w="sm" len="sm"/>
          </a:ln>
        </p:spPr>
        <p:txBody>
          <a:bodyPr wrap="none">
            <a:spAutoFit/>
          </a:bodyPr>
          <a:lstStyle/>
          <a:p>
            <a:r>
              <a:rPr lang="en-US" sz="1600" b="0" i="1" dirty="0">
                <a:solidFill>
                  <a:srgbClr val="000000"/>
                </a:solidFill>
                <a:latin typeface="Calibri" pitchFamily="34" charset="0"/>
                <a:cs typeface="Calibri" pitchFamily="34" charset="0"/>
              </a:rPr>
              <a:t>Notes:  </a:t>
            </a:r>
            <a:r>
              <a:rPr lang="en-US" sz="1600" b="0" i="1" dirty="0" smtClean="0">
                <a:solidFill>
                  <a:srgbClr val="000000"/>
                </a:solidFill>
                <a:latin typeface="Calibri" pitchFamily="34" charset="0"/>
                <a:cs typeface="Calibri" pitchFamily="34" charset="0"/>
              </a:rPr>
              <a:t>	- </a:t>
            </a:r>
            <a:r>
              <a:rPr lang="en-US" sz="1600" b="0" i="1" dirty="0" err="1" smtClean="0">
                <a:solidFill>
                  <a:srgbClr val="000000"/>
                </a:solidFill>
                <a:latin typeface="Calibri" pitchFamily="34" charset="0"/>
                <a:cs typeface="Calibri" pitchFamily="34" charset="0"/>
              </a:rPr>
              <a:t>malloc</a:t>
            </a:r>
            <a:r>
              <a:rPr lang="en-US" sz="1600" b="0" i="1" dirty="0" smtClean="0">
                <a:solidFill>
                  <a:srgbClr val="000000"/>
                </a:solidFill>
                <a:latin typeface="Calibri" pitchFamily="34" charset="0"/>
                <a:cs typeface="Calibri" pitchFamily="34" charset="0"/>
              </a:rPr>
              <a:t>(size) API is translated to </a:t>
            </a:r>
            <a:r>
              <a:rPr lang="en-US" sz="1600" b="0" i="1" dirty="0" err="1" smtClean="0">
                <a:solidFill>
                  <a:srgbClr val="000000"/>
                </a:solidFill>
                <a:latin typeface="Calibri" pitchFamily="34" charset="0"/>
                <a:cs typeface="Calibri" pitchFamily="34" charset="0"/>
              </a:rPr>
              <a:t>Memory_alloc</a:t>
            </a:r>
            <a:r>
              <a:rPr lang="en-US" sz="1600" b="0" i="1" dirty="0" smtClean="0">
                <a:solidFill>
                  <a:srgbClr val="000000"/>
                </a:solidFill>
                <a:latin typeface="Calibri" pitchFamily="34" charset="0"/>
                <a:cs typeface="Calibri" pitchFamily="34" charset="0"/>
              </a:rPr>
              <a:t>(NULL,size,0,&amp;eb) in SYS/BIOS </a:t>
            </a:r>
          </a:p>
          <a:p>
            <a:r>
              <a:rPr lang="en-US" sz="1600" b="0" i="1" dirty="0" smtClean="0">
                <a:solidFill>
                  <a:srgbClr val="000000"/>
                </a:solidFill>
                <a:latin typeface="Calibri" pitchFamily="34" charset="0"/>
                <a:cs typeface="Calibri" pitchFamily="34" charset="0"/>
              </a:rPr>
              <a:t>	- </a:t>
            </a:r>
            <a:r>
              <a:rPr lang="en-US" sz="1600" b="0" i="1" dirty="0" err="1" smtClean="0">
                <a:solidFill>
                  <a:srgbClr val="000000"/>
                </a:solidFill>
                <a:latin typeface="Calibri" pitchFamily="34" charset="0"/>
                <a:cs typeface="Calibri" pitchFamily="34" charset="0"/>
              </a:rPr>
              <a:t>Memory_calloc</a:t>
            </a:r>
            <a:r>
              <a:rPr lang="en-US" sz="1600" b="0" i="1" dirty="0" smtClean="0">
                <a:solidFill>
                  <a:srgbClr val="000000"/>
                </a:solidFill>
                <a:latin typeface="Calibri" pitchFamily="34" charset="0"/>
                <a:cs typeface="Calibri" pitchFamily="34" charset="0"/>
              </a:rPr>
              <a:t>/</a:t>
            </a:r>
            <a:r>
              <a:rPr lang="en-US" sz="1600" b="0" i="1" dirty="0" err="1" smtClean="0">
                <a:solidFill>
                  <a:srgbClr val="000000"/>
                </a:solidFill>
                <a:latin typeface="Calibri" pitchFamily="34" charset="0"/>
                <a:cs typeface="Calibri" pitchFamily="34" charset="0"/>
              </a:rPr>
              <a:t>valloc</a:t>
            </a:r>
            <a:r>
              <a:rPr lang="en-US" sz="1600" b="0" i="1" dirty="0" smtClean="0">
                <a:solidFill>
                  <a:srgbClr val="000000"/>
                </a:solidFill>
                <a:latin typeface="Calibri" pitchFamily="34" charset="0"/>
                <a:cs typeface="Calibri" pitchFamily="34" charset="0"/>
              </a:rPr>
              <a:t> </a:t>
            </a:r>
            <a:r>
              <a:rPr lang="en-US" sz="1600" b="0" i="1" dirty="0">
                <a:solidFill>
                  <a:srgbClr val="000000"/>
                </a:solidFill>
                <a:latin typeface="Calibri" pitchFamily="34" charset="0"/>
                <a:cs typeface="Calibri" pitchFamily="34" charset="0"/>
              </a:rPr>
              <a:t>also </a:t>
            </a:r>
            <a:r>
              <a:rPr lang="en-US" sz="1600" b="0" i="1" dirty="0" smtClean="0">
                <a:solidFill>
                  <a:srgbClr val="000000"/>
                </a:solidFill>
                <a:latin typeface="Calibri" pitchFamily="34" charset="0"/>
                <a:cs typeface="Calibri" pitchFamily="34" charset="0"/>
              </a:rPr>
              <a:t>available</a:t>
            </a:r>
            <a:endParaRPr lang="en-US" sz="1600" b="0" i="1" dirty="0">
              <a:solidFill>
                <a:srgbClr val="000000"/>
              </a:solidFill>
              <a:latin typeface="Calibri" pitchFamily="34" charset="0"/>
              <a:cs typeface="Calibri" pitchFamily="34" charset="0"/>
            </a:endParaRPr>
          </a:p>
        </p:txBody>
      </p:sp>
      <p:sp>
        <p:nvSpPr>
          <p:cNvPr id="20" name="TextBox 19"/>
          <p:cNvSpPr txBox="1"/>
          <p:nvPr/>
        </p:nvSpPr>
        <p:spPr>
          <a:xfrm>
            <a:off x="6259776" y="1268104"/>
            <a:ext cx="2133600" cy="428232"/>
          </a:xfrm>
          <a:prstGeom prst="rect">
            <a:avLst/>
          </a:prstGeom>
          <a:solidFill>
            <a:schemeClr val="accent5">
              <a:lumMod val="40000"/>
              <a:lumOff val="60000"/>
            </a:schemeClr>
          </a:solidFill>
          <a:ln>
            <a:solidFill>
              <a:schemeClr val="tx1"/>
            </a:solidFill>
          </a:ln>
        </p:spPr>
        <p:txBody>
          <a:bodyPr wrap="square" rtlCol="0" anchor="ctr" anchorCtr="1">
            <a:noAutofit/>
          </a:bodyPr>
          <a:lstStyle/>
          <a:p>
            <a:pPr algn="ctr"/>
            <a:r>
              <a:rPr lang="en-US" sz="1800" b="0" dirty="0" smtClean="0">
                <a:solidFill>
                  <a:schemeClr val="dk1"/>
                </a:solidFill>
                <a:latin typeface="Arial Narrow" pitchFamily="34" charset="0"/>
              </a:rPr>
              <a:t>Default System Heap</a:t>
            </a:r>
          </a:p>
        </p:txBody>
      </p:sp>
      <p:cxnSp>
        <p:nvCxnSpPr>
          <p:cNvPr id="22" name="Straight Arrow Connector 21"/>
          <p:cNvCxnSpPr/>
          <p:nvPr/>
        </p:nvCxnSpPr>
        <p:spPr bwMode="auto">
          <a:xfrm rot="10800000" flipV="1">
            <a:off x="5791200" y="1600200"/>
            <a:ext cx="609600" cy="381000"/>
          </a:xfrm>
          <a:prstGeom prst="straightConnector1">
            <a:avLst/>
          </a:prstGeom>
          <a:solidFill>
            <a:schemeClr val="accent1"/>
          </a:solidFill>
          <a:ln w="28575" cap="flat" cmpd="sng" algn="ctr">
            <a:solidFill>
              <a:schemeClr val="tx1"/>
            </a:solidFill>
            <a:prstDash val="solid"/>
            <a:round/>
            <a:headEnd type="none" w="sm" len="sm"/>
            <a:tailEnd type="arrow"/>
          </a:ln>
          <a:effectLst/>
        </p:spPr>
      </p:cxnSp>
      <p:sp>
        <p:nvSpPr>
          <p:cNvPr id="23" name="TextBox 22"/>
          <p:cNvSpPr txBox="1"/>
          <p:nvPr/>
        </p:nvSpPr>
        <p:spPr>
          <a:xfrm>
            <a:off x="6324600" y="2895600"/>
            <a:ext cx="1512624" cy="428232"/>
          </a:xfrm>
          <a:prstGeom prst="rect">
            <a:avLst/>
          </a:prstGeom>
          <a:solidFill>
            <a:schemeClr val="accent5">
              <a:lumMod val="40000"/>
              <a:lumOff val="60000"/>
            </a:schemeClr>
          </a:solidFill>
          <a:ln>
            <a:solidFill>
              <a:schemeClr val="tx1"/>
            </a:solidFill>
          </a:ln>
        </p:spPr>
        <p:txBody>
          <a:bodyPr wrap="square" rtlCol="0" anchor="ctr" anchorCtr="1">
            <a:noAutofit/>
          </a:bodyPr>
          <a:lstStyle/>
          <a:p>
            <a:pPr algn="ctr"/>
            <a:r>
              <a:rPr lang="en-US" sz="1800" b="0" dirty="0" smtClean="0">
                <a:solidFill>
                  <a:schemeClr val="dk1"/>
                </a:solidFill>
                <a:latin typeface="Arial Narrow" pitchFamily="34" charset="0"/>
              </a:rPr>
              <a:t>Custom heap</a:t>
            </a:r>
          </a:p>
        </p:txBody>
      </p:sp>
      <p:cxnSp>
        <p:nvCxnSpPr>
          <p:cNvPr id="25" name="Straight Arrow Connector 24"/>
          <p:cNvCxnSpPr/>
          <p:nvPr/>
        </p:nvCxnSpPr>
        <p:spPr bwMode="auto">
          <a:xfrm rot="10800000">
            <a:off x="5791200" y="2667000"/>
            <a:ext cx="642584" cy="442716"/>
          </a:xfrm>
          <a:prstGeom prst="straightConnector1">
            <a:avLst/>
          </a:prstGeom>
          <a:solidFill>
            <a:schemeClr val="accent1"/>
          </a:solidFill>
          <a:ln w="28575" cap="flat" cmpd="sng" algn="ctr">
            <a:solidFill>
              <a:schemeClr val="tx1"/>
            </a:solidFill>
            <a:prstDash val="solid"/>
            <a:round/>
            <a:headEnd type="none" w="sm" len="sm"/>
            <a:tailEnd type="arrow"/>
          </a:ln>
          <a:effectLst/>
        </p:spPr>
      </p:cxnSp>
      <p:sp>
        <p:nvSpPr>
          <p:cNvPr id="27" name="TextBox 26"/>
          <p:cNvSpPr txBox="1"/>
          <p:nvPr/>
        </p:nvSpPr>
        <p:spPr>
          <a:xfrm>
            <a:off x="6760192" y="3581400"/>
            <a:ext cx="1981200" cy="533400"/>
          </a:xfrm>
          <a:prstGeom prst="rect">
            <a:avLst/>
          </a:prstGeom>
          <a:solidFill>
            <a:schemeClr val="accent5">
              <a:lumMod val="40000"/>
              <a:lumOff val="60000"/>
            </a:schemeClr>
          </a:solidFill>
          <a:ln>
            <a:solidFill>
              <a:schemeClr val="tx1"/>
            </a:solidFill>
          </a:ln>
        </p:spPr>
        <p:txBody>
          <a:bodyPr wrap="square" rtlCol="0" anchor="ctr" anchorCtr="1">
            <a:noAutofit/>
          </a:bodyPr>
          <a:lstStyle/>
          <a:p>
            <a:pPr algn="ctr"/>
            <a:r>
              <a:rPr lang="en-US" sz="1800" b="0" dirty="0" smtClean="0">
                <a:solidFill>
                  <a:schemeClr val="dk1"/>
                </a:solidFill>
                <a:latin typeface="Arial Narrow" pitchFamily="34" charset="0"/>
              </a:rPr>
              <a:t>Error Block (more</a:t>
            </a:r>
            <a:br>
              <a:rPr lang="en-US" sz="1800" b="0" dirty="0" smtClean="0">
                <a:solidFill>
                  <a:schemeClr val="dk1"/>
                </a:solidFill>
                <a:latin typeface="Arial Narrow" pitchFamily="34" charset="0"/>
              </a:rPr>
            </a:br>
            <a:r>
              <a:rPr lang="en-US" sz="1800" b="0" dirty="0" smtClean="0">
                <a:solidFill>
                  <a:schemeClr val="dk1"/>
                </a:solidFill>
                <a:latin typeface="Arial Narrow" pitchFamily="34" charset="0"/>
              </a:rPr>
              <a:t>details later)</a:t>
            </a:r>
          </a:p>
        </p:txBody>
      </p:sp>
      <p:cxnSp>
        <p:nvCxnSpPr>
          <p:cNvPr id="29" name="Straight Arrow Connector 28"/>
          <p:cNvCxnSpPr/>
          <p:nvPr/>
        </p:nvCxnSpPr>
        <p:spPr bwMode="auto">
          <a:xfrm rot="16200000" flipV="1">
            <a:off x="8039100" y="3162300"/>
            <a:ext cx="1066800" cy="76200"/>
          </a:xfrm>
          <a:prstGeom prst="straightConnector1">
            <a:avLst/>
          </a:prstGeom>
          <a:solidFill>
            <a:schemeClr val="accent1"/>
          </a:solidFill>
          <a:ln w="28575" cap="flat" cmpd="sng" algn="ctr">
            <a:solidFill>
              <a:schemeClr val="tx1"/>
            </a:solidFill>
            <a:prstDash val="solid"/>
            <a:round/>
            <a:headEnd type="none" w="sm" len="sm"/>
            <a:tailEnd type="arrow"/>
          </a:ln>
          <a:effectLst/>
        </p:spPr>
      </p:cxnSp>
      <p:pic>
        <p:nvPicPr>
          <p:cNvPr id="19" name="Animated Logo" descr="tilogo_color_twoline.png"/>
          <p:cNvPicPr>
            <a:picLocks noChangeAspect="1"/>
          </p:cNvPicPr>
          <p:nvPr/>
        </p:nvPicPr>
        <p:blipFill>
          <a:blip r:embed="rId2" cstate="print"/>
          <a:stretch>
            <a:fillRect/>
          </a:stretch>
        </p:blipFill>
        <p:spPr>
          <a:xfrm>
            <a:off x="50800" y="6477000"/>
            <a:ext cx="1438537" cy="347443"/>
          </a:xfrm>
          <a:prstGeom prst="rect">
            <a:avLst/>
          </a:prstGeom>
        </p:spPr>
      </p:pic>
    </p:spTree>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66"/>
        </a:solidFill>
        <a:effectLst/>
      </p:bgPr>
    </p:bg>
    <p:spTree>
      <p:nvGrpSpPr>
        <p:cNvPr id="1" name=""/>
        <p:cNvGrpSpPr/>
        <p:nvPr/>
      </p:nvGrpSpPr>
      <p:grpSpPr>
        <a:xfrm>
          <a:off x="0" y="0"/>
          <a:ext cx="0" cy="0"/>
          <a:chOff x="0" y="0"/>
          <a:chExt cx="0" cy="0"/>
        </a:xfrm>
      </p:grpSpPr>
      <p:sp>
        <p:nvSpPr>
          <p:cNvPr id="669704" name="Rectangle 8"/>
          <p:cNvSpPr>
            <a:spLocks noChangeArrowheads="1"/>
          </p:cNvSpPr>
          <p:nvPr/>
        </p:nvSpPr>
        <p:spPr bwMode="auto">
          <a:xfrm>
            <a:off x="304800" y="914400"/>
            <a:ext cx="5562600" cy="5410200"/>
          </a:xfrm>
          <a:prstGeom prst="rect">
            <a:avLst/>
          </a:prstGeom>
          <a:solidFill>
            <a:srgbClr val="92D050"/>
          </a:solidFill>
          <a:ln w="19050">
            <a:solidFill>
              <a:schemeClr val="tx1"/>
            </a:solidFill>
            <a:miter lim="800000"/>
            <a:headEnd type="none" w="sm" len="sm"/>
            <a:tailEnd type="none" w="sm" len="sm"/>
          </a:ln>
          <a:effectLst>
            <a:outerShdw blurRad="50800" dist="127000" dir="2700000" algn="tl" rotWithShape="0">
              <a:prstClr val="black">
                <a:alpha val="40000"/>
              </a:prstClr>
            </a:outerShdw>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pic>
        <p:nvPicPr>
          <p:cNvPr id="72706" name="Picture 2" descr="C:\Documents and Settings\a0159877\Desktop\250px-Operating_system_placement.svg.png"/>
          <p:cNvPicPr>
            <a:picLocks noChangeAspect="1" noChangeArrowheads="1"/>
          </p:cNvPicPr>
          <p:nvPr/>
        </p:nvPicPr>
        <p:blipFill>
          <a:blip r:embed="rId11" cstate="print"/>
          <a:srcRect/>
          <a:stretch>
            <a:fillRect/>
          </a:stretch>
        </p:blipFill>
        <p:spPr bwMode="auto">
          <a:xfrm>
            <a:off x="6160824" y="1153041"/>
            <a:ext cx="2819400" cy="4172713"/>
          </a:xfrm>
          <a:prstGeom prst="rect">
            <a:avLst/>
          </a:prstGeom>
          <a:noFill/>
        </p:spPr>
      </p:pic>
      <p:pic>
        <p:nvPicPr>
          <p:cNvPr id="11" name="Animated Logo" descr="tilogo_color_twoline.png"/>
          <p:cNvPicPr>
            <a:picLocks noChangeAspect="1"/>
          </p:cNvPicPr>
          <p:nvPr/>
        </p:nvPicPr>
        <p:blipFill>
          <a:blip r:embed="rId12" cstate="print"/>
          <a:stretch>
            <a:fillRect/>
          </a:stretch>
        </p:blipFill>
        <p:spPr>
          <a:xfrm>
            <a:off x="50800" y="6477000"/>
            <a:ext cx="1438537" cy="347443"/>
          </a:xfrm>
          <a:prstGeom prst="rect">
            <a:avLst/>
          </a:prstGeom>
        </p:spPr>
      </p:pic>
      <p:sp>
        <p:nvSpPr>
          <p:cNvPr id="41987" name="Rectangle 2"/>
          <p:cNvSpPr>
            <a:spLocks noGrp="1" noChangeArrowheads="1"/>
          </p:cNvSpPr>
          <p:nvPr>
            <p:ph type="title"/>
          </p:nvPr>
        </p:nvSpPr>
        <p:spPr/>
        <p:txBody>
          <a:bodyPr/>
          <a:lstStyle/>
          <a:p>
            <a:r>
              <a:rPr lang="en-US" smtClean="0">
                <a:solidFill>
                  <a:schemeClr val="tx1"/>
                </a:solidFill>
              </a:rPr>
              <a:t>Outline</a:t>
            </a:r>
          </a:p>
        </p:txBody>
      </p:sp>
      <p:sp>
        <p:nvSpPr>
          <p:cNvPr id="10" name="Text Box 4">
            <a:hlinkClick r:id="rId13" action="ppaction://hlinksldjump"/>
          </p:cNvPr>
          <p:cNvSpPr txBox="1">
            <a:spLocks noChangeArrowheads="1"/>
          </p:cNvSpPr>
          <p:nvPr>
            <p:custDataLst>
              <p:tags r:id="rId2"/>
            </p:custDataLst>
          </p:nvPr>
        </p:nvSpPr>
        <p:spPr bwMode="auto">
          <a:xfrm>
            <a:off x="301576" y="1018384"/>
            <a:ext cx="5543550" cy="476250"/>
          </a:xfrm>
          <a:prstGeom prst="rect">
            <a:avLst/>
          </a:prstGeom>
          <a:noFill/>
          <a:ln w="12700">
            <a:noFill/>
            <a:miter lim="800000"/>
            <a:headEnd type="none" w="sm" len="sm"/>
            <a:tailEnd type="none" w="sm" len="sm"/>
          </a:ln>
        </p:spPr>
        <p:txBody>
          <a:bodyPr>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Static vs. Dynamic</a:t>
            </a:r>
            <a:endParaRPr lang="en-US" sz="2800" dirty="0">
              <a:solidFill>
                <a:srgbClr val="000000"/>
              </a:solidFill>
            </a:endParaRPr>
          </a:p>
        </p:txBody>
      </p:sp>
      <p:sp>
        <p:nvSpPr>
          <p:cNvPr id="12" name="Text Box 4">
            <a:hlinkClick r:id="rId14" action="ppaction://hlinksldjump"/>
          </p:cNvPr>
          <p:cNvSpPr txBox="1">
            <a:spLocks noChangeArrowheads="1"/>
          </p:cNvSpPr>
          <p:nvPr>
            <p:custDataLst>
              <p:tags r:id="rId3"/>
            </p:custDataLst>
          </p:nvPr>
        </p:nvSpPr>
        <p:spPr bwMode="auto">
          <a:xfrm>
            <a:off x="301576" y="1593186"/>
            <a:ext cx="5543550" cy="476250"/>
          </a:xfrm>
          <a:prstGeom prst="rect">
            <a:avLst/>
          </a:prstGeom>
          <a:noFill/>
          <a:ln w="12700">
            <a:noFill/>
            <a:miter lim="800000"/>
            <a:headEnd type="none" w="sm" len="sm"/>
            <a:tailEnd type="none" w="sm" len="sm"/>
          </a:ln>
        </p:spPr>
        <p:txBody>
          <a:bodyPr>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Dynamic Memory Concepts</a:t>
            </a:r>
            <a:endParaRPr lang="en-US" sz="2800" dirty="0">
              <a:solidFill>
                <a:srgbClr val="000000"/>
              </a:solidFill>
            </a:endParaRPr>
          </a:p>
        </p:txBody>
      </p:sp>
      <p:sp>
        <p:nvSpPr>
          <p:cNvPr id="13" name="Text Box 6">
            <a:hlinkClick r:id="rId15" action="ppaction://hlinksldjump"/>
          </p:cNvPr>
          <p:cNvSpPr txBox="1">
            <a:spLocks noChangeArrowheads="1"/>
          </p:cNvSpPr>
          <p:nvPr>
            <p:custDataLst>
              <p:tags r:id="rId4"/>
            </p:custDataLst>
          </p:nvPr>
        </p:nvSpPr>
        <p:spPr bwMode="auto">
          <a:xfrm>
            <a:off x="769877" y="2141000"/>
            <a:ext cx="4868924" cy="387798"/>
          </a:xfrm>
          <a:prstGeom prst="rect">
            <a:avLst/>
          </a:prstGeom>
          <a:noFill/>
          <a:ln w="12700">
            <a:noFill/>
            <a:miter lim="800000"/>
            <a:headEnd type="none" w="sm" len="sm"/>
            <a:tailEnd type="none" w="sm" len="sm"/>
          </a:ln>
        </p:spPr>
        <p:txBody>
          <a:bodyPr wrap="square" tIns="27432" bIns="27432">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Using Dynamic Memory</a:t>
            </a:r>
            <a:endParaRPr lang="en-US" dirty="0">
              <a:solidFill>
                <a:srgbClr val="000000"/>
              </a:solidFill>
            </a:endParaRPr>
          </a:p>
        </p:txBody>
      </p:sp>
      <p:sp>
        <p:nvSpPr>
          <p:cNvPr id="14" name="Text Box 5">
            <a:hlinkClick r:id="rId16" action="ppaction://hlinksldjump"/>
          </p:cNvPr>
          <p:cNvSpPr txBox="1">
            <a:spLocks noChangeArrowheads="1"/>
          </p:cNvSpPr>
          <p:nvPr>
            <p:custDataLst>
              <p:tags r:id="rId5"/>
            </p:custDataLst>
          </p:nvPr>
        </p:nvSpPr>
        <p:spPr bwMode="auto">
          <a:xfrm>
            <a:off x="774000" y="2593314"/>
            <a:ext cx="4864800" cy="387798"/>
          </a:xfrm>
          <a:prstGeom prst="rect">
            <a:avLst/>
          </a:prstGeom>
          <a:solidFill>
            <a:schemeClr val="bg1"/>
          </a:solidFill>
          <a:ln w="19050">
            <a:solidFill>
              <a:schemeClr val="tx1"/>
            </a:solidFill>
            <a:miter lim="800000"/>
            <a:headEnd type="none" w="sm" len="sm"/>
            <a:tailEnd type="none" w="sm" len="sm"/>
          </a:ln>
        </p:spPr>
        <p:txBody>
          <a:bodyPr wrap="square" tIns="27432" bIns="27432">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Creating A Heap</a:t>
            </a:r>
            <a:endParaRPr lang="en-US" dirty="0">
              <a:solidFill>
                <a:srgbClr val="000000"/>
              </a:solidFill>
            </a:endParaRPr>
          </a:p>
        </p:txBody>
      </p:sp>
      <p:sp>
        <p:nvSpPr>
          <p:cNvPr id="15" name="Text Box 4">
            <a:hlinkClick r:id="rId17" action="ppaction://hlinksldjump"/>
          </p:cNvPr>
          <p:cNvSpPr txBox="1">
            <a:spLocks noChangeArrowheads="1"/>
          </p:cNvSpPr>
          <p:nvPr>
            <p:custDataLst>
              <p:tags r:id="rId6"/>
            </p:custDataLst>
          </p:nvPr>
        </p:nvSpPr>
        <p:spPr bwMode="auto">
          <a:xfrm>
            <a:off x="301576" y="3072616"/>
            <a:ext cx="5543550" cy="476250"/>
          </a:xfrm>
          <a:prstGeom prst="rect">
            <a:avLst/>
          </a:prstGeom>
          <a:noFill/>
          <a:ln w="12700">
            <a:noFill/>
            <a:miter lim="800000"/>
            <a:headEnd type="none" w="sm" len="sm"/>
            <a:tailEnd type="none" w="sm" len="sm"/>
          </a:ln>
        </p:spPr>
        <p:txBody>
          <a:bodyPr>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Different Types of Heaps</a:t>
            </a:r>
            <a:endParaRPr lang="en-US" sz="2800" dirty="0">
              <a:solidFill>
                <a:srgbClr val="000000"/>
              </a:solidFill>
            </a:endParaRPr>
          </a:p>
        </p:txBody>
      </p:sp>
      <p:sp>
        <p:nvSpPr>
          <p:cNvPr id="16" name="Text Box 4">
            <a:hlinkClick r:id="rId18" action="ppaction://hlinksldjump"/>
          </p:cNvPr>
          <p:cNvSpPr txBox="1">
            <a:spLocks noChangeArrowheads="1"/>
          </p:cNvSpPr>
          <p:nvPr>
            <p:custDataLst>
              <p:tags r:id="rId7"/>
            </p:custDataLst>
          </p:nvPr>
        </p:nvSpPr>
        <p:spPr bwMode="auto">
          <a:xfrm>
            <a:off x="301576" y="3647418"/>
            <a:ext cx="5543550" cy="476250"/>
          </a:xfrm>
          <a:prstGeom prst="rect">
            <a:avLst/>
          </a:prstGeom>
          <a:noFill/>
          <a:ln w="12700">
            <a:noFill/>
            <a:miter lim="800000"/>
            <a:headEnd type="none" w="sm" len="sm"/>
            <a:tailEnd type="none" w="sm" len="sm"/>
          </a:ln>
        </p:spPr>
        <p:txBody>
          <a:bodyPr>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Dynamic Module Creation</a:t>
            </a:r>
            <a:endParaRPr lang="en-US" sz="2800" dirty="0">
              <a:solidFill>
                <a:srgbClr val="000000"/>
              </a:solidFill>
            </a:endParaRPr>
          </a:p>
        </p:txBody>
      </p:sp>
      <p:sp>
        <p:nvSpPr>
          <p:cNvPr id="17" name="Text Box 4">
            <a:hlinkClick r:id="rId19" action="ppaction://hlinksldjump"/>
          </p:cNvPr>
          <p:cNvSpPr txBox="1">
            <a:spLocks noChangeArrowheads="1"/>
          </p:cNvSpPr>
          <p:nvPr>
            <p:custDataLst>
              <p:tags r:id="rId8"/>
            </p:custDataLst>
          </p:nvPr>
        </p:nvSpPr>
        <p:spPr bwMode="auto">
          <a:xfrm>
            <a:off x="301576" y="4222220"/>
            <a:ext cx="5543550" cy="476250"/>
          </a:xfrm>
          <a:prstGeom prst="rect">
            <a:avLst/>
          </a:prstGeom>
          <a:noFill/>
          <a:ln w="12700">
            <a:noFill/>
            <a:miter lim="800000"/>
            <a:headEnd type="none" w="sm" len="sm"/>
            <a:tailEnd type="none" w="sm" len="sm"/>
          </a:ln>
        </p:spPr>
        <p:txBody>
          <a:bodyPr>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Custom Section Placement</a:t>
            </a:r>
            <a:endParaRPr lang="en-US" sz="2800" dirty="0">
              <a:solidFill>
                <a:srgbClr val="000000"/>
              </a:solidFill>
            </a:endParaRPr>
          </a:p>
        </p:txBody>
      </p:sp>
      <p:sp>
        <p:nvSpPr>
          <p:cNvPr id="18" name="Text Box 4">
            <a:hlinkClick r:id="rId20" action="ppaction://hlinksldjump"/>
          </p:cNvPr>
          <p:cNvSpPr txBox="1">
            <a:spLocks noChangeArrowheads="1"/>
          </p:cNvSpPr>
          <p:nvPr>
            <p:custDataLst>
              <p:tags r:id="rId9"/>
            </p:custDataLst>
          </p:nvPr>
        </p:nvSpPr>
        <p:spPr bwMode="auto">
          <a:xfrm>
            <a:off x="301576" y="4797022"/>
            <a:ext cx="5543550" cy="476250"/>
          </a:xfrm>
          <a:prstGeom prst="rect">
            <a:avLst/>
          </a:prstGeom>
          <a:noFill/>
          <a:ln w="12700">
            <a:noFill/>
            <a:miter lim="800000"/>
            <a:headEnd type="none" w="sm" len="sm"/>
            <a:tailEnd type="none" w="sm" len="sm"/>
          </a:ln>
        </p:spPr>
        <p:txBody>
          <a:bodyPr>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Lab</a:t>
            </a:r>
            <a:endParaRPr lang="en-US" sz="2800" dirty="0">
              <a:solidFill>
                <a:srgbClr val="000000"/>
              </a:solidFill>
            </a:endParaRPr>
          </a:p>
        </p:txBody>
      </p:sp>
    </p:spTree>
    <p:custDataLst>
      <p:tags r:id="rId1"/>
    </p:custDataLst>
    <p:extLst>
      <p:ext uri="{BB962C8B-B14F-4D97-AF65-F5344CB8AC3E}">
        <p14:creationId xmlns:p14="http://schemas.microsoft.com/office/powerpoint/2010/main" val="3620490153"/>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6" name="Picture 4" descr="C:\Users\a0159877\AppData\Local\Temp\SNAGHTML258d60.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2655" y="3533902"/>
            <a:ext cx="2752927" cy="3072463"/>
          </a:xfrm>
          <a:prstGeom prst="rect">
            <a:avLst/>
          </a:prstGeom>
          <a:noFill/>
          <a:extLst>
            <a:ext uri="{909E8E84-426E-40DD-AFC4-6F175D3DCCD1}">
              <a14:hiddenFill xmlns:a14="http://schemas.microsoft.com/office/drawing/2010/main">
                <a:solidFill>
                  <a:srgbClr val="FFFFFF"/>
                </a:solidFill>
              </a14:hiddenFill>
            </a:ext>
          </a:extLst>
        </p:spPr>
      </p:pic>
      <p:sp>
        <p:nvSpPr>
          <p:cNvPr id="16386" name="Rectangle 2"/>
          <p:cNvSpPr>
            <a:spLocks noGrp="1" noChangeArrowheads="1"/>
          </p:cNvSpPr>
          <p:nvPr>
            <p:ph type="title"/>
          </p:nvPr>
        </p:nvSpPr>
        <p:spPr/>
        <p:txBody>
          <a:bodyPr/>
          <a:lstStyle/>
          <a:p>
            <a:r>
              <a:rPr lang="en-US" dirty="0" smtClean="0"/>
              <a:t>Creating A Heap (</a:t>
            </a:r>
            <a:r>
              <a:rPr lang="en-US" dirty="0" err="1" smtClean="0"/>
              <a:t>HeapMem</a:t>
            </a:r>
            <a:r>
              <a:rPr lang="en-US" dirty="0" smtClean="0"/>
              <a:t>)</a:t>
            </a:r>
          </a:p>
        </p:txBody>
      </p:sp>
      <p:sp>
        <p:nvSpPr>
          <p:cNvPr id="368651" name="Oval 11"/>
          <p:cNvSpPr>
            <a:spLocks noChangeArrowheads="1"/>
          </p:cNvSpPr>
          <p:nvPr/>
        </p:nvSpPr>
        <p:spPr bwMode="auto">
          <a:xfrm>
            <a:off x="228600" y="609600"/>
            <a:ext cx="381000" cy="381000"/>
          </a:xfrm>
          <a:prstGeom prst="ellipse">
            <a:avLst/>
          </a:prstGeom>
          <a:solidFill>
            <a:schemeClr val="hlink"/>
          </a:solidFill>
          <a:ln w="12700">
            <a:solidFill>
              <a:schemeClr val="tx1"/>
            </a:solidFill>
            <a:round/>
            <a:headEnd/>
            <a:tailEnd/>
          </a:ln>
          <a:effectLst/>
        </p:spPr>
        <p:txBody>
          <a:bodyPr wrap="none" anchor="ctr">
            <a:spAutoFit/>
          </a:bodyPr>
          <a:lstStyle/>
          <a:p>
            <a:pPr>
              <a:defRPr/>
            </a:pPr>
            <a:endParaRPr lang="en-US">
              <a:solidFill>
                <a:srgbClr val="000000"/>
              </a:solidFill>
              <a:effectLst>
                <a:outerShdw blurRad="38100" dist="38100" dir="2700000" algn="tl">
                  <a:srgbClr val="000000">
                    <a:alpha val="43137"/>
                  </a:srgbClr>
                </a:outerShdw>
              </a:effectLst>
            </a:endParaRPr>
          </a:p>
        </p:txBody>
      </p:sp>
      <p:sp>
        <p:nvSpPr>
          <p:cNvPr id="16389" name="Text Box 12"/>
          <p:cNvSpPr txBox="1">
            <a:spLocks noChangeArrowheads="1"/>
          </p:cNvSpPr>
          <p:nvPr/>
        </p:nvSpPr>
        <p:spPr bwMode="auto">
          <a:xfrm>
            <a:off x="247650" y="615950"/>
            <a:ext cx="354013" cy="384175"/>
          </a:xfrm>
          <a:prstGeom prst="rect">
            <a:avLst/>
          </a:prstGeom>
          <a:noFill/>
          <a:ln w="12700">
            <a:noFill/>
            <a:miter lim="800000"/>
            <a:headEnd/>
            <a:tailEnd/>
          </a:ln>
        </p:spPr>
        <p:txBody>
          <a:bodyPr wrap="none">
            <a:spAutoFit/>
          </a:bodyPr>
          <a:lstStyle/>
          <a:p>
            <a:r>
              <a:rPr lang="en-US">
                <a:solidFill>
                  <a:srgbClr val="000000"/>
                </a:solidFill>
              </a:rPr>
              <a:t>1</a:t>
            </a:r>
          </a:p>
        </p:txBody>
      </p:sp>
      <p:sp>
        <p:nvSpPr>
          <p:cNvPr id="16390" name="Text Box 13"/>
          <p:cNvSpPr txBox="1">
            <a:spLocks noChangeArrowheads="1"/>
          </p:cNvSpPr>
          <p:nvPr/>
        </p:nvSpPr>
        <p:spPr bwMode="auto">
          <a:xfrm>
            <a:off x="641350" y="654050"/>
            <a:ext cx="3680816" cy="344710"/>
          </a:xfrm>
          <a:prstGeom prst="rect">
            <a:avLst/>
          </a:prstGeom>
          <a:noFill/>
          <a:ln w="12700">
            <a:noFill/>
            <a:miter lim="800000"/>
            <a:headEnd/>
            <a:tailEnd/>
          </a:ln>
        </p:spPr>
        <p:txBody>
          <a:bodyPr wrap="none">
            <a:spAutoFit/>
          </a:bodyPr>
          <a:lstStyle/>
          <a:p>
            <a:r>
              <a:rPr lang="en-US" sz="2000" dirty="0" smtClean="0">
                <a:solidFill>
                  <a:srgbClr val="000000"/>
                </a:solidFill>
                <a:latin typeface="Calibri" pitchFamily="34" charset="0"/>
                <a:cs typeface="Calibri" pitchFamily="34" charset="0"/>
              </a:rPr>
              <a:t>Use </a:t>
            </a:r>
            <a:r>
              <a:rPr lang="en-US" sz="2000" dirty="0" err="1" smtClean="0">
                <a:solidFill>
                  <a:srgbClr val="000000"/>
                </a:solidFill>
                <a:latin typeface="Calibri" pitchFamily="34" charset="0"/>
                <a:cs typeface="Calibri" pitchFamily="34" charset="0"/>
              </a:rPr>
              <a:t>HeapMem</a:t>
            </a:r>
            <a:r>
              <a:rPr lang="en-US" sz="2000" dirty="0" smtClean="0">
                <a:solidFill>
                  <a:srgbClr val="000000"/>
                </a:solidFill>
                <a:latin typeface="Calibri" pitchFamily="34" charset="0"/>
                <a:cs typeface="Calibri" pitchFamily="34" charset="0"/>
              </a:rPr>
              <a:t> </a:t>
            </a:r>
            <a:r>
              <a:rPr lang="en-US" sz="1800" b="0" i="1" dirty="0" smtClean="0">
                <a:solidFill>
                  <a:srgbClr val="000000"/>
                </a:solidFill>
                <a:latin typeface="Calibri" pitchFamily="34" charset="0"/>
                <a:cs typeface="Calibri" pitchFamily="34" charset="0"/>
              </a:rPr>
              <a:t>(Available Products)</a:t>
            </a:r>
            <a:endParaRPr lang="en-US" sz="1800" b="0" i="1" dirty="0">
              <a:solidFill>
                <a:srgbClr val="000000"/>
              </a:solidFill>
              <a:latin typeface="Calibri" pitchFamily="34" charset="0"/>
              <a:cs typeface="Calibri" pitchFamily="34" charset="0"/>
            </a:endParaRPr>
          </a:p>
        </p:txBody>
      </p:sp>
      <p:sp>
        <p:nvSpPr>
          <p:cNvPr id="39" name="Oval 11"/>
          <p:cNvSpPr>
            <a:spLocks noChangeArrowheads="1"/>
          </p:cNvSpPr>
          <p:nvPr/>
        </p:nvSpPr>
        <p:spPr bwMode="auto">
          <a:xfrm>
            <a:off x="228600" y="2829373"/>
            <a:ext cx="381000" cy="381000"/>
          </a:xfrm>
          <a:prstGeom prst="ellipse">
            <a:avLst/>
          </a:prstGeom>
          <a:solidFill>
            <a:schemeClr val="hlink"/>
          </a:solidFill>
          <a:ln w="12700">
            <a:solidFill>
              <a:schemeClr val="tx1"/>
            </a:solidFill>
            <a:round/>
            <a:headEnd/>
            <a:tailEnd/>
          </a:ln>
          <a:effectLst/>
        </p:spPr>
        <p:txBody>
          <a:bodyPr wrap="none" anchor="ctr">
            <a:spAutoFit/>
          </a:bodyPr>
          <a:lstStyle/>
          <a:p>
            <a:pPr>
              <a:defRPr/>
            </a:pPr>
            <a:endParaRPr lang="en-US">
              <a:solidFill>
                <a:srgbClr val="000000"/>
              </a:solidFill>
              <a:effectLst>
                <a:outerShdw blurRad="38100" dist="38100" dir="2700000" algn="tl">
                  <a:srgbClr val="000000">
                    <a:alpha val="43137"/>
                  </a:srgbClr>
                </a:outerShdw>
              </a:effectLst>
            </a:endParaRPr>
          </a:p>
        </p:txBody>
      </p:sp>
      <p:sp>
        <p:nvSpPr>
          <p:cNvPr id="40" name="Text Box 12"/>
          <p:cNvSpPr txBox="1">
            <a:spLocks noChangeArrowheads="1"/>
          </p:cNvSpPr>
          <p:nvPr/>
        </p:nvSpPr>
        <p:spPr bwMode="auto">
          <a:xfrm>
            <a:off x="247650" y="2835723"/>
            <a:ext cx="354013" cy="384175"/>
          </a:xfrm>
          <a:prstGeom prst="rect">
            <a:avLst/>
          </a:prstGeom>
          <a:noFill/>
          <a:ln w="12700">
            <a:noFill/>
            <a:miter lim="800000"/>
            <a:headEnd/>
            <a:tailEnd/>
          </a:ln>
        </p:spPr>
        <p:txBody>
          <a:bodyPr wrap="none">
            <a:spAutoFit/>
          </a:bodyPr>
          <a:lstStyle/>
          <a:p>
            <a:r>
              <a:rPr lang="en-US" dirty="0" smtClean="0">
                <a:solidFill>
                  <a:srgbClr val="000000"/>
                </a:solidFill>
              </a:rPr>
              <a:t>2</a:t>
            </a:r>
            <a:endParaRPr lang="en-US" dirty="0">
              <a:solidFill>
                <a:srgbClr val="000000"/>
              </a:solidFill>
            </a:endParaRPr>
          </a:p>
        </p:txBody>
      </p:sp>
      <p:sp>
        <p:nvSpPr>
          <p:cNvPr id="41" name="Text Box 13"/>
          <p:cNvSpPr txBox="1">
            <a:spLocks noChangeArrowheads="1"/>
          </p:cNvSpPr>
          <p:nvPr/>
        </p:nvSpPr>
        <p:spPr bwMode="auto">
          <a:xfrm>
            <a:off x="641350" y="2873823"/>
            <a:ext cx="5608908" cy="344710"/>
          </a:xfrm>
          <a:prstGeom prst="rect">
            <a:avLst/>
          </a:prstGeom>
          <a:noFill/>
          <a:ln w="12700">
            <a:noFill/>
            <a:miter lim="800000"/>
            <a:headEnd/>
            <a:tailEnd/>
          </a:ln>
        </p:spPr>
        <p:txBody>
          <a:bodyPr wrap="none">
            <a:spAutoFit/>
          </a:bodyPr>
          <a:lstStyle/>
          <a:p>
            <a:r>
              <a:rPr lang="en-US" sz="2000" dirty="0" smtClean="0">
                <a:solidFill>
                  <a:srgbClr val="000000"/>
                </a:solidFill>
                <a:latin typeface="Calibri" pitchFamily="34" charset="0"/>
                <a:cs typeface="Calibri" pitchFamily="34" charset="0"/>
              </a:rPr>
              <a:t>Create </a:t>
            </a:r>
            <a:r>
              <a:rPr lang="en-US" sz="2000" dirty="0" err="1" smtClean="0">
                <a:solidFill>
                  <a:srgbClr val="000000"/>
                </a:solidFill>
                <a:latin typeface="Calibri" pitchFamily="34" charset="0"/>
                <a:cs typeface="Calibri" pitchFamily="34" charset="0"/>
              </a:rPr>
              <a:t>HeapMem</a:t>
            </a:r>
            <a:r>
              <a:rPr lang="en-US" sz="2000" dirty="0" smtClean="0">
                <a:solidFill>
                  <a:srgbClr val="000000"/>
                </a:solidFill>
                <a:latin typeface="Calibri" pitchFamily="34" charset="0"/>
                <a:cs typeface="Calibri" pitchFamily="34" charset="0"/>
              </a:rPr>
              <a:t> (</a:t>
            </a:r>
            <a:r>
              <a:rPr lang="en-US" sz="2000" dirty="0" err="1" smtClean="0">
                <a:solidFill>
                  <a:srgbClr val="000000"/>
                </a:solidFill>
                <a:latin typeface="Calibri" pitchFamily="34" charset="0"/>
                <a:cs typeface="Calibri" pitchFamily="34" charset="0"/>
              </a:rPr>
              <a:t>myHeap</a:t>
            </a:r>
            <a:r>
              <a:rPr lang="en-US" sz="2000" dirty="0" smtClean="0">
                <a:solidFill>
                  <a:srgbClr val="000000"/>
                </a:solidFill>
                <a:latin typeface="Calibri" pitchFamily="34" charset="0"/>
                <a:cs typeface="Calibri" pitchFamily="34" charset="0"/>
              </a:rPr>
              <a:t>):  </a:t>
            </a:r>
            <a:r>
              <a:rPr lang="en-US" sz="2000" b="0" dirty="0" smtClean="0">
                <a:solidFill>
                  <a:srgbClr val="000000"/>
                </a:solidFill>
                <a:latin typeface="Calibri" pitchFamily="34" charset="0"/>
                <a:cs typeface="Calibri" pitchFamily="34" charset="0"/>
              </a:rPr>
              <a:t>size, alignment, name</a:t>
            </a:r>
            <a:endParaRPr lang="en-US" sz="2000" b="0" dirty="0">
              <a:solidFill>
                <a:srgbClr val="000000"/>
              </a:solidFill>
              <a:latin typeface="Calibri" pitchFamily="34" charset="0"/>
              <a:cs typeface="Calibri" pitchFamily="34" charset="0"/>
            </a:endParaRPr>
          </a:p>
        </p:txBody>
      </p:sp>
      <p:sp>
        <p:nvSpPr>
          <p:cNvPr id="17" name="TextBox 16"/>
          <p:cNvSpPr txBox="1"/>
          <p:nvPr/>
        </p:nvSpPr>
        <p:spPr>
          <a:xfrm>
            <a:off x="4582677" y="5201012"/>
            <a:ext cx="4139275" cy="338554"/>
          </a:xfrm>
          <a:prstGeom prst="rect">
            <a:avLst/>
          </a:prstGeom>
          <a:solidFill>
            <a:schemeClr val="accent5">
              <a:lumMod val="20000"/>
              <a:lumOff val="80000"/>
            </a:schemeClr>
          </a:solidFill>
          <a:ln w="9525">
            <a:solidFill>
              <a:schemeClr val="tx1"/>
            </a:solidFill>
          </a:ln>
          <a:effectLst>
            <a:outerShdw blurRad="50800" dist="76200" dir="2700000" algn="tl" rotWithShape="0">
              <a:prstClr val="black">
                <a:alpha val="40000"/>
              </a:prstClr>
            </a:outerShdw>
          </a:effectLst>
        </p:spPr>
        <p:txBody>
          <a:bodyPr wrap="none" rtlCol="0">
            <a:spAutoFit/>
          </a:bodyPr>
          <a:lstStyle/>
          <a:p>
            <a:r>
              <a:rPr lang="en-US" sz="2000" b="0" dirty="0" smtClean="0">
                <a:latin typeface="Arial Narrow" pitchFamily="34" charset="0"/>
              </a:rPr>
              <a:t>buf1 = </a:t>
            </a:r>
            <a:r>
              <a:rPr lang="en-US" sz="2000" b="0" dirty="0" err="1" smtClean="0">
                <a:latin typeface="Arial Narrow" pitchFamily="34" charset="0"/>
              </a:rPr>
              <a:t>Memory_alloc</a:t>
            </a:r>
            <a:r>
              <a:rPr lang="en-US" sz="2000" b="0" dirty="0" smtClean="0">
                <a:latin typeface="Arial Narrow" pitchFamily="34" charset="0"/>
              </a:rPr>
              <a:t>(</a:t>
            </a:r>
            <a:r>
              <a:rPr lang="en-US" sz="2000" b="0" dirty="0" err="1" smtClean="0">
                <a:latin typeface="Arial Narrow" pitchFamily="34" charset="0"/>
              </a:rPr>
              <a:t>myHeap</a:t>
            </a:r>
            <a:r>
              <a:rPr lang="en-US" sz="2000" b="0" dirty="0" smtClean="0">
                <a:latin typeface="Arial Narrow" pitchFamily="34" charset="0"/>
              </a:rPr>
              <a:t>, 64, 0, &amp;</a:t>
            </a:r>
            <a:r>
              <a:rPr lang="en-US" sz="2000" b="0" dirty="0" err="1" smtClean="0">
                <a:latin typeface="Arial Narrow" pitchFamily="34" charset="0"/>
              </a:rPr>
              <a:t>eb</a:t>
            </a:r>
            <a:r>
              <a:rPr lang="en-US" sz="2000" b="0" dirty="0" smtClean="0">
                <a:latin typeface="Arial Narrow" pitchFamily="34" charset="0"/>
              </a:rPr>
              <a:t>)</a:t>
            </a:r>
            <a:endParaRPr lang="en-US" sz="2000" b="0" dirty="0">
              <a:latin typeface="Arial Narrow" pitchFamily="34" charset="0"/>
            </a:endParaRPr>
          </a:p>
        </p:txBody>
      </p:sp>
      <p:sp>
        <p:nvSpPr>
          <p:cNvPr id="18" name="TextBox 17"/>
          <p:cNvSpPr txBox="1"/>
          <p:nvPr/>
        </p:nvSpPr>
        <p:spPr>
          <a:xfrm>
            <a:off x="4572000" y="3505201"/>
            <a:ext cx="4114800" cy="1066800"/>
          </a:xfrm>
          <a:prstGeom prst="rect">
            <a:avLst/>
          </a:prstGeom>
          <a:solidFill>
            <a:schemeClr val="accent4">
              <a:lumMod val="20000"/>
              <a:lumOff val="80000"/>
            </a:schemeClr>
          </a:solidFill>
          <a:ln w="3175">
            <a:solidFill>
              <a:srgbClr val="C0C0C0"/>
            </a:solidFill>
          </a:ln>
          <a:effectLst>
            <a:outerShdw blurRad="50800" dist="88900" dir="2700000" algn="tl" rotWithShape="0">
              <a:prstClr val="black">
                <a:alpha val="40000"/>
              </a:prstClr>
            </a:outerShdw>
          </a:effectLst>
        </p:spPr>
        <p:txBody>
          <a:bodyPr wrap="none" tIns="91440" bIns="91440" rtlCol="0" anchor="ctr" anchorCtr="1">
            <a:noAutofit/>
          </a:bodyPr>
          <a:lstStyle/>
          <a:p>
            <a:pPr>
              <a:lnSpc>
                <a:spcPct val="60000"/>
              </a:lnSpc>
            </a:pPr>
            <a:r>
              <a:rPr lang="en-US" sz="2000" b="0" dirty="0" err="1" smtClean="0">
                <a:latin typeface="Arial Narrow" pitchFamily="34" charset="0"/>
              </a:rPr>
              <a:t>HeapMem_Params_init</a:t>
            </a:r>
            <a:r>
              <a:rPr lang="en-US" sz="2000" b="0" dirty="0" smtClean="0">
                <a:latin typeface="Arial Narrow" pitchFamily="34" charset="0"/>
              </a:rPr>
              <a:t>(&amp;</a:t>
            </a:r>
            <a:r>
              <a:rPr lang="en-US" sz="2000" b="0" dirty="0" err="1" smtClean="0">
                <a:latin typeface="Arial Narrow" pitchFamily="34" charset="0"/>
              </a:rPr>
              <a:t>prms</a:t>
            </a:r>
            <a:r>
              <a:rPr lang="en-US" sz="2000" b="0" dirty="0" smtClean="0">
                <a:latin typeface="Arial Narrow" pitchFamily="34" charset="0"/>
              </a:rPr>
              <a:t>);</a:t>
            </a:r>
          </a:p>
          <a:p>
            <a:pPr>
              <a:lnSpc>
                <a:spcPct val="60000"/>
              </a:lnSpc>
            </a:pPr>
            <a:r>
              <a:rPr lang="en-US" sz="2000" b="0" dirty="0" err="1" smtClean="0">
                <a:latin typeface="Arial Narrow" pitchFamily="34" charset="0"/>
              </a:rPr>
              <a:t>prms.size</a:t>
            </a:r>
            <a:r>
              <a:rPr lang="en-US" sz="2000" b="0" dirty="0" smtClean="0">
                <a:latin typeface="Arial Narrow" pitchFamily="34" charset="0"/>
              </a:rPr>
              <a:t> = 256;</a:t>
            </a:r>
          </a:p>
          <a:p>
            <a:pPr>
              <a:lnSpc>
                <a:spcPct val="60000"/>
              </a:lnSpc>
            </a:pPr>
            <a:r>
              <a:rPr lang="en-US" sz="2000" b="0" dirty="0" err="1" smtClean="0">
                <a:latin typeface="Arial Narrow" pitchFamily="34" charset="0"/>
              </a:rPr>
              <a:t>myHeap</a:t>
            </a:r>
            <a:r>
              <a:rPr lang="en-US" sz="2000" b="0" dirty="0" smtClean="0">
                <a:latin typeface="Arial Narrow" pitchFamily="34" charset="0"/>
              </a:rPr>
              <a:t> = </a:t>
            </a:r>
            <a:r>
              <a:rPr lang="en-US" sz="2000" b="0" dirty="0" err="1" smtClean="0">
                <a:solidFill>
                  <a:schemeClr val="tx2"/>
                </a:solidFill>
                <a:latin typeface="Arial Narrow" pitchFamily="34" charset="0"/>
              </a:rPr>
              <a:t>HeapMem_create</a:t>
            </a:r>
            <a:r>
              <a:rPr lang="en-US" sz="2000" b="0" dirty="0" smtClean="0">
                <a:latin typeface="Arial Narrow" pitchFamily="34" charset="0"/>
              </a:rPr>
              <a:t>(&amp;</a:t>
            </a:r>
            <a:r>
              <a:rPr lang="en-US" sz="2000" b="0" dirty="0" err="1" smtClean="0">
                <a:latin typeface="Arial Narrow" pitchFamily="34" charset="0"/>
              </a:rPr>
              <a:t>prms</a:t>
            </a:r>
            <a:r>
              <a:rPr lang="en-US" sz="2000" b="0" dirty="0" smtClean="0">
                <a:latin typeface="Arial Narrow" pitchFamily="34" charset="0"/>
              </a:rPr>
              <a:t>, &amp;</a:t>
            </a:r>
            <a:r>
              <a:rPr lang="en-US" sz="2000" b="0" dirty="0" err="1" smtClean="0">
                <a:latin typeface="Arial Narrow" pitchFamily="34" charset="0"/>
              </a:rPr>
              <a:t>eb</a:t>
            </a:r>
            <a:r>
              <a:rPr lang="en-US" sz="2000" b="0" dirty="0" smtClean="0">
                <a:latin typeface="Arial Narrow" pitchFamily="34" charset="0"/>
              </a:rPr>
              <a:t>);</a:t>
            </a:r>
            <a:endParaRPr lang="en-US" sz="2000" b="0" dirty="0">
              <a:latin typeface="Arial Narrow" pitchFamily="34" charset="0"/>
            </a:endParaRPr>
          </a:p>
        </p:txBody>
      </p:sp>
      <p:sp>
        <p:nvSpPr>
          <p:cNvPr id="21" name="TextBox 20"/>
          <p:cNvSpPr txBox="1"/>
          <p:nvPr/>
        </p:nvSpPr>
        <p:spPr>
          <a:xfrm>
            <a:off x="3723098" y="3928733"/>
            <a:ext cx="825867" cy="338554"/>
          </a:xfrm>
          <a:prstGeom prst="rect">
            <a:avLst/>
          </a:prstGeom>
          <a:noFill/>
        </p:spPr>
        <p:txBody>
          <a:bodyPr wrap="none" rtlCol="0">
            <a:spAutoFit/>
          </a:bodyPr>
          <a:lstStyle/>
          <a:p>
            <a:r>
              <a:rPr lang="en-US" sz="2000" b="0" dirty="0" smtClean="0"/>
              <a:t>OR…</a:t>
            </a:r>
            <a:endParaRPr lang="en-US" sz="2000" b="0" dirty="0"/>
          </a:p>
        </p:txBody>
      </p:sp>
      <p:sp>
        <p:nvSpPr>
          <p:cNvPr id="24" name="TextBox 23"/>
          <p:cNvSpPr txBox="1"/>
          <p:nvPr/>
        </p:nvSpPr>
        <p:spPr>
          <a:xfrm>
            <a:off x="1655662" y="3221667"/>
            <a:ext cx="895310" cy="395173"/>
          </a:xfrm>
          <a:prstGeom prst="rect">
            <a:avLst/>
          </a:prstGeom>
          <a:noFill/>
        </p:spPr>
        <p:txBody>
          <a:bodyPr wrap="none" rtlCol="0">
            <a:spAutoFit/>
          </a:bodyPr>
          <a:lstStyle/>
          <a:p>
            <a:r>
              <a:rPr lang="en-US" dirty="0" smtClean="0">
                <a:solidFill>
                  <a:schemeClr val="tx2"/>
                </a:solidFill>
                <a:latin typeface="Calibri" pitchFamily="34" charset="0"/>
                <a:cs typeface="Calibri" pitchFamily="34" charset="0"/>
              </a:rPr>
              <a:t>Static</a:t>
            </a:r>
            <a:endParaRPr lang="en-US" dirty="0">
              <a:solidFill>
                <a:schemeClr val="tx2"/>
              </a:solidFill>
              <a:latin typeface="Calibri" pitchFamily="34" charset="0"/>
              <a:cs typeface="Calibri" pitchFamily="34" charset="0"/>
            </a:endParaRPr>
          </a:p>
        </p:txBody>
      </p:sp>
      <p:sp>
        <p:nvSpPr>
          <p:cNvPr id="25" name="TextBox 24"/>
          <p:cNvSpPr txBox="1"/>
          <p:nvPr/>
        </p:nvSpPr>
        <p:spPr>
          <a:xfrm>
            <a:off x="5943600" y="3174167"/>
            <a:ext cx="1295547" cy="395173"/>
          </a:xfrm>
          <a:prstGeom prst="rect">
            <a:avLst/>
          </a:prstGeom>
          <a:noFill/>
        </p:spPr>
        <p:txBody>
          <a:bodyPr wrap="none" rtlCol="0">
            <a:spAutoFit/>
          </a:bodyPr>
          <a:lstStyle/>
          <a:p>
            <a:r>
              <a:rPr lang="en-US" dirty="0" smtClean="0">
                <a:solidFill>
                  <a:schemeClr val="tx2"/>
                </a:solidFill>
                <a:latin typeface="Calibri" pitchFamily="34" charset="0"/>
                <a:cs typeface="Calibri" pitchFamily="34" charset="0"/>
              </a:rPr>
              <a:t>Dynamic</a:t>
            </a:r>
            <a:endParaRPr lang="en-US" dirty="0">
              <a:solidFill>
                <a:schemeClr val="tx2"/>
              </a:solidFill>
              <a:latin typeface="Calibri" pitchFamily="34" charset="0"/>
              <a:cs typeface="Calibri" pitchFamily="34" charset="0"/>
            </a:endParaRPr>
          </a:p>
        </p:txBody>
      </p:sp>
      <p:sp>
        <p:nvSpPr>
          <p:cNvPr id="26" name="TextBox 25"/>
          <p:cNvSpPr txBox="1"/>
          <p:nvPr/>
        </p:nvSpPr>
        <p:spPr>
          <a:xfrm>
            <a:off x="6054689" y="4864399"/>
            <a:ext cx="958789" cy="395173"/>
          </a:xfrm>
          <a:prstGeom prst="rect">
            <a:avLst/>
          </a:prstGeom>
          <a:noFill/>
        </p:spPr>
        <p:txBody>
          <a:bodyPr wrap="none" rtlCol="0">
            <a:spAutoFit/>
          </a:bodyPr>
          <a:lstStyle/>
          <a:p>
            <a:r>
              <a:rPr lang="en-US" dirty="0" smtClean="0">
                <a:solidFill>
                  <a:schemeClr val="tx2"/>
                </a:solidFill>
                <a:latin typeface="Calibri" pitchFamily="34" charset="0"/>
                <a:cs typeface="Calibri" pitchFamily="34" charset="0"/>
              </a:rPr>
              <a:t>Usage</a:t>
            </a:r>
            <a:endParaRPr lang="en-US" dirty="0">
              <a:solidFill>
                <a:schemeClr val="tx2"/>
              </a:solidFill>
              <a:latin typeface="Calibri" pitchFamily="34" charset="0"/>
              <a:cs typeface="Calibri" pitchFamily="34" charset="0"/>
            </a:endParaRPr>
          </a:p>
        </p:txBody>
      </p:sp>
      <p:sp>
        <p:nvSpPr>
          <p:cNvPr id="20" name="TextBox 19"/>
          <p:cNvSpPr txBox="1"/>
          <p:nvPr/>
        </p:nvSpPr>
        <p:spPr>
          <a:xfrm>
            <a:off x="3651373" y="4984900"/>
            <a:ext cx="431528" cy="338554"/>
          </a:xfrm>
          <a:prstGeom prst="rect">
            <a:avLst/>
          </a:prstGeom>
          <a:solidFill>
            <a:schemeClr val="accent5">
              <a:lumMod val="20000"/>
              <a:lumOff val="80000"/>
            </a:schemeClr>
          </a:solidFill>
          <a:ln>
            <a:solidFill>
              <a:schemeClr val="tx1"/>
            </a:solidFill>
          </a:ln>
          <a:effectLst>
            <a:outerShdw blurRad="50800" dist="63500" dir="2700000" algn="tl" rotWithShape="0">
              <a:prstClr val="black">
                <a:alpha val="40000"/>
              </a:prstClr>
            </a:outerShdw>
          </a:effectLst>
        </p:spPr>
        <p:txBody>
          <a:bodyPr wrap="none" rtlCol="0">
            <a:spAutoFit/>
          </a:bodyPr>
          <a:lstStyle/>
          <a:p>
            <a:r>
              <a:rPr lang="en-US" sz="2000" b="0" dirty="0" smtClean="0"/>
              <a:t>2</a:t>
            </a:r>
            <a:r>
              <a:rPr lang="en-US" sz="2000" b="0" baseline="30000" dirty="0" smtClean="0"/>
              <a:t>n</a:t>
            </a:r>
            <a:endParaRPr lang="en-US" sz="2000" b="0" baseline="30000" dirty="0"/>
          </a:p>
        </p:txBody>
      </p:sp>
      <p:cxnSp>
        <p:nvCxnSpPr>
          <p:cNvPr id="27" name="Straight Arrow Connector 26"/>
          <p:cNvCxnSpPr>
            <a:stCxn id="20" idx="1"/>
          </p:cNvCxnSpPr>
          <p:nvPr/>
        </p:nvCxnSpPr>
        <p:spPr bwMode="auto">
          <a:xfrm flipH="1" flipV="1">
            <a:off x="3157868" y="5154176"/>
            <a:ext cx="493505" cy="1"/>
          </a:xfrm>
          <a:prstGeom prst="straightConnector1">
            <a:avLst/>
          </a:prstGeom>
          <a:solidFill>
            <a:schemeClr val="accent1"/>
          </a:solidFill>
          <a:ln w="12700" cap="flat" cmpd="sng" algn="ctr">
            <a:solidFill>
              <a:schemeClr val="tx1"/>
            </a:solidFill>
            <a:prstDash val="solid"/>
            <a:round/>
            <a:headEnd type="none" w="sm" len="sm"/>
            <a:tailEnd type="arrow"/>
          </a:ln>
          <a:effectLst/>
        </p:spPr>
      </p:cxnSp>
      <p:pic>
        <p:nvPicPr>
          <p:cNvPr id="29" name="Animated Logo" descr="tilogo_color_twoline.png"/>
          <p:cNvPicPr>
            <a:picLocks noChangeAspect="1"/>
          </p:cNvPicPr>
          <p:nvPr/>
        </p:nvPicPr>
        <p:blipFill>
          <a:blip r:embed="rId5" cstate="print"/>
          <a:stretch>
            <a:fillRect/>
          </a:stretch>
        </p:blipFill>
        <p:spPr>
          <a:xfrm>
            <a:off x="50800" y="6477000"/>
            <a:ext cx="1438537" cy="347443"/>
          </a:xfrm>
          <a:prstGeom prst="rect">
            <a:avLst/>
          </a:prstGeom>
        </p:spPr>
      </p:pic>
      <p:pic>
        <p:nvPicPr>
          <p:cNvPr id="3074" name="Picture 2" descr="C:\Users\a0159877\AppData\Local\Temp\SNAGHTML22a968.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23674" y="971772"/>
            <a:ext cx="2234193" cy="192163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cSld>
  <p:clrMapOvr>
    <a:masterClrMapping/>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66"/>
        </a:solidFill>
        <a:effectLst/>
      </p:bgPr>
    </p:bg>
    <p:spTree>
      <p:nvGrpSpPr>
        <p:cNvPr id="1" name=""/>
        <p:cNvGrpSpPr/>
        <p:nvPr/>
      </p:nvGrpSpPr>
      <p:grpSpPr>
        <a:xfrm>
          <a:off x="0" y="0"/>
          <a:ext cx="0" cy="0"/>
          <a:chOff x="0" y="0"/>
          <a:chExt cx="0" cy="0"/>
        </a:xfrm>
      </p:grpSpPr>
      <p:sp>
        <p:nvSpPr>
          <p:cNvPr id="669704" name="Rectangle 8"/>
          <p:cNvSpPr>
            <a:spLocks noChangeArrowheads="1"/>
          </p:cNvSpPr>
          <p:nvPr/>
        </p:nvSpPr>
        <p:spPr bwMode="auto">
          <a:xfrm>
            <a:off x="304800" y="914400"/>
            <a:ext cx="5562600" cy="5410200"/>
          </a:xfrm>
          <a:prstGeom prst="rect">
            <a:avLst/>
          </a:prstGeom>
          <a:solidFill>
            <a:srgbClr val="92D050"/>
          </a:solidFill>
          <a:ln w="19050">
            <a:solidFill>
              <a:schemeClr val="tx1"/>
            </a:solidFill>
            <a:miter lim="800000"/>
            <a:headEnd type="none" w="sm" len="sm"/>
            <a:tailEnd type="none" w="sm" len="sm"/>
          </a:ln>
          <a:effectLst>
            <a:outerShdw blurRad="50800" dist="127000" dir="2700000" algn="tl" rotWithShape="0">
              <a:prstClr val="black">
                <a:alpha val="40000"/>
              </a:prstClr>
            </a:outerShdw>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pic>
        <p:nvPicPr>
          <p:cNvPr id="72706" name="Picture 2" descr="C:\Documents and Settings\a0159877\Desktop\250px-Operating_system_placement.svg.png"/>
          <p:cNvPicPr>
            <a:picLocks noChangeAspect="1" noChangeArrowheads="1"/>
          </p:cNvPicPr>
          <p:nvPr/>
        </p:nvPicPr>
        <p:blipFill>
          <a:blip r:embed="rId13" cstate="print"/>
          <a:srcRect/>
          <a:stretch>
            <a:fillRect/>
          </a:stretch>
        </p:blipFill>
        <p:spPr bwMode="auto">
          <a:xfrm>
            <a:off x="6160824" y="1153041"/>
            <a:ext cx="2819400" cy="4172713"/>
          </a:xfrm>
          <a:prstGeom prst="rect">
            <a:avLst/>
          </a:prstGeom>
          <a:noFill/>
        </p:spPr>
      </p:pic>
      <p:pic>
        <p:nvPicPr>
          <p:cNvPr id="11" name="Animated Logo" descr="tilogo_color_twoline.png"/>
          <p:cNvPicPr>
            <a:picLocks noChangeAspect="1"/>
          </p:cNvPicPr>
          <p:nvPr/>
        </p:nvPicPr>
        <p:blipFill>
          <a:blip r:embed="rId14" cstate="print"/>
          <a:stretch>
            <a:fillRect/>
          </a:stretch>
        </p:blipFill>
        <p:spPr>
          <a:xfrm>
            <a:off x="50800" y="6477000"/>
            <a:ext cx="1438537" cy="347443"/>
          </a:xfrm>
          <a:prstGeom prst="rect">
            <a:avLst/>
          </a:prstGeom>
        </p:spPr>
      </p:pic>
      <p:sp>
        <p:nvSpPr>
          <p:cNvPr id="41987" name="Rectangle 2"/>
          <p:cNvSpPr>
            <a:spLocks noGrp="1" noChangeArrowheads="1"/>
          </p:cNvSpPr>
          <p:nvPr>
            <p:ph type="title"/>
          </p:nvPr>
        </p:nvSpPr>
        <p:spPr/>
        <p:txBody>
          <a:bodyPr/>
          <a:lstStyle/>
          <a:p>
            <a:r>
              <a:rPr lang="en-US" smtClean="0">
                <a:solidFill>
                  <a:schemeClr val="tx1"/>
                </a:solidFill>
              </a:rPr>
              <a:t>Outline</a:t>
            </a:r>
          </a:p>
        </p:txBody>
      </p:sp>
      <p:sp>
        <p:nvSpPr>
          <p:cNvPr id="10" name="Text Box 4">
            <a:hlinkClick r:id="rId15" action="ppaction://hlinksldjump"/>
          </p:cNvPr>
          <p:cNvSpPr txBox="1">
            <a:spLocks noChangeArrowheads="1"/>
          </p:cNvSpPr>
          <p:nvPr>
            <p:custDataLst>
              <p:tags r:id="rId2"/>
            </p:custDataLst>
          </p:nvPr>
        </p:nvSpPr>
        <p:spPr bwMode="auto">
          <a:xfrm>
            <a:off x="301576" y="1018384"/>
            <a:ext cx="5543550" cy="476250"/>
          </a:xfrm>
          <a:prstGeom prst="rect">
            <a:avLst/>
          </a:prstGeom>
          <a:noFill/>
          <a:ln w="12700">
            <a:noFill/>
            <a:miter lim="800000"/>
            <a:headEnd type="none" w="sm" len="sm"/>
            <a:tailEnd type="none" w="sm" len="sm"/>
          </a:ln>
        </p:spPr>
        <p:txBody>
          <a:bodyPr>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Static vs. Dynamic</a:t>
            </a:r>
            <a:endParaRPr lang="en-US" sz="2800" dirty="0">
              <a:solidFill>
                <a:srgbClr val="000000"/>
              </a:solidFill>
            </a:endParaRPr>
          </a:p>
        </p:txBody>
      </p:sp>
      <p:sp>
        <p:nvSpPr>
          <p:cNvPr id="12" name="Text Box 4">
            <a:hlinkClick r:id="rId16" action="ppaction://hlinksldjump"/>
          </p:cNvPr>
          <p:cNvSpPr txBox="1">
            <a:spLocks noChangeArrowheads="1"/>
          </p:cNvSpPr>
          <p:nvPr>
            <p:custDataLst>
              <p:tags r:id="rId3"/>
            </p:custDataLst>
          </p:nvPr>
        </p:nvSpPr>
        <p:spPr bwMode="auto">
          <a:xfrm>
            <a:off x="301576" y="1593186"/>
            <a:ext cx="5543550" cy="476250"/>
          </a:xfrm>
          <a:prstGeom prst="rect">
            <a:avLst/>
          </a:prstGeom>
          <a:noFill/>
          <a:ln w="12700">
            <a:noFill/>
            <a:miter lim="800000"/>
            <a:headEnd type="none" w="sm" len="sm"/>
            <a:tailEnd type="none" w="sm" len="sm"/>
          </a:ln>
        </p:spPr>
        <p:txBody>
          <a:bodyPr>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Dynamic Memory Concepts</a:t>
            </a:r>
            <a:endParaRPr lang="en-US" sz="2800" dirty="0">
              <a:solidFill>
                <a:srgbClr val="000000"/>
              </a:solidFill>
            </a:endParaRPr>
          </a:p>
        </p:txBody>
      </p:sp>
      <p:sp>
        <p:nvSpPr>
          <p:cNvPr id="13" name="Text Box 3">
            <a:hlinkClick r:id="rId17" action="ppaction://hlinksldjump"/>
          </p:cNvPr>
          <p:cNvSpPr txBox="1">
            <a:spLocks noChangeArrowheads="1"/>
          </p:cNvSpPr>
          <p:nvPr>
            <p:custDataLst>
              <p:tags r:id="rId4"/>
            </p:custDataLst>
          </p:nvPr>
        </p:nvSpPr>
        <p:spPr bwMode="auto">
          <a:xfrm>
            <a:off x="304800" y="2167988"/>
            <a:ext cx="5562600" cy="495300"/>
          </a:xfrm>
          <a:prstGeom prst="rect">
            <a:avLst/>
          </a:prstGeom>
          <a:solidFill>
            <a:schemeClr val="bg1"/>
          </a:solidFill>
          <a:ln w="19050">
            <a:solidFill>
              <a:schemeClr val="tx1"/>
            </a:solidFill>
            <a:miter lim="800000"/>
            <a:headEnd type="none" w="sm" len="sm"/>
            <a:tailEnd type="none" w="sm" len="sm"/>
          </a:ln>
        </p:spPr>
        <p:txBody>
          <a:bodyPr wrap="square">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Different Types of Heaps</a:t>
            </a:r>
            <a:endParaRPr lang="en-US" sz="2800">
              <a:solidFill>
                <a:srgbClr val="000000"/>
              </a:solidFill>
            </a:endParaRPr>
          </a:p>
        </p:txBody>
      </p:sp>
      <p:sp>
        <p:nvSpPr>
          <p:cNvPr id="14" name="Text Box 6">
            <a:hlinkClick r:id="rId18" action="ppaction://hlinksldjump"/>
          </p:cNvPr>
          <p:cNvSpPr txBox="1">
            <a:spLocks noChangeArrowheads="1"/>
          </p:cNvSpPr>
          <p:nvPr>
            <p:custDataLst>
              <p:tags r:id="rId5"/>
            </p:custDataLst>
          </p:nvPr>
        </p:nvSpPr>
        <p:spPr bwMode="auto">
          <a:xfrm>
            <a:off x="769877" y="2747552"/>
            <a:ext cx="4868924" cy="387798"/>
          </a:xfrm>
          <a:prstGeom prst="rect">
            <a:avLst/>
          </a:prstGeom>
          <a:noFill/>
          <a:ln w="12700">
            <a:noFill/>
            <a:miter lim="800000"/>
            <a:headEnd type="none" w="sm" len="sm"/>
            <a:tailEnd type="none" w="sm" len="sm"/>
          </a:ln>
        </p:spPr>
        <p:txBody>
          <a:bodyPr wrap="square" tIns="27432" bIns="27432">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HeapMem</a:t>
            </a:r>
            <a:endParaRPr lang="en-US" dirty="0">
              <a:solidFill>
                <a:srgbClr val="000000"/>
              </a:solidFill>
            </a:endParaRPr>
          </a:p>
        </p:txBody>
      </p:sp>
      <p:sp>
        <p:nvSpPr>
          <p:cNvPr id="15" name="Text Box 6">
            <a:hlinkClick r:id="rId19" action="ppaction://hlinksldjump"/>
          </p:cNvPr>
          <p:cNvSpPr txBox="1">
            <a:spLocks noChangeArrowheads="1"/>
          </p:cNvSpPr>
          <p:nvPr>
            <p:custDataLst>
              <p:tags r:id="rId6"/>
            </p:custDataLst>
          </p:nvPr>
        </p:nvSpPr>
        <p:spPr bwMode="auto">
          <a:xfrm>
            <a:off x="769877" y="3199866"/>
            <a:ext cx="4868924" cy="387798"/>
          </a:xfrm>
          <a:prstGeom prst="rect">
            <a:avLst/>
          </a:prstGeom>
          <a:noFill/>
          <a:ln w="12700">
            <a:noFill/>
            <a:miter lim="800000"/>
            <a:headEnd type="none" w="sm" len="sm"/>
            <a:tailEnd type="none" w="sm" len="sm"/>
          </a:ln>
        </p:spPr>
        <p:txBody>
          <a:bodyPr wrap="square" tIns="27432" bIns="27432">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HeapBuf</a:t>
            </a:r>
            <a:endParaRPr lang="en-US" dirty="0">
              <a:solidFill>
                <a:srgbClr val="000000"/>
              </a:solidFill>
            </a:endParaRPr>
          </a:p>
        </p:txBody>
      </p:sp>
      <p:sp>
        <p:nvSpPr>
          <p:cNvPr id="16" name="Text Box 6">
            <a:hlinkClick r:id="rId20" action="ppaction://hlinksldjump"/>
          </p:cNvPr>
          <p:cNvSpPr txBox="1">
            <a:spLocks noChangeArrowheads="1"/>
          </p:cNvSpPr>
          <p:nvPr>
            <p:custDataLst>
              <p:tags r:id="rId7"/>
            </p:custDataLst>
          </p:nvPr>
        </p:nvSpPr>
        <p:spPr bwMode="auto">
          <a:xfrm>
            <a:off x="769877" y="3652180"/>
            <a:ext cx="4868924" cy="387798"/>
          </a:xfrm>
          <a:prstGeom prst="rect">
            <a:avLst/>
          </a:prstGeom>
          <a:noFill/>
          <a:ln w="12700">
            <a:noFill/>
            <a:miter lim="800000"/>
            <a:headEnd type="none" w="sm" len="sm"/>
            <a:tailEnd type="none" w="sm" len="sm"/>
          </a:ln>
        </p:spPr>
        <p:txBody>
          <a:bodyPr wrap="square" tIns="27432" bIns="27432">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HeapMultiBuf</a:t>
            </a:r>
            <a:endParaRPr lang="en-US" dirty="0">
              <a:solidFill>
                <a:srgbClr val="000000"/>
              </a:solidFill>
            </a:endParaRPr>
          </a:p>
        </p:txBody>
      </p:sp>
      <p:sp>
        <p:nvSpPr>
          <p:cNvPr id="17" name="Text Box 6">
            <a:hlinkClick r:id="rId21" action="ppaction://hlinksldjump"/>
          </p:cNvPr>
          <p:cNvSpPr txBox="1">
            <a:spLocks noChangeArrowheads="1"/>
          </p:cNvSpPr>
          <p:nvPr>
            <p:custDataLst>
              <p:tags r:id="rId8"/>
            </p:custDataLst>
          </p:nvPr>
        </p:nvSpPr>
        <p:spPr bwMode="auto">
          <a:xfrm>
            <a:off x="769877" y="4104494"/>
            <a:ext cx="4868924" cy="387798"/>
          </a:xfrm>
          <a:prstGeom prst="rect">
            <a:avLst/>
          </a:prstGeom>
          <a:noFill/>
          <a:ln w="12700">
            <a:noFill/>
            <a:miter lim="800000"/>
            <a:headEnd type="none" w="sm" len="sm"/>
            <a:tailEnd type="none" w="sm" len="sm"/>
          </a:ln>
        </p:spPr>
        <p:txBody>
          <a:bodyPr wrap="square" tIns="27432" bIns="27432">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Default System Heap</a:t>
            </a:r>
            <a:endParaRPr lang="en-US" dirty="0">
              <a:solidFill>
                <a:srgbClr val="000000"/>
              </a:solidFill>
            </a:endParaRPr>
          </a:p>
        </p:txBody>
      </p:sp>
      <p:sp>
        <p:nvSpPr>
          <p:cNvPr id="18" name="Text Box 4">
            <a:hlinkClick r:id="rId22" action="ppaction://hlinksldjump"/>
          </p:cNvPr>
          <p:cNvSpPr txBox="1">
            <a:spLocks noChangeArrowheads="1"/>
          </p:cNvSpPr>
          <p:nvPr>
            <p:custDataLst>
              <p:tags r:id="rId9"/>
            </p:custDataLst>
          </p:nvPr>
        </p:nvSpPr>
        <p:spPr bwMode="auto">
          <a:xfrm>
            <a:off x="301576" y="4583795"/>
            <a:ext cx="5543550" cy="476250"/>
          </a:xfrm>
          <a:prstGeom prst="rect">
            <a:avLst/>
          </a:prstGeom>
          <a:noFill/>
          <a:ln w="12700">
            <a:noFill/>
            <a:miter lim="800000"/>
            <a:headEnd type="none" w="sm" len="sm"/>
            <a:tailEnd type="none" w="sm" len="sm"/>
          </a:ln>
        </p:spPr>
        <p:txBody>
          <a:bodyPr>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Dynamic Module Creation</a:t>
            </a:r>
            <a:endParaRPr lang="en-US" sz="2800" dirty="0">
              <a:solidFill>
                <a:srgbClr val="000000"/>
              </a:solidFill>
            </a:endParaRPr>
          </a:p>
        </p:txBody>
      </p:sp>
      <p:sp>
        <p:nvSpPr>
          <p:cNvPr id="19" name="Text Box 4">
            <a:hlinkClick r:id="rId23" action="ppaction://hlinksldjump"/>
          </p:cNvPr>
          <p:cNvSpPr txBox="1">
            <a:spLocks noChangeArrowheads="1"/>
          </p:cNvSpPr>
          <p:nvPr>
            <p:custDataLst>
              <p:tags r:id="rId10"/>
            </p:custDataLst>
          </p:nvPr>
        </p:nvSpPr>
        <p:spPr bwMode="auto">
          <a:xfrm>
            <a:off x="301576" y="5158598"/>
            <a:ext cx="5543550" cy="476250"/>
          </a:xfrm>
          <a:prstGeom prst="rect">
            <a:avLst/>
          </a:prstGeom>
          <a:noFill/>
          <a:ln w="12700">
            <a:noFill/>
            <a:miter lim="800000"/>
            <a:headEnd type="none" w="sm" len="sm"/>
            <a:tailEnd type="none" w="sm" len="sm"/>
          </a:ln>
        </p:spPr>
        <p:txBody>
          <a:bodyPr>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Custom Section Placement</a:t>
            </a:r>
            <a:endParaRPr lang="en-US" sz="2800" dirty="0">
              <a:solidFill>
                <a:srgbClr val="000000"/>
              </a:solidFill>
            </a:endParaRPr>
          </a:p>
        </p:txBody>
      </p:sp>
      <p:sp>
        <p:nvSpPr>
          <p:cNvPr id="20" name="Text Box 4">
            <a:hlinkClick r:id="rId24" action="ppaction://hlinksldjump"/>
          </p:cNvPr>
          <p:cNvSpPr txBox="1">
            <a:spLocks noChangeArrowheads="1"/>
          </p:cNvSpPr>
          <p:nvPr>
            <p:custDataLst>
              <p:tags r:id="rId11"/>
            </p:custDataLst>
          </p:nvPr>
        </p:nvSpPr>
        <p:spPr bwMode="auto">
          <a:xfrm>
            <a:off x="301576" y="5733400"/>
            <a:ext cx="5543550" cy="476250"/>
          </a:xfrm>
          <a:prstGeom prst="rect">
            <a:avLst/>
          </a:prstGeom>
          <a:noFill/>
          <a:ln w="12700">
            <a:noFill/>
            <a:miter lim="800000"/>
            <a:headEnd type="none" w="sm" len="sm"/>
            <a:tailEnd type="none" w="sm" len="sm"/>
          </a:ln>
        </p:spPr>
        <p:txBody>
          <a:bodyPr>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Lab</a:t>
            </a:r>
            <a:endParaRPr lang="en-US" sz="2800" dirty="0">
              <a:solidFill>
                <a:srgbClr val="000000"/>
              </a:solidFill>
            </a:endParaRPr>
          </a:p>
        </p:txBody>
      </p:sp>
    </p:spTree>
    <p:custDataLst>
      <p:tags r:id="rId1"/>
    </p:custDataLst>
    <p:extLst>
      <p:ext uri="{BB962C8B-B14F-4D97-AF65-F5344CB8AC3E}">
        <p14:creationId xmlns:p14="http://schemas.microsoft.com/office/powerpoint/2010/main" val="3863837058"/>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a:xfrm>
            <a:off x="0" y="-3792"/>
            <a:ext cx="9144000" cy="609600"/>
          </a:xfrm>
        </p:spPr>
        <p:txBody>
          <a:bodyPr>
            <a:noAutofit/>
          </a:bodyPr>
          <a:lstStyle/>
          <a:p>
            <a:r>
              <a:rPr lang="en-US" dirty="0" smtClean="0"/>
              <a:t>Heap Types</a:t>
            </a:r>
          </a:p>
        </p:txBody>
      </p:sp>
      <p:sp>
        <p:nvSpPr>
          <p:cNvPr id="9" name="TextBox 8"/>
          <p:cNvSpPr txBox="1"/>
          <p:nvPr/>
        </p:nvSpPr>
        <p:spPr>
          <a:xfrm>
            <a:off x="128461" y="777085"/>
            <a:ext cx="9094541" cy="496161"/>
          </a:xfrm>
          <a:prstGeom prst="rect">
            <a:avLst/>
          </a:prstGeom>
          <a:noFill/>
        </p:spPr>
        <p:txBody>
          <a:bodyPr wrap="none" rtlCol="0" anchor="ctr" anchorCtr="0">
            <a:spAutoFit/>
          </a:bodyPr>
          <a:lstStyle/>
          <a:p>
            <a:pPr marL="463550" indent="-463550">
              <a:buClr>
                <a:schemeClr val="tx2"/>
              </a:buClr>
              <a:buSzPct val="75000"/>
              <a:buFont typeface="Wingdings"/>
              <a:buChar char=""/>
            </a:pPr>
            <a:r>
              <a:rPr lang="en-US" sz="3200" dirty="0" smtClean="0">
                <a:solidFill>
                  <a:schemeClr val="dk1"/>
                </a:solidFill>
                <a:effectLst/>
                <a:latin typeface="Calibri" pitchFamily="34" charset="0"/>
                <a:cs typeface="Calibri" pitchFamily="34" charset="0"/>
              </a:rPr>
              <a:t>Users can choose from 3 different types of Heaps:</a:t>
            </a:r>
          </a:p>
        </p:txBody>
      </p:sp>
      <p:sp>
        <p:nvSpPr>
          <p:cNvPr id="10" name="TextBox 9"/>
          <p:cNvSpPr txBox="1"/>
          <p:nvPr/>
        </p:nvSpPr>
        <p:spPr>
          <a:xfrm>
            <a:off x="609600" y="1441772"/>
            <a:ext cx="2196435" cy="486287"/>
          </a:xfrm>
          <a:prstGeom prst="rect">
            <a:avLst/>
          </a:prstGeom>
          <a:noFill/>
        </p:spPr>
        <p:txBody>
          <a:bodyPr wrap="none" rtlCol="0" anchor="ctr" anchorCtr="0">
            <a:spAutoFit/>
          </a:bodyPr>
          <a:lstStyle/>
          <a:p>
            <a:r>
              <a:rPr lang="en-US" sz="3200" dirty="0" smtClean="0">
                <a:solidFill>
                  <a:schemeClr val="tx2"/>
                </a:solidFill>
                <a:effectLst/>
                <a:latin typeface="Calibri" pitchFamily="34" charset="0"/>
                <a:cs typeface="Calibri" pitchFamily="34" charset="0"/>
                <a:sym typeface="Wingdings"/>
              </a:rPr>
              <a:t></a:t>
            </a:r>
            <a:r>
              <a:rPr lang="en-US" sz="2800" dirty="0" smtClean="0">
                <a:solidFill>
                  <a:schemeClr val="tx2"/>
                </a:solidFill>
                <a:effectLst/>
                <a:latin typeface="Calibri" pitchFamily="34" charset="0"/>
                <a:cs typeface="Calibri" pitchFamily="34" charset="0"/>
                <a:sym typeface="Wingdings"/>
              </a:rPr>
              <a:t> </a:t>
            </a:r>
            <a:r>
              <a:rPr lang="en-US" sz="2800" dirty="0" err="1" smtClean="0">
                <a:solidFill>
                  <a:schemeClr val="tx2"/>
                </a:solidFill>
                <a:effectLst/>
                <a:latin typeface="Calibri" pitchFamily="34" charset="0"/>
                <a:cs typeface="Calibri" pitchFamily="34" charset="0"/>
              </a:rPr>
              <a:t>HeapMem</a:t>
            </a:r>
            <a:endParaRPr lang="en-US" sz="2800" dirty="0" smtClean="0">
              <a:solidFill>
                <a:schemeClr val="tx2"/>
              </a:solidFill>
              <a:effectLst/>
              <a:latin typeface="Calibri" pitchFamily="34" charset="0"/>
              <a:cs typeface="Calibri" pitchFamily="34" charset="0"/>
            </a:endParaRPr>
          </a:p>
        </p:txBody>
      </p:sp>
      <p:sp>
        <p:nvSpPr>
          <p:cNvPr id="11" name="TextBox 10"/>
          <p:cNvSpPr txBox="1"/>
          <p:nvPr/>
        </p:nvSpPr>
        <p:spPr>
          <a:xfrm>
            <a:off x="1124883" y="1965118"/>
            <a:ext cx="3891771" cy="867930"/>
          </a:xfrm>
          <a:prstGeom prst="rect">
            <a:avLst/>
          </a:prstGeom>
          <a:noFill/>
        </p:spPr>
        <p:txBody>
          <a:bodyPr wrap="none" rtlCol="0" anchor="ctr" anchorCtr="0">
            <a:spAutoFit/>
          </a:bodyPr>
          <a:lstStyle/>
          <a:p>
            <a:pPr marL="231775" indent="-231775">
              <a:buFont typeface="Arial" pitchFamily="34" charset="0"/>
              <a:buChar char="•"/>
            </a:pPr>
            <a:r>
              <a:rPr lang="en-US" b="0" dirty="0" smtClean="0">
                <a:solidFill>
                  <a:schemeClr val="dk1"/>
                </a:solidFill>
                <a:effectLst/>
                <a:latin typeface="Calibri" pitchFamily="34" charset="0"/>
                <a:cs typeface="Calibri" pitchFamily="34" charset="0"/>
              </a:rPr>
              <a:t>Allocate variable-size blocks</a:t>
            </a:r>
          </a:p>
          <a:p>
            <a:pPr marL="231775" indent="-231775">
              <a:buFont typeface="Arial" pitchFamily="34" charset="0"/>
              <a:buChar char="•"/>
            </a:pPr>
            <a:r>
              <a:rPr lang="en-US" b="0" i="1" dirty="0" smtClean="0">
                <a:solidFill>
                  <a:schemeClr val="dk1"/>
                </a:solidFill>
                <a:latin typeface="Calibri" pitchFamily="34" charset="0"/>
                <a:cs typeface="Calibri" pitchFamily="34" charset="0"/>
              </a:rPr>
              <a:t>Default system heap type</a:t>
            </a:r>
            <a:endParaRPr lang="en-US" b="0" i="1" dirty="0" smtClean="0">
              <a:solidFill>
                <a:schemeClr val="dk1"/>
              </a:solidFill>
              <a:effectLst/>
              <a:latin typeface="Calibri" pitchFamily="34" charset="0"/>
              <a:cs typeface="Calibri" pitchFamily="34" charset="0"/>
            </a:endParaRPr>
          </a:p>
        </p:txBody>
      </p:sp>
      <p:sp>
        <p:nvSpPr>
          <p:cNvPr id="12" name="TextBox 11"/>
          <p:cNvSpPr txBox="1"/>
          <p:nvPr/>
        </p:nvSpPr>
        <p:spPr>
          <a:xfrm>
            <a:off x="609600" y="3092428"/>
            <a:ext cx="1928733" cy="493020"/>
          </a:xfrm>
          <a:prstGeom prst="rect">
            <a:avLst/>
          </a:prstGeom>
          <a:noFill/>
        </p:spPr>
        <p:txBody>
          <a:bodyPr wrap="none" rtlCol="0" anchor="ctr" anchorCtr="0">
            <a:spAutoFit/>
          </a:bodyPr>
          <a:lstStyle/>
          <a:p>
            <a:r>
              <a:rPr lang="en-US" sz="3200" dirty="0" smtClean="0">
                <a:solidFill>
                  <a:schemeClr val="tx2"/>
                </a:solidFill>
                <a:latin typeface="Calibri" pitchFamily="34" charset="0"/>
                <a:cs typeface="Calibri" pitchFamily="34" charset="0"/>
                <a:sym typeface="Wingdings"/>
              </a:rPr>
              <a:t> </a:t>
            </a:r>
            <a:r>
              <a:rPr lang="en-US" sz="2800" dirty="0" err="1" smtClean="0">
                <a:solidFill>
                  <a:schemeClr val="tx2"/>
                </a:solidFill>
                <a:effectLst/>
                <a:latin typeface="Calibri" pitchFamily="34" charset="0"/>
                <a:cs typeface="Calibri" pitchFamily="34" charset="0"/>
              </a:rPr>
              <a:t>HeapBuf</a:t>
            </a:r>
            <a:endParaRPr lang="en-US" sz="2800" dirty="0" smtClean="0">
              <a:solidFill>
                <a:schemeClr val="tx2"/>
              </a:solidFill>
              <a:effectLst/>
              <a:latin typeface="Calibri" pitchFamily="34" charset="0"/>
              <a:cs typeface="Calibri" pitchFamily="34" charset="0"/>
            </a:endParaRPr>
          </a:p>
        </p:txBody>
      </p:sp>
      <p:sp>
        <p:nvSpPr>
          <p:cNvPr id="13" name="TextBox 12"/>
          <p:cNvSpPr txBox="1"/>
          <p:nvPr/>
        </p:nvSpPr>
        <p:spPr>
          <a:xfrm>
            <a:off x="1124883" y="3574602"/>
            <a:ext cx="3503395" cy="387798"/>
          </a:xfrm>
          <a:prstGeom prst="rect">
            <a:avLst/>
          </a:prstGeom>
          <a:noFill/>
        </p:spPr>
        <p:txBody>
          <a:bodyPr wrap="none" rtlCol="0" anchor="ctr" anchorCtr="0">
            <a:spAutoFit/>
          </a:bodyPr>
          <a:lstStyle/>
          <a:p>
            <a:pPr marL="231775" indent="-231775">
              <a:buFont typeface="Arial" pitchFamily="34" charset="0"/>
              <a:buChar char="•"/>
            </a:pPr>
            <a:r>
              <a:rPr lang="en-US" b="0" dirty="0" smtClean="0">
                <a:solidFill>
                  <a:schemeClr val="dk1"/>
                </a:solidFill>
                <a:effectLst/>
                <a:latin typeface="Calibri" pitchFamily="34" charset="0"/>
                <a:cs typeface="Calibri" pitchFamily="34" charset="0"/>
              </a:rPr>
              <a:t>Allocate fixed-size blocks</a:t>
            </a:r>
          </a:p>
        </p:txBody>
      </p:sp>
      <p:sp>
        <p:nvSpPr>
          <p:cNvPr id="14" name="TextBox 13"/>
          <p:cNvSpPr txBox="1"/>
          <p:nvPr/>
        </p:nvSpPr>
        <p:spPr>
          <a:xfrm>
            <a:off x="609600" y="4391612"/>
            <a:ext cx="2736647" cy="493020"/>
          </a:xfrm>
          <a:prstGeom prst="rect">
            <a:avLst/>
          </a:prstGeom>
          <a:noFill/>
        </p:spPr>
        <p:txBody>
          <a:bodyPr wrap="none" rtlCol="0" anchor="ctr" anchorCtr="0">
            <a:spAutoFit/>
          </a:bodyPr>
          <a:lstStyle/>
          <a:p>
            <a:r>
              <a:rPr lang="en-US" sz="3200" dirty="0" smtClean="0">
                <a:solidFill>
                  <a:schemeClr val="tx2"/>
                </a:solidFill>
                <a:latin typeface="Calibri" pitchFamily="34" charset="0"/>
                <a:cs typeface="Calibri" pitchFamily="34" charset="0"/>
                <a:sym typeface="Wingdings"/>
              </a:rPr>
              <a:t> </a:t>
            </a:r>
            <a:r>
              <a:rPr lang="en-US" sz="2800" dirty="0" err="1" smtClean="0">
                <a:solidFill>
                  <a:schemeClr val="tx2"/>
                </a:solidFill>
                <a:effectLst/>
                <a:latin typeface="Calibri" pitchFamily="34" charset="0"/>
                <a:cs typeface="Calibri" pitchFamily="34" charset="0"/>
              </a:rPr>
              <a:t>HeapMultiBuf</a:t>
            </a:r>
            <a:endParaRPr lang="en-US" sz="2800" dirty="0" smtClean="0">
              <a:solidFill>
                <a:schemeClr val="tx2"/>
              </a:solidFill>
              <a:effectLst/>
              <a:latin typeface="Calibri" pitchFamily="34" charset="0"/>
              <a:cs typeface="Calibri" pitchFamily="34" charset="0"/>
            </a:endParaRPr>
          </a:p>
        </p:txBody>
      </p:sp>
      <p:sp>
        <p:nvSpPr>
          <p:cNvPr id="15" name="TextBox 14"/>
          <p:cNvSpPr txBox="1"/>
          <p:nvPr/>
        </p:nvSpPr>
        <p:spPr>
          <a:xfrm>
            <a:off x="1158209" y="4883737"/>
            <a:ext cx="5654818" cy="683264"/>
          </a:xfrm>
          <a:prstGeom prst="rect">
            <a:avLst/>
          </a:prstGeom>
          <a:noFill/>
        </p:spPr>
        <p:txBody>
          <a:bodyPr wrap="none" rtlCol="0" anchor="ctr" anchorCtr="0">
            <a:spAutoFit/>
          </a:bodyPr>
          <a:lstStyle/>
          <a:p>
            <a:pPr marL="231775" indent="-231775">
              <a:buFont typeface="Arial" pitchFamily="34" charset="0"/>
              <a:buChar char="•"/>
            </a:pPr>
            <a:r>
              <a:rPr lang="en-US" b="0" dirty="0" smtClean="0">
                <a:solidFill>
                  <a:schemeClr val="dk1"/>
                </a:solidFill>
                <a:latin typeface="Calibri" pitchFamily="34" charset="0"/>
                <a:cs typeface="Calibri" pitchFamily="34" charset="0"/>
              </a:rPr>
              <a:t>Specify variable-size blocks, but internally,</a:t>
            </a:r>
            <a:br>
              <a:rPr lang="en-US" b="0" dirty="0" smtClean="0">
                <a:solidFill>
                  <a:schemeClr val="dk1"/>
                </a:solidFill>
                <a:latin typeface="Calibri" pitchFamily="34" charset="0"/>
                <a:cs typeface="Calibri" pitchFamily="34" charset="0"/>
              </a:rPr>
            </a:br>
            <a:r>
              <a:rPr lang="en-US" b="0" dirty="0" smtClean="0">
                <a:solidFill>
                  <a:schemeClr val="dk1"/>
                </a:solidFill>
                <a:latin typeface="Calibri" pitchFamily="34" charset="0"/>
                <a:cs typeface="Calibri" pitchFamily="34" charset="0"/>
              </a:rPr>
              <a:t>allocate from a variety of fixed-size blocks</a:t>
            </a:r>
            <a:endParaRPr lang="en-US" b="0" dirty="0" smtClean="0">
              <a:solidFill>
                <a:schemeClr val="dk1"/>
              </a:solidFill>
              <a:effectLst/>
              <a:latin typeface="Calibri" pitchFamily="34" charset="0"/>
              <a:cs typeface="Calibri" pitchFamily="34" charset="0"/>
            </a:endParaRPr>
          </a:p>
        </p:txBody>
      </p:sp>
      <p:pic>
        <p:nvPicPr>
          <p:cNvPr id="19" name="Animated Logo" descr="tilogo_color_twoline.png"/>
          <p:cNvPicPr>
            <a:picLocks noChangeAspect="1"/>
          </p:cNvPicPr>
          <p:nvPr/>
        </p:nvPicPr>
        <p:blipFill>
          <a:blip r:embed="rId4" cstate="print"/>
          <a:stretch>
            <a:fillRect/>
          </a:stretch>
        </p:blipFill>
        <p:spPr>
          <a:xfrm>
            <a:off x="50800" y="6477000"/>
            <a:ext cx="1438537" cy="347443"/>
          </a:xfrm>
          <a:prstGeom prst="rect">
            <a:avLst/>
          </a:prstGeom>
        </p:spPr>
      </p:pic>
      <p:pic>
        <p:nvPicPr>
          <p:cNvPr id="1028" name="Picture 4" descr="C:\Users\a0159877\AppData\Local\Temp\SNAGHTML135aa1a.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81600" y="1684915"/>
            <a:ext cx="3649187" cy="3050645"/>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cSld>
  <p:clrMapOvr>
    <a:masterClrMapping/>
  </p:clrMapOvr>
  <p:transition>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66"/>
        </a:solidFill>
        <a:effectLst/>
      </p:bgPr>
    </p:bg>
    <p:spTree>
      <p:nvGrpSpPr>
        <p:cNvPr id="1" name=""/>
        <p:cNvGrpSpPr/>
        <p:nvPr/>
      </p:nvGrpSpPr>
      <p:grpSpPr>
        <a:xfrm>
          <a:off x="0" y="0"/>
          <a:ext cx="0" cy="0"/>
          <a:chOff x="0" y="0"/>
          <a:chExt cx="0" cy="0"/>
        </a:xfrm>
      </p:grpSpPr>
      <p:sp>
        <p:nvSpPr>
          <p:cNvPr id="669704" name="Rectangle 8"/>
          <p:cNvSpPr>
            <a:spLocks noChangeArrowheads="1"/>
          </p:cNvSpPr>
          <p:nvPr/>
        </p:nvSpPr>
        <p:spPr bwMode="auto">
          <a:xfrm>
            <a:off x="304800" y="914400"/>
            <a:ext cx="5562600" cy="5410200"/>
          </a:xfrm>
          <a:prstGeom prst="rect">
            <a:avLst/>
          </a:prstGeom>
          <a:solidFill>
            <a:srgbClr val="92D050"/>
          </a:solidFill>
          <a:ln w="19050">
            <a:solidFill>
              <a:schemeClr val="tx1"/>
            </a:solidFill>
            <a:miter lim="800000"/>
            <a:headEnd type="none" w="sm" len="sm"/>
            <a:tailEnd type="none" w="sm" len="sm"/>
          </a:ln>
          <a:effectLst>
            <a:outerShdw blurRad="50800" dist="127000" dir="2700000" algn="tl" rotWithShape="0">
              <a:prstClr val="black">
                <a:alpha val="40000"/>
              </a:prstClr>
            </a:outerShdw>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pic>
        <p:nvPicPr>
          <p:cNvPr id="72706" name="Picture 2" descr="C:\Documents and Settings\a0159877\Desktop\250px-Operating_system_placement.svg.png"/>
          <p:cNvPicPr>
            <a:picLocks noChangeAspect="1" noChangeArrowheads="1"/>
          </p:cNvPicPr>
          <p:nvPr/>
        </p:nvPicPr>
        <p:blipFill>
          <a:blip r:embed="rId13" cstate="print"/>
          <a:srcRect/>
          <a:stretch>
            <a:fillRect/>
          </a:stretch>
        </p:blipFill>
        <p:spPr bwMode="auto">
          <a:xfrm>
            <a:off x="6160824" y="1153041"/>
            <a:ext cx="2819400" cy="4172713"/>
          </a:xfrm>
          <a:prstGeom prst="rect">
            <a:avLst/>
          </a:prstGeom>
          <a:noFill/>
        </p:spPr>
      </p:pic>
      <p:pic>
        <p:nvPicPr>
          <p:cNvPr id="11" name="Animated Logo" descr="tilogo_color_twoline.png"/>
          <p:cNvPicPr>
            <a:picLocks noChangeAspect="1"/>
          </p:cNvPicPr>
          <p:nvPr/>
        </p:nvPicPr>
        <p:blipFill>
          <a:blip r:embed="rId14" cstate="print"/>
          <a:stretch>
            <a:fillRect/>
          </a:stretch>
        </p:blipFill>
        <p:spPr>
          <a:xfrm>
            <a:off x="50800" y="6477000"/>
            <a:ext cx="1438537" cy="347443"/>
          </a:xfrm>
          <a:prstGeom prst="rect">
            <a:avLst/>
          </a:prstGeom>
        </p:spPr>
      </p:pic>
      <p:sp>
        <p:nvSpPr>
          <p:cNvPr id="41987" name="Rectangle 2"/>
          <p:cNvSpPr>
            <a:spLocks noGrp="1" noChangeArrowheads="1"/>
          </p:cNvSpPr>
          <p:nvPr>
            <p:ph type="title"/>
          </p:nvPr>
        </p:nvSpPr>
        <p:spPr/>
        <p:txBody>
          <a:bodyPr/>
          <a:lstStyle/>
          <a:p>
            <a:r>
              <a:rPr lang="en-US" smtClean="0">
                <a:solidFill>
                  <a:schemeClr val="tx1"/>
                </a:solidFill>
              </a:rPr>
              <a:t>Outline</a:t>
            </a:r>
          </a:p>
        </p:txBody>
      </p:sp>
      <p:sp>
        <p:nvSpPr>
          <p:cNvPr id="10" name="Text Box 4">
            <a:hlinkClick r:id="rId15" action="ppaction://hlinksldjump"/>
          </p:cNvPr>
          <p:cNvSpPr txBox="1">
            <a:spLocks noChangeArrowheads="1"/>
          </p:cNvSpPr>
          <p:nvPr>
            <p:custDataLst>
              <p:tags r:id="rId2"/>
            </p:custDataLst>
          </p:nvPr>
        </p:nvSpPr>
        <p:spPr bwMode="auto">
          <a:xfrm>
            <a:off x="301576" y="1018384"/>
            <a:ext cx="5543550" cy="476250"/>
          </a:xfrm>
          <a:prstGeom prst="rect">
            <a:avLst/>
          </a:prstGeom>
          <a:noFill/>
          <a:ln w="12700">
            <a:noFill/>
            <a:miter lim="800000"/>
            <a:headEnd type="none" w="sm" len="sm"/>
            <a:tailEnd type="none" w="sm" len="sm"/>
          </a:ln>
        </p:spPr>
        <p:txBody>
          <a:bodyPr>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Static vs. Dynamic</a:t>
            </a:r>
            <a:endParaRPr lang="en-US" sz="2800" dirty="0">
              <a:solidFill>
                <a:srgbClr val="000000"/>
              </a:solidFill>
            </a:endParaRPr>
          </a:p>
        </p:txBody>
      </p:sp>
      <p:sp>
        <p:nvSpPr>
          <p:cNvPr id="12" name="Text Box 4">
            <a:hlinkClick r:id="rId16" action="ppaction://hlinksldjump"/>
          </p:cNvPr>
          <p:cNvSpPr txBox="1">
            <a:spLocks noChangeArrowheads="1"/>
          </p:cNvSpPr>
          <p:nvPr>
            <p:custDataLst>
              <p:tags r:id="rId3"/>
            </p:custDataLst>
          </p:nvPr>
        </p:nvSpPr>
        <p:spPr bwMode="auto">
          <a:xfrm>
            <a:off x="301576" y="1593186"/>
            <a:ext cx="5543550" cy="476250"/>
          </a:xfrm>
          <a:prstGeom prst="rect">
            <a:avLst/>
          </a:prstGeom>
          <a:noFill/>
          <a:ln w="12700">
            <a:noFill/>
            <a:miter lim="800000"/>
            <a:headEnd type="none" w="sm" len="sm"/>
            <a:tailEnd type="none" w="sm" len="sm"/>
          </a:ln>
        </p:spPr>
        <p:txBody>
          <a:bodyPr>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Dynamic Memory Concepts</a:t>
            </a:r>
            <a:endParaRPr lang="en-US" sz="2800" dirty="0">
              <a:solidFill>
                <a:srgbClr val="000000"/>
              </a:solidFill>
            </a:endParaRPr>
          </a:p>
        </p:txBody>
      </p:sp>
      <p:sp>
        <p:nvSpPr>
          <p:cNvPr id="13" name="Text Box 4">
            <a:hlinkClick r:id="rId17" action="ppaction://hlinksldjump"/>
          </p:cNvPr>
          <p:cNvSpPr txBox="1">
            <a:spLocks noChangeArrowheads="1"/>
          </p:cNvSpPr>
          <p:nvPr>
            <p:custDataLst>
              <p:tags r:id="rId4"/>
            </p:custDataLst>
          </p:nvPr>
        </p:nvSpPr>
        <p:spPr bwMode="auto">
          <a:xfrm>
            <a:off x="301576" y="2167988"/>
            <a:ext cx="5543550" cy="476250"/>
          </a:xfrm>
          <a:prstGeom prst="rect">
            <a:avLst/>
          </a:prstGeom>
          <a:noFill/>
          <a:ln w="12700">
            <a:noFill/>
            <a:miter lim="800000"/>
            <a:headEnd type="none" w="sm" len="sm"/>
            <a:tailEnd type="none" w="sm" len="sm"/>
          </a:ln>
        </p:spPr>
        <p:txBody>
          <a:bodyPr>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Different Types of Heaps</a:t>
            </a:r>
            <a:endParaRPr lang="en-US" sz="2800" dirty="0">
              <a:solidFill>
                <a:srgbClr val="000000"/>
              </a:solidFill>
            </a:endParaRPr>
          </a:p>
        </p:txBody>
      </p:sp>
      <p:sp>
        <p:nvSpPr>
          <p:cNvPr id="14" name="Text Box 5">
            <a:hlinkClick r:id="rId18" action="ppaction://hlinksldjump"/>
          </p:cNvPr>
          <p:cNvSpPr txBox="1">
            <a:spLocks noChangeArrowheads="1"/>
          </p:cNvSpPr>
          <p:nvPr>
            <p:custDataLst>
              <p:tags r:id="rId5"/>
            </p:custDataLst>
          </p:nvPr>
        </p:nvSpPr>
        <p:spPr bwMode="auto">
          <a:xfrm>
            <a:off x="774000" y="2715802"/>
            <a:ext cx="4864800" cy="387798"/>
          </a:xfrm>
          <a:prstGeom prst="rect">
            <a:avLst/>
          </a:prstGeom>
          <a:solidFill>
            <a:schemeClr val="bg1"/>
          </a:solidFill>
          <a:ln w="19050">
            <a:solidFill>
              <a:schemeClr val="tx1"/>
            </a:solidFill>
            <a:miter lim="800000"/>
            <a:headEnd type="none" w="sm" len="sm"/>
            <a:tailEnd type="none" w="sm" len="sm"/>
          </a:ln>
        </p:spPr>
        <p:txBody>
          <a:bodyPr wrap="square" tIns="27432" bIns="27432">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HeapMem</a:t>
            </a:r>
            <a:endParaRPr lang="en-US" dirty="0">
              <a:solidFill>
                <a:srgbClr val="000000"/>
              </a:solidFill>
            </a:endParaRPr>
          </a:p>
        </p:txBody>
      </p:sp>
      <p:sp>
        <p:nvSpPr>
          <p:cNvPr id="15" name="Text Box 6">
            <a:hlinkClick r:id="rId19" action="ppaction://hlinksldjump"/>
          </p:cNvPr>
          <p:cNvSpPr txBox="1">
            <a:spLocks noChangeArrowheads="1"/>
          </p:cNvSpPr>
          <p:nvPr>
            <p:custDataLst>
              <p:tags r:id="rId6"/>
            </p:custDataLst>
          </p:nvPr>
        </p:nvSpPr>
        <p:spPr bwMode="auto">
          <a:xfrm>
            <a:off x="769877" y="3168116"/>
            <a:ext cx="4868924" cy="387798"/>
          </a:xfrm>
          <a:prstGeom prst="rect">
            <a:avLst/>
          </a:prstGeom>
          <a:noFill/>
          <a:ln w="12700">
            <a:noFill/>
            <a:miter lim="800000"/>
            <a:headEnd type="none" w="sm" len="sm"/>
            <a:tailEnd type="none" w="sm" len="sm"/>
          </a:ln>
        </p:spPr>
        <p:txBody>
          <a:bodyPr wrap="square" tIns="27432" bIns="27432">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HeapBuf</a:t>
            </a:r>
            <a:endParaRPr lang="en-US" dirty="0">
              <a:solidFill>
                <a:srgbClr val="000000"/>
              </a:solidFill>
            </a:endParaRPr>
          </a:p>
        </p:txBody>
      </p:sp>
      <p:sp>
        <p:nvSpPr>
          <p:cNvPr id="16" name="Text Box 6">
            <a:hlinkClick r:id="rId20" action="ppaction://hlinksldjump"/>
          </p:cNvPr>
          <p:cNvSpPr txBox="1">
            <a:spLocks noChangeArrowheads="1"/>
          </p:cNvSpPr>
          <p:nvPr>
            <p:custDataLst>
              <p:tags r:id="rId7"/>
            </p:custDataLst>
          </p:nvPr>
        </p:nvSpPr>
        <p:spPr bwMode="auto">
          <a:xfrm>
            <a:off x="769877" y="3620430"/>
            <a:ext cx="4868924" cy="387798"/>
          </a:xfrm>
          <a:prstGeom prst="rect">
            <a:avLst/>
          </a:prstGeom>
          <a:noFill/>
          <a:ln w="12700">
            <a:noFill/>
            <a:miter lim="800000"/>
            <a:headEnd type="none" w="sm" len="sm"/>
            <a:tailEnd type="none" w="sm" len="sm"/>
          </a:ln>
        </p:spPr>
        <p:txBody>
          <a:bodyPr wrap="square" tIns="27432" bIns="27432">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HeapMultiBuf</a:t>
            </a:r>
            <a:endParaRPr lang="en-US" dirty="0">
              <a:solidFill>
                <a:srgbClr val="000000"/>
              </a:solidFill>
            </a:endParaRPr>
          </a:p>
        </p:txBody>
      </p:sp>
      <p:sp>
        <p:nvSpPr>
          <p:cNvPr id="17" name="Text Box 6">
            <a:hlinkClick r:id="rId21" action="ppaction://hlinksldjump"/>
          </p:cNvPr>
          <p:cNvSpPr txBox="1">
            <a:spLocks noChangeArrowheads="1"/>
          </p:cNvSpPr>
          <p:nvPr>
            <p:custDataLst>
              <p:tags r:id="rId8"/>
            </p:custDataLst>
          </p:nvPr>
        </p:nvSpPr>
        <p:spPr bwMode="auto">
          <a:xfrm>
            <a:off x="769877" y="4072744"/>
            <a:ext cx="4868924" cy="387798"/>
          </a:xfrm>
          <a:prstGeom prst="rect">
            <a:avLst/>
          </a:prstGeom>
          <a:noFill/>
          <a:ln w="12700">
            <a:noFill/>
            <a:miter lim="800000"/>
            <a:headEnd type="none" w="sm" len="sm"/>
            <a:tailEnd type="none" w="sm" len="sm"/>
          </a:ln>
        </p:spPr>
        <p:txBody>
          <a:bodyPr wrap="square" tIns="27432" bIns="27432">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Default System Heap</a:t>
            </a:r>
            <a:endParaRPr lang="en-US" dirty="0">
              <a:solidFill>
                <a:srgbClr val="000000"/>
              </a:solidFill>
            </a:endParaRPr>
          </a:p>
        </p:txBody>
      </p:sp>
      <p:sp>
        <p:nvSpPr>
          <p:cNvPr id="18" name="Text Box 4">
            <a:hlinkClick r:id="rId22" action="ppaction://hlinksldjump"/>
          </p:cNvPr>
          <p:cNvSpPr txBox="1">
            <a:spLocks noChangeArrowheads="1"/>
          </p:cNvSpPr>
          <p:nvPr>
            <p:custDataLst>
              <p:tags r:id="rId9"/>
            </p:custDataLst>
          </p:nvPr>
        </p:nvSpPr>
        <p:spPr bwMode="auto">
          <a:xfrm>
            <a:off x="301576" y="4552045"/>
            <a:ext cx="5543550" cy="476250"/>
          </a:xfrm>
          <a:prstGeom prst="rect">
            <a:avLst/>
          </a:prstGeom>
          <a:noFill/>
          <a:ln w="12700">
            <a:noFill/>
            <a:miter lim="800000"/>
            <a:headEnd type="none" w="sm" len="sm"/>
            <a:tailEnd type="none" w="sm" len="sm"/>
          </a:ln>
        </p:spPr>
        <p:txBody>
          <a:bodyPr>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Dynamic Module Creation</a:t>
            </a:r>
            <a:endParaRPr lang="en-US" sz="2800" dirty="0">
              <a:solidFill>
                <a:srgbClr val="000000"/>
              </a:solidFill>
            </a:endParaRPr>
          </a:p>
        </p:txBody>
      </p:sp>
      <p:sp>
        <p:nvSpPr>
          <p:cNvPr id="19" name="Text Box 4">
            <a:hlinkClick r:id="rId23" action="ppaction://hlinksldjump"/>
          </p:cNvPr>
          <p:cNvSpPr txBox="1">
            <a:spLocks noChangeArrowheads="1"/>
          </p:cNvSpPr>
          <p:nvPr>
            <p:custDataLst>
              <p:tags r:id="rId10"/>
            </p:custDataLst>
          </p:nvPr>
        </p:nvSpPr>
        <p:spPr bwMode="auto">
          <a:xfrm>
            <a:off x="301576" y="5126848"/>
            <a:ext cx="5543550" cy="476250"/>
          </a:xfrm>
          <a:prstGeom prst="rect">
            <a:avLst/>
          </a:prstGeom>
          <a:noFill/>
          <a:ln w="12700">
            <a:noFill/>
            <a:miter lim="800000"/>
            <a:headEnd type="none" w="sm" len="sm"/>
            <a:tailEnd type="none" w="sm" len="sm"/>
          </a:ln>
        </p:spPr>
        <p:txBody>
          <a:bodyPr>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Custom Section Placement</a:t>
            </a:r>
            <a:endParaRPr lang="en-US" sz="2800" dirty="0">
              <a:solidFill>
                <a:srgbClr val="000000"/>
              </a:solidFill>
            </a:endParaRPr>
          </a:p>
        </p:txBody>
      </p:sp>
      <p:sp>
        <p:nvSpPr>
          <p:cNvPr id="20" name="Text Box 4">
            <a:hlinkClick r:id="rId24" action="ppaction://hlinksldjump"/>
          </p:cNvPr>
          <p:cNvSpPr txBox="1">
            <a:spLocks noChangeArrowheads="1"/>
          </p:cNvSpPr>
          <p:nvPr>
            <p:custDataLst>
              <p:tags r:id="rId11"/>
            </p:custDataLst>
          </p:nvPr>
        </p:nvSpPr>
        <p:spPr bwMode="auto">
          <a:xfrm>
            <a:off x="301576" y="5701650"/>
            <a:ext cx="5543550" cy="476250"/>
          </a:xfrm>
          <a:prstGeom prst="rect">
            <a:avLst/>
          </a:prstGeom>
          <a:noFill/>
          <a:ln w="12700">
            <a:noFill/>
            <a:miter lim="800000"/>
            <a:headEnd type="none" w="sm" len="sm"/>
            <a:tailEnd type="none" w="sm" len="sm"/>
          </a:ln>
        </p:spPr>
        <p:txBody>
          <a:bodyPr>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Lab</a:t>
            </a:r>
            <a:endParaRPr lang="en-US" sz="2800" dirty="0">
              <a:solidFill>
                <a:srgbClr val="000000"/>
              </a:solidFill>
            </a:endParaRPr>
          </a:p>
        </p:txBody>
      </p:sp>
    </p:spTree>
    <p:custDataLst>
      <p:tags r:id="rId1"/>
    </p:custDataLst>
    <p:extLst>
      <p:ext uri="{BB962C8B-B14F-4D97-AF65-F5344CB8AC3E}">
        <p14:creationId xmlns:p14="http://schemas.microsoft.com/office/powerpoint/2010/main" val="1729414656"/>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a:xfrm>
            <a:off x="0" y="-3792"/>
            <a:ext cx="9144000" cy="609600"/>
          </a:xfrm>
        </p:spPr>
        <p:txBody>
          <a:bodyPr>
            <a:noAutofit/>
          </a:bodyPr>
          <a:lstStyle/>
          <a:p>
            <a:r>
              <a:rPr lang="en-US" dirty="0" err="1" smtClean="0"/>
              <a:t>HeapMem</a:t>
            </a:r>
            <a:endParaRPr lang="en-US" dirty="0" smtClean="0"/>
          </a:p>
        </p:txBody>
      </p:sp>
      <p:sp>
        <p:nvSpPr>
          <p:cNvPr id="9" name="Rectangle 8"/>
          <p:cNvSpPr/>
          <p:nvPr/>
        </p:nvSpPr>
        <p:spPr bwMode="auto">
          <a:xfrm>
            <a:off x="7213988" y="1165882"/>
            <a:ext cx="1396612" cy="609600"/>
          </a:xfrm>
          <a:prstGeom prst="rect">
            <a:avLst/>
          </a:prstGeom>
          <a:solidFill>
            <a:schemeClr val="accent5">
              <a:lumMod val="60000"/>
              <a:lumOff val="4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80000"/>
              </a:lnSpc>
              <a:spcBef>
                <a:spcPct val="50000"/>
              </a:spcBef>
              <a:spcAft>
                <a:spcPct val="0"/>
              </a:spcAft>
              <a:buClrTx/>
              <a:buSzTx/>
              <a:buFontTx/>
              <a:buNone/>
              <a:tabLst/>
            </a:pPr>
            <a:endParaRPr kumimoji="0" lang="en-US" sz="2800" b="1" i="0" u="none" strike="noStrike" cap="none" normalizeH="0" baseline="0" dirty="0" smtClean="0">
              <a:ln>
                <a:noFill/>
              </a:ln>
              <a:solidFill>
                <a:schemeClr val="dk1"/>
              </a:solidFill>
              <a:effectLst/>
              <a:latin typeface="Arial Narrow" pitchFamily="34" charset="0"/>
            </a:endParaRPr>
          </a:p>
        </p:txBody>
      </p:sp>
      <p:sp>
        <p:nvSpPr>
          <p:cNvPr id="10" name="Rectangle 9"/>
          <p:cNvSpPr/>
          <p:nvPr/>
        </p:nvSpPr>
        <p:spPr bwMode="auto">
          <a:xfrm>
            <a:off x="7213988" y="1775482"/>
            <a:ext cx="1396612" cy="304800"/>
          </a:xfrm>
          <a:prstGeom prst="rect">
            <a:avLst/>
          </a:prstGeom>
          <a:solidFill>
            <a:schemeClr val="tx2">
              <a:lumMod val="20000"/>
              <a:lumOff val="8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80000"/>
              </a:lnSpc>
              <a:spcBef>
                <a:spcPct val="50000"/>
              </a:spcBef>
              <a:spcAft>
                <a:spcPct val="0"/>
              </a:spcAft>
              <a:buClrTx/>
              <a:buSzTx/>
              <a:buFontTx/>
              <a:buNone/>
              <a:tabLst/>
            </a:pPr>
            <a:endParaRPr kumimoji="0" lang="en-US" sz="2800" b="1" i="0" u="none" strike="noStrike" cap="none" normalizeH="0" baseline="0" dirty="0" smtClean="0">
              <a:ln>
                <a:noFill/>
              </a:ln>
              <a:solidFill>
                <a:schemeClr val="dk1"/>
              </a:solidFill>
              <a:effectLst/>
              <a:latin typeface="Arial Narrow" pitchFamily="34" charset="0"/>
            </a:endParaRPr>
          </a:p>
        </p:txBody>
      </p:sp>
      <p:sp>
        <p:nvSpPr>
          <p:cNvPr id="11" name="Rectangle 10"/>
          <p:cNvSpPr/>
          <p:nvPr/>
        </p:nvSpPr>
        <p:spPr bwMode="auto">
          <a:xfrm>
            <a:off x="7213988" y="2232682"/>
            <a:ext cx="1396612" cy="1219200"/>
          </a:xfrm>
          <a:prstGeom prst="rect">
            <a:avLst/>
          </a:prstGeom>
          <a:solidFill>
            <a:schemeClr val="accent3">
              <a:lumMod val="60000"/>
              <a:lumOff val="4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80000"/>
              </a:lnSpc>
              <a:spcBef>
                <a:spcPct val="50000"/>
              </a:spcBef>
              <a:spcAft>
                <a:spcPct val="0"/>
              </a:spcAft>
              <a:buClrTx/>
              <a:buSzTx/>
              <a:buFontTx/>
              <a:buNone/>
              <a:tabLst/>
            </a:pPr>
            <a:endParaRPr kumimoji="0" lang="en-US" sz="2800" b="1" i="0" u="none" strike="noStrike" cap="none" normalizeH="0" baseline="0" dirty="0" smtClean="0">
              <a:ln>
                <a:noFill/>
              </a:ln>
              <a:solidFill>
                <a:schemeClr val="dk1"/>
              </a:solidFill>
              <a:effectLst/>
              <a:latin typeface="Arial Narrow" pitchFamily="34" charset="0"/>
            </a:endParaRPr>
          </a:p>
        </p:txBody>
      </p:sp>
      <p:sp>
        <p:nvSpPr>
          <p:cNvPr id="13" name="Rectangle 12"/>
          <p:cNvSpPr/>
          <p:nvPr/>
        </p:nvSpPr>
        <p:spPr bwMode="auto">
          <a:xfrm>
            <a:off x="7213988" y="2080282"/>
            <a:ext cx="1396612" cy="205718"/>
          </a:xfrm>
          <a:prstGeom prst="rect">
            <a:avLst/>
          </a:prstGeom>
          <a:solidFill>
            <a:schemeClr val="accent1"/>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80000"/>
              </a:lnSpc>
              <a:spcBef>
                <a:spcPct val="50000"/>
              </a:spcBef>
              <a:spcAft>
                <a:spcPct val="0"/>
              </a:spcAft>
              <a:buClrTx/>
              <a:buSzTx/>
              <a:buFontTx/>
              <a:buNone/>
              <a:tabLst/>
            </a:pPr>
            <a:endParaRPr kumimoji="0" lang="en-US" sz="2800" b="1" i="0" u="none" strike="noStrike" cap="none" normalizeH="0" baseline="0" dirty="0" smtClean="0">
              <a:ln>
                <a:noFill/>
              </a:ln>
              <a:solidFill>
                <a:schemeClr val="dk1"/>
              </a:solidFill>
              <a:effectLst/>
              <a:latin typeface="Arial Narrow" pitchFamily="34" charset="0"/>
            </a:endParaRPr>
          </a:p>
        </p:txBody>
      </p:sp>
      <p:sp>
        <p:nvSpPr>
          <p:cNvPr id="14" name="Rectangle 13"/>
          <p:cNvSpPr/>
          <p:nvPr/>
        </p:nvSpPr>
        <p:spPr bwMode="auto">
          <a:xfrm>
            <a:off x="7213988" y="3451882"/>
            <a:ext cx="1396612" cy="609600"/>
          </a:xfrm>
          <a:prstGeom prst="rect">
            <a:avLst/>
          </a:prstGeom>
          <a:solidFill>
            <a:schemeClr val="accent4">
              <a:lumMod val="20000"/>
              <a:lumOff val="8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80000"/>
              </a:lnSpc>
              <a:spcBef>
                <a:spcPct val="50000"/>
              </a:spcBef>
              <a:spcAft>
                <a:spcPct val="0"/>
              </a:spcAft>
              <a:buClrTx/>
              <a:buSzTx/>
              <a:buFontTx/>
              <a:buNone/>
              <a:tabLst/>
            </a:pPr>
            <a:endParaRPr kumimoji="0" lang="en-US" sz="2800" b="1" i="0" u="none" strike="noStrike" cap="none" normalizeH="0" baseline="0" dirty="0" smtClean="0">
              <a:ln>
                <a:noFill/>
              </a:ln>
              <a:solidFill>
                <a:schemeClr val="dk1"/>
              </a:solidFill>
              <a:effectLst/>
              <a:latin typeface="Arial Narrow" pitchFamily="34" charset="0"/>
            </a:endParaRPr>
          </a:p>
        </p:txBody>
      </p:sp>
      <p:sp>
        <p:nvSpPr>
          <p:cNvPr id="15" name="TextBox 14"/>
          <p:cNvSpPr txBox="1"/>
          <p:nvPr/>
        </p:nvSpPr>
        <p:spPr>
          <a:xfrm>
            <a:off x="7169166" y="809500"/>
            <a:ext cx="1475084" cy="406265"/>
          </a:xfrm>
          <a:prstGeom prst="rect">
            <a:avLst/>
          </a:prstGeom>
          <a:noFill/>
        </p:spPr>
        <p:txBody>
          <a:bodyPr wrap="none" rtlCol="0" anchor="ctr" anchorCtr="0">
            <a:spAutoFit/>
          </a:bodyPr>
          <a:lstStyle/>
          <a:p>
            <a:r>
              <a:rPr lang="en-US" dirty="0" err="1" smtClean="0">
                <a:solidFill>
                  <a:schemeClr val="dk1"/>
                </a:solidFill>
                <a:effectLst/>
                <a:latin typeface="Courier New" pitchFamily="49" charset="0"/>
                <a:cs typeface="Courier New" pitchFamily="49" charset="0"/>
              </a:rPr>
              <a:t>HeapMem</a:t>
            </a:r>
            <a:endParaRPr lang="en-US" dirty="0" smtClean="0">
              <a:solidFill>
                <a:schemeClr val="dk1"/>
              </a:solidFill>
              <a:effectLst/>
              <a:latin typeface="Courier New" pitchFamily="49" charset="0"/>
              <a:cs typeface="Courier New" pitchFamily="49" charset="0"/>
            </a:endParaRPr>
          </a:p>
        </p:txBody>
      </p:sp>
      <p:sp>
        <p:nvSpPr>
          <p:cNvPr id="16" name="TextBox 15"/>
          <p:cNvSpPr txBox="1"/>
          <p:nvPr/>
        </p:nvSpPr>
        <p:spPr>
          <a:xfrm>
            <a:off x="304800" y="640647"/>
            <a:ext cx="6673109" cy="3323987"/>
          </a:xfrm>
          <a:prstGeom prst="rect">
            <a:avLst/>
          </a:prstGeom>
          <a:noFill/>
        </p:spPr>
        <p:txBody>
          <a:bodyPr wrap="none" rtlCol="0" anchor="ctr" anchorCtr="0">
            <a:spAutoFit/>
          </a:bodyPr>
          <a:lstStyle/>
          <a:p>
            <a:pPr marL="342900" indent="-342900">
              <a:lnSpc>
                <a:spcPct val="100000"/>
              </a:lnSpc>
              <a:buClr>
                <a:schemeClr val="tx2"/>
              </a:buClr>
              <a:buSzPct val="75000"/>
              <a:buFont typeface="Wingdings"/>
              <a:buChar char=""/>
            </a:pPr>
            <a:r>
              <a:rPr lang="en-US" sz="2800" b="0" i="1" u="sng" dirty="0" smtClean="0">
                <a:solidFill>
                  <a:schemeClr val="dk1"/>
                </a:solidFill>
                <a:effectLst/>
                <a:latin typeface="Calibri" pitchFamily="34" charset="0"/>
                <a:cs typeface="Calibri" pitchFamily="34" charset="0"/>
              </a:rPr>
              <a:t>Most flexible</a:t>
            </a:r>
            <a:r>
              <a:rPr lang="en-US" sz="2800" b="0" i="1" dirty="0" smtClean="0">
                <a:solidFill>
                  <a:schemeClr val="dk1"/>
                </a:solidFill>
                <a:effectLst/>
                <a:latin typeface="Calibri" pitchFamily="34" charset="0"/>
                <a:cs typeface="Calibri" pitchFamily="34" charset="0"/>
              </a:rPr>
              <a:t> </a:t>
            </a:r>
            <a:r>
              <a:rPr lang="en-US" sz="2800" b="0" dirty="0" smtClean="0">
                <a:solidFill>
                  <a:schemeClr val="dk1"/>
                </a:solidFill>
                <a:effectLst/>
                <a:latin typeface="Calibri" pitchFamily="34" charset="0"/>
                <a:cs typeface="Calibri" pitchFamily="34" charset="0"/>
              </a:rPr>
              <a:t>– allows allocation of</a:t>
            </a:r>
            <a:br>
              <a:rPr lang="en-US" sz="2800" b="0" dirty="0" smtClean="0">
                <a:solidFill>
                  <a:schemeClr val="dk1"/>
                </a:solidFill>
                <a:effectLst/>
                <a:latin typeface="Calibri" pitchFamily="34" charset="0"/>
                <a:cs typeface="Calibri" pitchFamily="34" charset="0"/>
              </a:rPr>
            </a:br>
            <a:r>
              <a:rPr lang="en-US" sz="2800" b="0" dirty="0" smtClean="0">
                <a:solidFill>
                  <a:schemeClr val="dk1"/>
                </a:solidFill>
                <a:effectLst/>
                <a:latin typeface="Calibri" pitchFamily="34" charset="0"/>
                <a:cs typeface="Calibri" pitchFamily="34" charset="0"/>
              </a:rPr>
              <a:t>variable-sized blocks (like </a:t>
            </a:r>
            <a:r>
              <a:rPr lang="en-US" sz="2800" b="0" dirty="0" err="1" smtClean="0">
                <a:solidFill>
                  <a:schemeClr val="dk1"/>
                </a:solidFill>
                <a:effectLst/>
                <a:latin typeface="Calibri" pitchFamily="34" charset="0"/>
                <a:cs typeface="Calibri" pitchFamily="34" charset="0"/>
              </a:rPr>
              <a:t>malloc</a:t>
            </a:r>
            <a:r>
              <a:rPr lang="en-US" sz="2800" b="0" dirty="0" smtClean="0">
                <a:solidFill>
                  <a:schemeClr val="dk1"/>
                </a:solidFill>
                <a:effectLst/>
                <a:latin typeface="Calibri" pitchFamily="34" charset="0"/>
                <a:cs typeface="Calibri" pitchFamily="34" charset="0"/>
              </a:rPr>
              <a:t>())</a:t>
            </a:r>
          </a:p>
          <a:p>
            <a:pPr marL="342900" indent="-342900">
              <a:lnSpc>
                <a:spcPct val="100000"/>
              </a:lnSpc>
              <a:buClr>
                <a:schemeClr val="tx2"/>
              </a:buClr>
              <a:buSzPct val="75000"/>
              <a:buFont typeface="Wingdings"/>
              <a:buChar char=""/>
            </a:pPr>
            <a:r>
              <a:rPr lang="en-US" sz="2800" b="0" dirty="0" smtClean="0">
                <a:solidFill>
                  <a:schemeClr val="dk1"/>
                </a:solidFill>
                <a:latin typeface="Calibri" pitchFamily="34" charset="0"/>
                <a:cs typeface="Calibri" pitchFamily="34" charset="0"/>
              </a:rPr>
              <a:t>Ideal when size of memory is not known</a:t>
            </a:r>
            <a:br>
              <a:rPr lang="en-US" sz="2800" b="0" dirty="0" smtClean="0">
                <a:solidFill>
                  <a:schemeClr val="dk1"/>
                </a:solidFill>
                <a:latin typeface="Calibri" pitchFamily="34" charset="0"/>
                <a:cs typeface="Calibri" pitchFamily="34" charset="0"/>
              </a:rPr>
            </a:br>
            <a:r>
              <a:rPr lang="en-US" sz="2800" b="0" dirty="0" smtClean="0">
                <a:solidFill>
                  <a:schemeClr val="dk1"/>
                </a:solidFill>
                <a:latin typeface="Calibri" pitchFamily="34" charset="0"/>
                <a:cs typeface="Calibri" pitchFamily="34" charset="0"/>
              </a:rPr>
              <a:t>until runtime</a:t>
            </a:r>
          </a:p>
          <a:p>
            <a:pPr marL="342900" indent="-342900">
              <a:lnSpc>
                <a:spcPct val="100000"/>
              </a:lnSpc>
              <a:buClr>
                <a:schemeClr val="tx2"/>
              </a:buClr>
              <a:buSzPct val="75000"/>
              <a:buFont typeface="Wingdings"/>
              <a:buChar char=""/>
            </a:pPr>
            <a:r>
              <a:rPr lang="en-US" sz="2800" b="0" dirty="0" smtClean="0">
                <a:solidFill>
                  <a:schemeClr val="dk1"/>
                </a:solidFill>
                <a:latin typeface="Calibri" pitchFamily="34" charset="0"/>
                <a:cs typeface="Calibri" pitchFamily="34" charset="0"/>
              </a:rPr>
              <a:t>Creation: .CFG (static) or C code (dynamic)</a:t>
            </a:r>
            <a:endParaRPr lang="en-US" sz="2800" b="0" dirty="0" smtClean="0">
              <a:solidFill>
                <a:schemeClr val="dk1"/>
              </a:solidFill>
              <a:effectLst/>
              <a:latin typeface="Calibri" pitchFamily="34" charset="0"/>
              <a:cs typeface="Calibri" pitchFamily="34" charset="0"/>
            </a:endParaRPr>
          </a:p>
          <a:p>
            <a:pPr marL="342900" indent="-342900">
              <a:lnSpc>
                <a:spcPct val="100000"/>
              </a:lnSpc>
              <a:buClr>
                <a:schemeClr val="tx2"/>
              </a:buClr>
              <a:buSzPct val="75000"/>
              <a:buFont typeface="Wingdings"/>
              <a:buChar char=""/>
            </a:pPr>
            <a:r>
              <a:rPr lang="en-US" sz="2800" b="0" dirty="0" smtClean="0">
                <a:solidFill>
                  <a:schemeClr val="dk1"/>
                </a:solidFill>
                <a:latin typeface="Calibri" pitchFamily="34" charset="0"/>
                <a:cs typeface="Calibri" pitchFamily="34" charset="0"/>
              </a:rPr>
              <a:t>Like </a:t>
            </a:r>
            <a:r>
              <a:rPr lang="en-US" sz="2800" b="0" dirty="0" err="1" smtClean="0">
                <a:solidFill>
                  <a:schemeClr val="dk1"/>
                </a:solidFill>
                <a:latin typeface="Calibri" pitchFamily="34" charset="0"/>
                <a:cs typeface="Calibri" pitchFamily="34" charset="0"/>
              </a:rPr>
              <a:t>malloc</a:t>
            </a:r>
            <a:r>
              <a:rPr lang="en-US" sz="2800" b="0" dirty="0" smtClean="0">
                <a:solidFill>
                  <a:schemeClr val="dk1"/>
                </a:solidFill>
                <a:latin typeface="Calibri" pitchFamily="34" charset="0"/>
                <a:cs typeface="Calibri" pitchFamily="34" charset="0"/>
              </a:rPr>
              <a:t>(), there are </a:t>
            </a:r>
            <a:r>
              <a:rPr lang="en-US" sz="2800" b="0" u="sng" dirty="0" smtClean="0">
                <a:solidFill>
                  <a:schemeClr val="dk1"/>
                </a:solidFill>
                <a:latin typeface="Calibri" pitchFamily="34" charset="0"/>
                <a:cs typeface="Calibri" pitchFamily="34" charset="0"/>
              </a:rPr>
              <a:t>drawbacks</a:t>
            </a:r>
            <a:r>
              <a:rPr lang="en-US" sz="2800" b="0" dirty="0" smtClean="0">
                <a:solidFill>
                  <a:schemeClr val="dk1"/>
                </a:solidFill>
                <a:latin typeface="Calibri" pitchFamily="34" charset="0"/>
                <a:cs typeface="Calibri" pitchFamily="34" charset="0"/>
              </a:rPr>
              <a:t>:</a:t>
            </a:r>
            <a:endParaRPr lang="en-US" sz="2800" b="0" dirty="0" smtClean="0">
              <a:solidFill>
                <a:schemeClr val="dk1"/>
              </a:solidFill>
              <a:effectLst/>
              <a:latin typeface="Calibri" pitchFamily="34" charset="0"/>
              <a:cs typeface="Calibri" pitchFamily="34" charset="0"/>
            </a:endParaRPr>
          </a:p>
        </p:txBody>
      </p:sp>
      <p:pic>
        <p:nvPicPr>
          <p:cNvPr id="17" name="Picture 13" descr="MC900240405[1]"/>
          <p:cNvPicPr>
            <a:picLocks noChangeAspect="1" noChangeArrowheads="1"/>
          </p:cNvPicPr>
          <p:nvPr/>
        </p:nvPicPr>
        <p:blipFill>
          <a:blip r:embed="rId4" cstate="print"/>
          <a:srcRect/>
          <a:stretch>
            <a:fillRect/>
          </a:stretch>
        </p:blipFill>
        <p:spPr bwMode="auto">
          <a:xfrm>
            <a:off x="685800" y="3946529"/>
            <a:ext cx="403902" cy="444192"/>
          </a:xfrm>
          <a:prstGeom prst="rect">
            <a:avLst/>
          </a:prstGeom>
          <a:noFill/>
          <a:ln w="9525">
            <a:noFill/>
            <a:miter lim="800000"/>
            <a:headEnd/>
            <a:tailEnd/>
          </a:ln>
        </p:spPr>
      </p:pic>
      <p:sp>
        <p:nvSpPr>
          <p:cNvPr id="18" name="TextBox 17"/>
          <p:cNvSpPr txBox="1"/>
          <p:nvPr/>
        </p:nvSpPr>
        <p:spPr>
          <a:xfrm>
            <a:off x="1096367" y="4009800"/>
            <a:ext cx="5267660" cy="707886"/>
          </a:xfrm>
          <a:prstGeom prst="rect">
            <a:avLst/>
          </a:prstGeom>
          <a:noFill/>
        </p:spPr>
        <p:txBody>
          <a:bodyPr wrap="none" rtlCol="0" anchor="ctr" anchorCtr="0">
            <a:spAutoFit/>
          </a:bodyPr>
          <a:lstStyle/>
          <a:p>
            <a:pPr>
              <a:lnSpc>
                <a:spcPct val="100000"/>
              </a:lnSpc>
            </a:pPr>
            <a:r>
              <a:rPr lang="en-US" sz="2000" dirty="0" smtClean="0">
                <a:solidFill>
                  <a:schemeClr val="tx2"/>
                </a:solidFill>
                <a:effectLst/>
                <a:latin typeface="Calibri" pitchFamily="34" charset="0"/>
                <a:cs typeface="Calibri" pitchFamily="34" charset="0"/>
              </a:rPr>
              <a:t>NOT Deterministic </a:t>
            </a:r>
            <a:r>
              <a:rPr lang="en-US" sz="2000" dirty="0" smtClean="0">
                <a:effectLst/>
                <a:latin typeface="Calibri" pitchFamily="34" charset="0"/>
                <a:cs typeface="Calibri" pitchFamily="34" charset="0"/>
              </a:rPr>
              <a:t>– </a:t>
            </a:r>
            <a:r>
              <a:rPr lang="en-US" sz="2000" b="0" dirty="0" smtClean="0">
                <a:effectLst/>
                <a:latin typeface="Calibri" pitchFamily="34" charset="0"/>
                <a:cs typeface="Calibri" pitchFamily="34" charset="0"/>
              </a:rPr>
              <a:t>Memory Manager traverses</a:t>
            </a:r>
            <a:br>
              <a:rPr lang="en-US" sz="2000" b="0" dirty="0" smtClean="0">
                <a:effectLst/>
                <a:latin typeface="Calibri" pitchFamily="34" charset="0"/>
                <a:cs typeface="Calibri" pitchFamily="34" charset="0"/>
              </a:rPr>
            </a:br>
            <a:r>
              <a:rPr lang="en-US" sz="2000" b="0" dirty="0" smtClean="0">
                <a:effectLst/>
                <a:latin typeface="Calibri" pitchFamily="34" charset="0"/>
                <a:cs typeface="Calibri" pitchFamily="34" charset="0"/>
              </a:rPr>
              <a:t>linked list to find blocks  </a:t>
            </a:r>
          </a:p>
        </p:txBody>
      </p:sp>
      <p:pic>
        <p:nvPicPr>
          <p:cNvPr id="21" name="Picture 13" descr="MC900240405[1]"/>
          <p:cNvPicPr>
            <a:picLocks noChangeAspect="1" noChangeArrowheads="1"/>
          </p:cNvPicPr>
          <p:nvPr/>
        </p:nvPicPr>
        <p:blipFill>
          <a:blip r:embed="rId4" cstate="print"/>
          <a:srcRect/>
          <a:stretch>
            <a:fillRect/>
          </a:stretch>
        </p:blipFill>
        <p:spPr bwMode="auto">
          <a:xfrm>
            <a:off x="685800" y="4788198"/>
            <a:ext cx="403902" cy="444192"/>
          </a:xfrm>
          <a:prstGeom prst="rect">
            <a:avLst/>
          </a:prstGeom>
          <a:noFill/>
          <a:ln w="9525">
            <a:noFill/>
            <a:miter lim="800000"/>
            <a:headEnd/>
            <a:tailEnd/>
          </a:ln>
        </p:spPr>
      </p:pic>
      <p:sp>
        <p:nvSpPr>
          <p:cNvPr id="22" name="TextBox 21"/>
          <p:cNvSpPr txBox="1"/>
          <p:nvPr/>
        </p:nvSpPr>
        <p:spPr>
          <a:xfrm>
            <a:off x="1096367" y="4851469"/>
            <a:ext cx="6698052" cy="400110"/>
          </a:xfrm>
          <a:prstGeom prst="rect">
            <a:avLst/>
          </a:prstGeom>
          <a:noFill/>
        </p:spPr>
        <p:txBody>
          <a:bodyPr wrap="none" rtlCol="0" anchor="ctr" anchorCtr="0">
            <a:spAutoFit/>
          </a:bodyPr>
          <a:lstStyle/>
          <a:p>
            <a:pPr>
              <a:lnSpc>
                <a:spcPct val="100000"/>
              </a:lnSpc>
            </a:pPr>
            <a:r>
              <a:rPr lang="en-US" sz="2000" dirty="0" smtClean="0">
                <a:solidFill>
                  <a:schemeClr val="tx2"/>
                </a:solidFill>
                <a:effectLst/>
                <a:latin typeface="Calibri" pitchFamily="34" charset="0"/>
                <a:cs typeface="Calibri" pitchFamily="34" charset="0"/>
              </a:rPr>
              <a:t>Fragmentation </a:t>
            </a:r>
            <a:r>
              <a:rPr lang="en-US" sz="2000" dirty="0" smtClean="0">
                <a:effectLst/>
                <a:latin typeface="Calibri" pitchFamily="34" charset="0"/>
                <a:cs typeface="Calibri" pitchFamily="34" charset="0"/>
              </a:rPr>
              <a:t>– </a:t>
            </a:r>
            <a:r>
              <a:rPr lang="en-US" sz="2000" b="0" dirty="0" smtClean="0">
                <a:effectLst/>
                <a:latin typeface="Calibri" pitchFamily="34" charset="0"/>
                <a:cs typeface="Calibri" pitchFamily="34" charset="0"/>
              </a:rPr>
              <a:t>After frequent allocate/free, fragments occur</a:t>
            </a:r>
          </a:p>
        </p:txBody>
      </p:sp>
      <p:sp>
        <p:nvSpPr>
          <p:cNvPr id="23" name="Leading Question"/>
          <p:cNvSpPr txBox="1"/>
          <p:nvPr/>
        </p:nvSpPr>
        <p:spPr>
          <a:xfrm>
            <a:off x="4114800" y="6287072"/>
            <a:ext cx="4334520" cy="246221"/>
          </a:xfrm>
          <a:prstGeom prst="rect">
            <a:avLst/>
          </a:prstGeom>
          <a:noFill/>
        </p:spPr>
        <p:txBody>
          <a:bodyPr vert="horz" wrap="none" lIns="0" tIns="0" rIns="0" bIns="0" rtlCol="0" anchor="b" anchorCtr="0">
            <a:spAutoFit/>
          </a:bodyPr>
          <a:lstStyle/>
          <a:p>
            <a:pPr algn="r">
              <a:spcBef>
                <a:spcPct val="0"/>
              </a:spcBef>
            </a:pPr>
            <a:r>
              <a:rPr lang="en-US" sz="2000" b="0" dirty="0" smtClean="0">
                <a:solidFill>
                  <a:schemeClr val="tx2"/>
                </a:solidFill>
                <a:latin typeface="Arial Narrow"/>
              </a:rPr>
              <a:t>Is there a heap type without these drawbacks?</a:t>
            </a:r>
          </a:p>
        </p:txBody>
      </p:sp>
      <p:pic>
        <p:nvPicPr>
          <p:cNvPr id="27" name="Animated Logo" descr="tilogo_color_twoline.png"/>
          <p:cNvPicPr>
            <a:picLocks noChangeAspect="1"/>
          </p:cNvPicPr>
          <p:nvPr/>
        </p:nvPicPr>
        <p:blipFill>
          <a:blip r:embed="rId5" cstate="print"/>
          <a:stretch>
            <a:fillRect/>
          </a:stretch>
        </p:blipFill>
        <p:spPr>
          <a:xfrm>
            <a:off x="50800" y="6477000"/>
            <a:ext cx="1438537" cy="347443"/>
          </a:xfrm>
          <a:prstGeom prst="rect">
            <a:avLst/>
          </a:prstGeom>
        </p:spPr>
      </p:pic>
    </p:spTree>
    <p:custDataLst>
      <p:tags r:id="rId1"/>
    </p:custData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3"/>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0"/>
                                  </p:stCondLst>
                                  <p:childTnLst>
                                    <p:set>
                                      <p:cBhvr>
                                        <p:cTn id="9" dur="1" fill="hold">
                                          <p:stCondLst>
                                            <p:cond delay="499"/>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66"/>
        </a:solidFill>
        <a:effectLst/>
      </p:bgPr>
    </p:bg>
    <p:spTree>
      <p:nvGrpSpPr>
        <p:cNvPr id="1" name=""/>
        <p:cNvGrpSpPr/>
        <p:nvPr/>
      </p:nvGrpSpPr>
      <p:grpSpPr>
        <a:xfrm>
          <a:off x="0" y="0"/>
          <a:ext cx="0" cy="0"/>
          <a:chOff x="0" y="0"/>
          <a:chExt cx="0" cy="0"/>
        </a:xfrm>
      </p:grpSpPr>
      <p:sp>
        <p:nvSpPr>
          <p:cNvPr id="669704" name="Rectangle 8"/>
          <p:cNvSpPr>
            <a:spLocks noChangeArrowheads="1"/>
          </p:cNvSpPr>
          <p:nvPr/>
        </p:nvSpPr>
        <p:spPr bwMode="auto">
          <a:xfrm>
            <a:off x="304800" y="914400"/>
            <a:ext cx="5562600" cy="5410200"/>
          </a:xfrm>
          <a:prstGeom prst="rect">
            <a:avLst/>
          </a:prstGeom>
          <a:solidFill>
            <a:srgbClr val="92D050"/>
          </a:solidFill>
          <a:ln w="19050">
            <a:solidFill>
              <a:schemeClr val="tx1"/>
            </a:solidFill>
            <a:miter lim="800000"/>
            <a:headEnd type="none" w="sm" len="sm"/>
            <a:tailEnd type="none" w="sm" len="sm"/>
          </a:ln>
          <a:effectLst>
            <a:outerShdw blurRad="50800" dist="127000" dir="2700000" algn="tl" rotWithShape="0">
              <a:prstClr val="black">
                <a:alpha val="40000"/>
              </a:prstClr>
            </a:outerShdw>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pic>
        <p:nvPicPr>
          <p:cNvPr id="72706" name="Picture 2" descr="C:\Documents and Settings\a0159877\Desktop\250px-Operating_system_placement.svg.png"/>
          <p:cNvPicPr>
            <a:picLocks noChangeAspect="1" noChangeArrowheads="1"/>
          </p:cNvPicPr>
          <p:nvPr/>
        </p:nvPicPr>
        <p:blipFill>
          <a:blip r:embed="rId13" cstate="print"/>
          <a:srcRect/>
          <a:stretch>
            <a:fillRect/>
          </a:stretch>
        </p:blipFill>
        <p:spPr bwMode="auto">
          <a:xfrm>
            <a:off x="6160824" y="1153041"/>
            <a:ext cx="2819400" cy="4172713"/>
          </a:xfrm>
          <a:prstGeom prst="rect">
            <a:avLst/>
          </a:prstGeom>
          <a:noFill/>
        </p:spPr>
      </p:pic>
      <p:pic>
        <p:nvPicPr>
          <p:cNvPr id="11" name="Animated Logo" descr="tilogo_color_twoline.png"/>
          <p:cNvPicPr>
            <a:picLocks noChangeAspect="1"/>
          </p:cNvPicPr>
          <p:nvPr/>
        </p:nvPicPr>
        <p:blipFill>
          <a:blip r:embed="rId14" cstate="print"/>
          <a:stretch>
            <a:fillRect/>
          </a:stretch>
        </p:blipFill>
        <p:spPr>
          <a:xfrm>
            <a:off x="50800" y="6477000"/>
            <a:ext cx="1438537" cy="347443"/>
          </a:xfrm>
          <a:prstGeom prst="rect">
            <a:avLst/>
          </a:prstGeom>
        </p:spPr>
      </p:pic>
      <p:sp>
        <p:nvSpPr>
          <p:cNvPr id="41987" name="Rectangle 2"/>
          <p:cNvSpPr>
            <a:spLocks noGrp="1" noChangeArrowheads="1"/>
          </p:cNvSpPr>
          <p:nvPr>
            <p:ph type="title"/>
          </p:nvPr>
        </p:nvSpPr>
        <p:spPr/>
        <p:txBody>
          <a:bodyPr/>
          <a:lstStyle/>
          <a:p>
            <a:r>
              <a:rPr lang="en-US" smtClean="0">
                <a:solidFill>
                  <a:schemeClr val="tx1"/>
                </a:solidFill>
              </a:rPr>
              <a:t>Outline</a:t>
            </a:r>
          </a:p>
        </p:txBody>
      </p:sp>
      <p:sp>
        <p:nvSpPr>
          <p:cNvPr id="10" name="Text Box 4">
            <a:hlinkClick r:id="rId15" action="ppaction://hlinksldjump"/>
          </p:cNvPr>
          <p:cNvSpPr txBox="1">
            <a:spLocks noChangeArrowheads="1"/>
          </p:cNvSpPr>
          <p:nvPr>
            <p:custDataLst>
              <p:tags r:id="rId2"/>
            </p:custDataLst>
          </p:nvPr>
        </p:nvSpPr>
        <p:spPr bwMode="auto">
          <a:xfrm>
            <a:off x="301576" y="1018384"/>
            <a:ext cx="5543550" cy="476250"/>
          </a:xfrm>
          <a:prstGeom prst="rect">
            <a:avLst/>
          </a:prstGeom>
          <a:noFill/>
          <a:ln w="12700">
            <a:noFill/>
            <a:miter lim="800000"/>
            <a:headEnd type="none" w="sm" len="sm"/>
            <a:tailEnd type="none" w="sm" len="sm"/>
          </a:ln>
        </p:spPr>
        <p:txBody>
          <a:bodyPr>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Static vs. Dynamic</a:t>
            </a:r>
            <a:endParaRPr lang="en-US" sz="2800" dirty="0">
              <a:solidFill>
                <a:srgbClr val="000000"/>
              </a:solidFill>
            </a:endParaRPr>
          </a:p>
        </p:txBody>
      </p:sp>
      <p:sp>
        <p:nvSpPr>
          <p:cNvPr id="12" name="Text Box 4">
            <a:hlinkClick r:id="rId16" action="ppaction://hlinksldjump"/>
          </p:cNvPr>
          <p:cNvSpPr txBox="1">
            <a:spLocks noChangeArrowheads="1"/>
          </p:cNvSpPr>
          <p:nvPr>
            <p:custDataLst>
              <p:tags r:id="rId3"/>
            </p:custDataLst>
          </p:nvPr>
        </p:nvSpPr>
        <p:spPr bwMode="auto">
          <a:xfrm>
            <a:off x="301576" y="1593186"/>
            <a:ext cx="5543550" cy="476250"/>
          </a:xfrm>
          <a:prstGeom prst="rect">
            <a:avLst/>
          </a:prstGeom>
          <a:noFill/>
          <a:ln w="12700">
            <a:noFill/>
            <a:miter lim="800000"/>
            <a:headEnd type="none" w="sm" len="sm"/>
            <a:tailEnd type="none" w="sm" len="sm"/>
          </a:ln>
        </p:spPr>
        <p:txBody>
          <a:bodyPr>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Dynamic Memory Concepts</a:t>
            </a:r>
            <a:endParaRPr lang="en-US" sz="2800" dirty="0">
              <a:solidFill>
                <a:srgbClr val="000000"/>
              </a:solidFill>
            </a:endParaRPr>
          </a:p>
        </p:txBody>
      </p:sp>
      <p:sp>
        <p:nvSpPr>
          <p:cNvPr id="13" name="Text Box 4">
            <a:hlinkClick r:id="rId17" action="ppaction://hlinksldjump"/>
          </p:cNvPr>
          <p:cNvSpPr txBox="1">
            <a:spLocks noChangeArrowheads="1"/>
          </p:cNvSpPr>
          <p:nvPr>
            <p:custDataLst>
              <p:tags r:id="rId4"/>
            </p:custDataLst>
          </p:nvPr>
        </p:nvSpPr>
        <p:spPr bwMode="auto">
          <a:xfrm>
            <a:off x="301576" y="2167988"/>
            <a:ext cx="5543550" cy="476250"/>
          </a:xfrm>
          <a:prstGeom prst="rect">
            <a:avLst/>
          </a:prstGeom>
          <a:noFill/>
          <a:ln w="12700">
            <a:noFill/>
            <a:miter lim="800000"/>
            <a:headEnd type="none" w="sm" len="sm"/>
            <a:tailEnd type="none" w="sm" len="sm"/>
          </a:ln>
        </p:spPr>
        <p:txBody>
          <a:bodyPr>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Different Types of Heaps</a:t>
            </a:r>
            <a:endParaRPr lang="en-US" sz="2800" dirty="0">
              <a:solidFill>
                <a:srgbClr val="000000"/>
              </a:solidFill>
            </a:endParaRPr>
          </a:p>
        </p:txBody>
      </p:sp>
      <p:sp>
        <p:nvSpPr>
          <p:cNvPr id="14" name="Text Box 6">
            <a:hlinkClick r:id="rId18" action="ppaction://hlinksldjump"/>
          </p:cNvPr>
          <p:cNvSpPr txBox="1">
            <a:spLocks noChangeArrowheads="1"/>
          </p:cNvSpPr>
          <p:nvPr>
            <p:custDataLst>
              <p:tags r:id="rId5"/>
            </p:custDataLst>
          </p:nvPr>
        </p:nvSpPr>
        <p:spPr bwMode="auto">
          <a:xfrm>
            <a:off x="769877" y="2715802"/>
            <a:ext cx="4868924" cy="387798"/>
          </a:xfrm>
          <a:prstGeom prst="rect">
            <a:avLst/>
          </a:prstGeom>
          <a:noFill/>
          <a:ln w="12700">
            <a:noFill/>
            <a:miter lim="800000"/>
            <a:headEnd type="none" w="sm" len="sm"/>
            <a:tailEnd type="none" w="sm" len="sm"/>
          </a:ln>
        </p:spPr>
        <p:txBody>
          <a:bodyPr wrap="square" tIns="27432" bIns="27432">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HeapMem</a:t>
            </a:r>
            <a:endParaRPr lang="en-US" dirty="0">
              <a:solidFill>
                <a:srgbClr val="000000"/>
              </a:solidFill>
            </a:endParaRPr>
          </a:p>
        </p:txBody>
      </p:sp>
      <p:sp>
        <p:nvSpPr>
          <p:cNvPr id="15" name="Text Box 5">
            <a:hlinkClick r:id="rId19" action="ppaction://hlinksldjump"/>
          </p:cNvPr>
          <p:cNvSpPr txBox="1">
            <a:spLocks noChangeArrowheads="1"/>
          </p:cNvSpPr>
          <p:nvPr>
            <p:custDataLst>
              <p:tags r:id="rId6"/>
            </p:custDataLst>
          </p:nvPr>
        </p:nvSpPr>
        <p:spPr bwMode="auto">
          <a:xfrm>
            <a:off x="774000" y="3168116"/>
            <a:ext cx="4864800" cy="387798"/>
          </a:xfrm>
          <a:prstGeom prst="rect">
            <a:avLst/>
          </a:prstGeom>
          <a:solidFill>
            <a:schemeClr val="bg1"/>
          </a:solidFill>
          <a:ln w="19050">
            <a:solidFill>
              <a:schemeClr val="tx1"/>
            </a:solidFill>
            <a:miter lim="800000"/>
            <a:headEnd type="none" w="sm" len="sm"/>
            <a:tailEnd type="none" w="sm" len="sm"/>
          </a:ln>
        </p:spPr>
        <p:txBody>
          <a:bodyPr wrap="square" tIns="27432" bIns="27432">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HeapBuf</a:t>
            </a:r>
            <a:endParaRPr lang="en-US" dirty="0">
              <a:solidFill>
                <a:srgbClr val="000000"/>
              </a:solidFill>
            </a:endParaRPr>
          </a:p>
        </p:txBody>
      </p:sp>
      <p:sp>
        <p:nvSpPr>
          <p:cNvPr id="16" name="Text Box 6">
            <a:hlinkClick r:id="rId20" action="ppaction://hlinksldjump"/>
          </p:cNvPr>
          <p:cNvSpPr txBox="1">
            <a:spLocks noChangeArrowheads="1"/>
          </p:cNvSpPr>
          <p:nvPr>
            <p:custDataLst>
              <p:tags r:id="rId7"/>
            </p:custDataLst>
          </p:nvPr>
        </p:nvSpPr>
        <p:spPr bwMode="auto">
          <a:xfrm>
            <a:off x="769877" y="3620430"/>
            <a:ext cx="4868924" cy="387798"/>
          </a:xfrm>
          <a:prstGeom prst="rect">
            <a:avLst/>
          </a:prstGeom>
          <a:noFill/>
          <a:ln w="12700">
            <a:noFill/>
            <a:miter lim="800000"/>
            <a:headEnd type="none" w="sm" len="sm"/>
            <a:tailEnd type="none" w="sm" len="sm"/>
          </a:ln>
        </p:spPr>
        <p:txBody>
          <a:bodyPr wrap="square" tIns="27432" bIns="27432">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HeapMultiBuf</a:t>
            </a:r>
            <a:endParaRPr lang="en-US" dirty="0">
              <a:solidFill>
                <a:srgbClr val="000000"/>
              </a:solidFill>
            </a:endParaRPr>
          </a:p>
        </p:txBody>
      </p:sp>
      <p:sp>
        <p:nvSpPr>
          <p:cNvPr id="17" name="Text Box 6">
            <a:hlinkClick r:id="rId21" action="ppaction://hlinksldjump"/>
          </p:cNvPr>
          <p:cNvSpPr txBox="1">
            <a:spLocks noChangeArrowheads="1"/>
          </p:cNvSpPr>
          <p:nvPr>
            <p:custDataLst>
              <p:tags r:id="rId8"/>
            </p:custDataLst>
          </p:nvPr>
        </p:nvSpPr>
        <p:spPr bwMode="auto">
          <a:xfrm>
            <a:off x="769877" y="4072744"/>
            <a:ext cx="4868924" cy="387798"/>
          </a:xfrm>
          <a:prstGeom prst="rect">
            <a:avLst/>
          </a:prstGeom>
          <a:noFill/>
          <a:ln w="12700">
            <a:noFill/>
            <a:miter lim="800000"/>
            <a:headEnd type="none" w="sm" len="sm"/>
            <a:tailEnd type="none" w="sm" len="sm"/>
          </a:ln>
        </p:spPr>
        <p:txBody>
          <a:bodyPr wrap="square" tIns="27432" bIns="27432">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Default System Heap</a:t>
            </a:r>
            <a:endParaRPr lang="en-US" dirty="0">
              <a:solidFill>
                <a:srgbClr val="000000"/>
              </a:solidFill>
            </a:endParaRPr>
          </a:p>
        </p:txBody>
      </p:sp>
      <p:sp>
        <p:nvSpPr>
          <p:cNvPr id="18" name="Text Box 4">
            <a:hlinkClick r:id="rId22" action="ppaction://hlinksldjump"/>
          </p:cNvPr>
          <p:cNvSpPr txBox="1">
            <a:spLocks noChangeArrowheads="1"/>
          </p:cNvSpPr>
          <p:nvPr>
            <p:custDataLst>
              <p:tags r:id="rId9"/>
            </p:custDataLst>
          </p:nvPr>
        </p:nvSpPr>
        <p:spPr bwMode="auto">
          <a:xfrm>
            <a:off x="301576" y="4552045"/>
            <a:ext cx="5543550" cy="476250"/>
          </a:xfrm>
          <a:prstGeom prst="rect">
            <a:avLst/>
          </a:prstGeom>
          <a:noFill/>
          <a:ln w="12700">
            <a:noFill/>
            <a:miter lim="800000"/>
            <a:headEnd type="none" w="sm" len="sm"/>
            <a:tailEnd type="none" w="sm" len="sm"/>
          </a:ln>
        </p:spPr>
        <p:txBody>
          <a:bodyPr>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Dynamic Module Creation</a:t>
            </a:r>
            <a:endParaRPr lang="en-US" sz="2800" dirty="0">
              <a:solidFill>
                <a:srgbClr val="000000"/>
              </a:solidFill>
            </a:endParaRPr>
          </a:p>
        </p:txBody>
      </p:sp>
      <p:sp>
        <p:nvSpPr>
          <p:cNvPr id="19" name="Text Box 4">
            <a:hlinkClick r:id="rId23" action="ppaction://hlinksldjump"/>
          </p:cNvPr>
          <p:cNvSpPr txBox="1">
            <a:spLocks noChangeArrowheads="1"/>
          </p:cNvSpPr>
          <p:nvPr>
            <p:custDataLst>
              <p:tags r:id="rId10"/>
            </p:custDataLst>
          </p:nvPr>
        </p:nvSpPr>
        <p:spPr bwMode="auto">
          <a:xfrm>
            <a:off x="301576" y="5126848"/>
            <a:ext cx="5543550" cy="476250"/>
          </a:xfrm>
          <a:prstGeom prst="rect">
            <a:avLst/>
          </a:prstGeom>
          <a:noFill/>
          <a:ln w="12700">
            <a:noFill/>
            <a:miter lim="800000"/>
            <a:headEnd type="none" w="sm" len="sm"/>
            <a:tailEnd type="none" w="sm" len="sm"/>
          </a:ln>
        </p:spPr>
        <p:txBody>
          <a:bodyPr>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Custom Section Placement</a:t>
            </a:r>
            <a:endParaRPr lang="en-US" sz="2800" dirty="0">
              <a:solidFill>
                <a:srgbClr val="000000"/>
              </a:solidFill>
            </a:endParaRPr>
          </a:p>
        </p:txBody>
      </p:sp>
      <p:sp>
        <p:nvSpPr>
          <p:cNvPr id="20" name="Text Box 4">
            <a:hlinkClick r:id="rId24" action="ppaction://hlinksldjump"/>
          </p:cNvPr>
          <p:cNvSpPr txBox="1">
            <a:spLocks noChangeArrowheads="1"/>
          </p:cNvSpPr>
          <p:nvPr>
            <p:custDataLst>
              <p:tags r:id="rId11"/>
            </p:custDataLst>
          </p:nvPr>
        </p:nvSpPr>
        <p:spPr bwMode="auto">
          <a:xfrm>
            <a:off x="301576" y="5701650"/>
            <a:ext cx="5543550" cy="476250"/>
          </a:xfrm>
          <a:prstGeom prst="rect">
            <a:avLst/>
          </a:prstGeom>
          <a:noFill/>
          <a:ln w="12700">
            <a:noFill/>
            <a:miter lim="800000"/>
            <a:headEnd type="none" w="sm" len="sm"/>
            <a:tailEnd type="none" w="sm" len="sm"/>
          </a:ln>
        </p:spPr>
        <p:txBody>
          <a:bodyPr>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Lab</a:t>
            </a:r>
            <a:endParaRPr lang="en-US" sz="2800" dirty="0">
              <a:solidFill>
                <a:srgbClr val="000000"/>
              </a:solidFill>
            </a:endParaRPr>
          </a:p>
        </p:txBody>
      </p:sp>
    </p:spTree>
    <p:custDataLst>
      <p:tags r:id="rId1"/>
    </p:custDataLst>
    <p:extLst>
      <p:ext uri="{BB962C8B-B14F-4D97-AF65-F5344CB8AC3E}">
        <p14:creationId xmlns:p14="http://schemas.microsoft.com/office/powerpoint/2010/main" val="2657404087"/>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a:xfrm>
            <a:off x="0" y="-3792"/>
            <a:ext cx="9144000" cy="609600"/>
          </a:xfrm>
        </p:spPr>
        <p:txBody>
          <a:bodyPr>
            <a:noAutofit/>
          </a:bodyPr>
          <a:lstStyle/>
          <a:p>
            <a:r>
              <a:rPr lang="en-US" dirty="0" err="1" smtClean="0"/>
              <a:t>HeapBuf</a:t>
            </a:r>
            <a:endParaRPr lang="en-US" dirty="0" smtClean="0"/>
          </a:p>
        </p:txBody>
      </p:sp>
      <p:sp>
        <p:nvSpPr>
          <p:cNvPr id="16" name="TextBox 15"/>
          <p:cNvSpPr txBox="1"/>
          <p:nvPr/>
        </p:nvSpPr>
        <p:spPr>
          <a:xfrm>
            <a:off x="343647" y="3628321"/>
            <a:ext cx="7657353" cy="2603790"/>
          </a:xfrm>
          <a:prstGeom prst="rect">
            <a:avLst/>
          </a:prstGeom>
          <a:noFill/>
        </p:spPr>
        <p:txBody>
          <a:bodyPr wrap="none" rtlCol="0" anchor="ctr" anchorCtr="0">
            <a:spAutoFit/>
          </a:bodyPr>
          <a:lstStyle/>
          <a:p>
            <a:pPr marL="342900" indent="-342900">
              <a:buClr>
                <a:schemeClr val="tx2"/>
              </a:buClr>
              <a:buSzPct val="75000"/>
              <a:buFont typeface="Wingdings"/>
              <a:buChar char=""/>
            </a:pPr>
            <a:r>
              <a:rPr lang="en-US" b="0" dirty="0" smtClean="0">
                <a:solidFill>
                  <a:schemeClr val="dk1"/>
                </a:solidFill>
                <a:effectLst/>
                <a:latin typeface="Calibri" pitchFamily="34" charset="0"/>
                <a:cs typeface="Calibri" pitchFamily="34" charset="0"/>
              </a:rPr>
              <a:t>Allows allocation of </a:t>
            </a:r>
            <a:r>
              <a:rPr lang="en-US" b="0" i="1" u="sng" dirty="0" smtClean="0">
                <a:solidFill>
                  <a:schemeClr val="dk1"/>
                </a:solidFill>
                <a:effectLst/>
                <a:latin typeface="Calibri" pitchFamily="34" charset="0"/>
                <a:cs typeface="Calibri" pitchFamily="34" charset="0"/>
              </a:rPr>
              <a:t>fixed-size</a:t>
            </a:r>
            <a:r>
              <a:rPr lang="en-US" b="0" dirty="0" smtClean="0">
                <a:solidFill>
                  <a:schemeClr val="dk1"/>
                </a:solidFill>
                <a:effectLst/>
                <a:latin typeface="Calibri" pitchFamily="34" charset="0"/>
                <a:cs typeface="Calibri" pitchFamily="34" charset="0"/>
              </a:rPr>
              <a:t> blocks (no fragmentation)</a:t>
            </a:r>
          </a:p>
          <a:p>
            <a:pPr marL="342900" indent="-342900">
              <a:buClr>
                <a:schemeClr val="tx2"/>
              </a:buClr>
              <a:buSzPct val="75000"/>
              <a:buFont typeface="Wingdings"/>
              <a:buChar char=""/>
            </a:pPr>
            <a:r>
              <a:rPr lang="en-US" b="0" i="1" u="sng" dirty="0" smtClean="0">
                <a:solidFill>
                  <a:schemeClr val="dk1"/>
                </a:solidFill>
                <a:latin typeface="Calibri" pitchFamily="34" charset="0"/>
                <a:cs typeface="Calibri" pitchFamily="34" charset="0"/>
              </a:rPr>
              <a:t>Deterministic, no reentrancy problems</a:t>
            </a:r>
          </a:p>
          <a:p>
            <a:pPr marL="342900" indent="-342900">
              <a:buClr>
                <a:schemeClr val="tx2"/>
              </a:buClr>
              <a:buSzPct val="75000"/>
              <a:buFont typeface="Wingdings"/>
              <a:buChar char=""/>
            </a:pPr>
            <a:r>
              <a:rPr lang="en-US" b="0" dirty="0" smtClean="0">
                <a:solidFill>
                  <a:schemeClr val="dk1"/>
                </a:solidFill>
                <a:latin typeface="Calibri" pitchFamily="34" charset="0"/>
                <a:cs typeface="Calibri" pitchFamily="34" charset="0"/>
              </a:rPr>
              <a:t>Ideal when using a varying number of fixed-size</a:t>
            </a:r>
            <a:br>
              <a:rPr lang="en-US" b="0" dirty="0" smtClean="0">
                <a:solidFill>
                  <a:schemeClr val="dk1"/>
                </a:solidFill>
                <a:latin typeface="Calibri" pitchFamily="34" charset="0"/>
                <a:cs typeface="Calibri" pitchFamily="34" charset="0"/>
              </a:rPr>
            </a:br>
            <a:r>
              <a:rPr lang="en-US" b="0" dirty="0" smtClean="0">
                <a:solidFill>
                  <a:schemeClr val="dk1"/>
                </a:solidFill>
                <a:latin typeface="Calibri" pitchFamily="34" charset="0"/>
                <a:cs typeface="Calibri" pitchFamily="34" charset="0"/>
              </a:rPr>
              <a:t>blocks (e.g. 4-6 buffers of 64 bytes each)</a:t>
            </a:r>
          </a:p>
          <a:p>
            <a:pPr marL="342900" indent="-342900">
              <a:buClr>
                <a:schemeClr val="tx2"/>
              </a:buClr>
              <a:buSzPct val="75000"/>
              <a:buFont typeface="Wingdings"/>
              <a:buChar char=""/>
            </a:pPr>
            <a:r>
              <a:rPr lang="en-US" b="0" dirty="0" smtClean="0">
                <a:solidFill>
                  <a:schemeClr val="dk1"/>
                </a:solidFill>
                <a:latin typeface="Calibri" pitchFamily="34" charset="0"/>
                <a:cs typeface="Calibri" pitchFamily="34" charset="0"/>
              </a:rPr>
              <a:t>Creation: .CFG (static) or C code (dynamic) </a:t>
            </a:r>
          </a:p>
          <a:p>
            <a:pPr marL="342900" indent="-342900">
              <a:buClr>
                <a:schemeClr val="tx2"/>
              </a:buClr>
              <a:buSzPct val="75000"/>
              <a:buFont typeface="Wingdings"/>
              <a:buChar char=""/>
            </a:pPr>
            <a:r>
              <a:rPr lang="en-US" b="0" dirty="0" smtClean="0">
                <a:solidFill>
                  <a:schemeClr val="dk1"/>
                </a:solidFill>
                <a:latin typeface="Calibri" pitchFamily="34" charset="0"/>
                <a:cs typeface="Calibri" pitchFamily="34" charset="0"/>
              </a:rPr>
              <a:t>For </a:t>
            </a:r>
            <a:r>
              <a:rPr lang="en-US" b="0" dirty="0" err="1" smtClean="0">
                <a:solidFill>
                  <a:schemeClr val="dk1"/>
                </a:solidFill>
                <a:latin typeface="Calibri" pitchFamily="34" charset="0"/>
                <a:cs typeface="Calibri" pitchFamily="34" charset="0"/>
              </a:rPr>
              <a:t>blockSize</a:t>
            </a:r>
            <a:r>
              <a:rPr lang="en-US" b="0" dirty="0" smtClean="0">
                <a:solidFill>
                  <a:schemeClr val="dk1"/>
                </a:solidFill>
                <a:latin typeface="Calibri" pitchFamily="34" charset="0"/>
                <a:cs typeface="Calibri" pitchFamily="34" charset="0"/>
              </a:rPr>
              <a:t>=64:  Ask for 16, get 64. Ask for 66, get NULL</a:t>
            </a:r>
          </a:p>
        </p:txBody>
      </p:sp>
      <p:sp>
        <p:nvSpPr>
          <p:cNvPr id="23" name="Leading Question"/>
          <p:cNvSpPr txBox="1"/>
          <p:nvPr/>
        </p:nvSpPr>
        <p:spPr>
          <a:xfrm>
            <a:off x="5688326" y="6400800"/>
            <a:ext cx="2922274" cy="246221"/>
          </a:xfrm>
          <a:prstGeom prst="rect">
            <a:avLst/>
          </a:prstGeom>
          <a:noFill/>
        </p:spPr>
        <p:txBody>
          <a:bodyPr vert="horz" wrap="none" lIns="0" tIns="0" rIns="0" bIns="0" rtlCol="0" anchor="b" anchorCtr="0">
            <a:spAutoFit/>
          </a:bodyPr>
          <a:lstStyle/>
          <a:p>
            <a:pPr algn="r">
              <a:spcBef>
                <a:spcPct val="0"/>
              </a:spcBef>
            </a:pPr>
            <a:r>
              <a:rPr lang="en-US" sz="2000" b="0" dirty="0" smtClean="0">
                <a:solidFill>
                  <a:schemeClr val="tx2"/>
                </a:solidFill>
                <a:latin typeface="Arial Narrow"/>
              </a:rPr>
              <a:t>How do you create a </a:t>
            </a:r>
            <a:r>
              <a:rPr lang="en-US" sz="2000" b="0" dirty="0" err="1" smtClean="0">
                <a:solidFill>
                  <a:schemeClr val="tx2"/>
                </a:solidFill>
                <a:latin typeface="Arial Narrow"/>
              </a:rPr>
              <a:t>HeapBuf</a:t>
            </a:r>
            <a:r>
              <a:rPr lang="en-US" sz="2000" b="0" dirty="0" smtClean="0">
                <a:solidFill>
                  <a:schemeClr val="tx2"/>
                </a:solidFill>
                <a:latin typeface="Arial Narrow"/>
              </a:rPr>
              <a:t>?</a:t>
            </a:r>
          </a:p>
        </p:txBody>
      </p:sp>
      <p:sp>
        <p:nvSpPr>
          <p:cNvPr id="27" name="Rectangle 2"/>
          <p:cNvSpPr>
            <a:spLocks noChangeArrowheads="1"/>
          </p:cNvSpPr>
          <p:nvPr/>
        </p:nvSpPr>
        <p:spPr bwMode="auto">
          <a:xfrm>
            <a:off x="2844780" y="2356512"/>
            <a:ext cx="2133600" cy="1066800"/>
          </a:xfrm>
          <a:prstGeom prst="rect">
            <a:avLst/>
          </a:prstGeom>
          <a:solidFill>
            <a:schemeClr val="accent3"/>
          </a:solidFill>
          <a:ln w="12700">
            <a:solidFill>
              <a:schemeClr val="tx1"/>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28" name="Rectangle 3"/>
          <p:cNvSpPr>
            <a:spLocks noChangeArrowheads="1"/>
          </p:cNvSpPr>
          <p:nvPr/>
        </p:nvSpPr>
        <p:spPr bwMode="auto">
          <a:xfrm>
            <a:off x="5664180" y="2356512"/>
            <a:ext cx="2133600" cy="1066800"/>
          </a:xfrm>
          <a:prstGeom prst="rect">
            <a:avLst/>
          </a:prstGeom>
          <a:solidFill>
            <a:schemeClr val="accent3"/>
          </a:solidFill>
          <a:ln w="12700">
            <a:solidFill>
              <a:schemeClr val="tx1"/>
            </a:solidFill>
            <a:miter lim="800000"/>
            <a:headEnd type="none" w="sm" len="sm"/>
            <a:tailEnd type="none" w="sm" len="sm"/>
          </a:ln>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29" name="Rectangle 6"/>
          <p:cNvSpPr>
            <a:spLocks noChangeArrowheads="1"/>
          </p:cNvSpPr>
          <p:nvPr/>
        </p:nvSpPr>
        <p:spPr bwMode="auto">
          <a:xfrm>
            <a:off x="2057400" y="756312"/>
            <a:ext cx="4902180" cy="1066800"/>
          </a:xfrm>
          <a:prstGeom prst="rect">
            <a:avLst/>
          </a:prstGeom>
          <a:solidFill>
            <a:schemeClr val="accent2"/>
          </a:solidFill>
          <a:ln w="12700">
            <a:solidFill>
              <a:schemeClr val="tx1"/>
            </a:solidFill>
            <a:miter lim="800000"/>
            <a:headEnd type="none" w="sm" len="sm"/>
            <a:tailEnd type="none" w="sm" len="sm"/>
          </a:ln>
          <a:effectLst>
            <a:outerShdw dist="107763" dir="2700000" algn="ctr" rotWithShape="0">
              <a:schemeClr val="bg2">
                <a:alpha val="50000"/>
              </a:schemeClr>
            </a:outerShdw>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31" name="Rectangle 8"/>
          <p:cNvSpPr>
            <a:spLocks noChangeArrowheads="1"/>
          </p:cNvSpPr>
          <p:nvPr/>
        </p:nvSpPr>
        <p:spPr bwMode="auto">
          <a:xfrm>
            <a:off x="3454380" y="832512"/>
            <a:ext cx="685800" cy="914400"/>
          </a:xfrm>
          <a:prstGeom prst="rect">
            <a:avLst/>
          </a:prstGeom>
          <a:solidFill>
            <a:schemeClr val="accent1"/>
          </a:solidFill>
          <a:ln w="12700">
            <a:solidFill>
              <a:schemeClr val="tx1"/>
            </a:solidFill>
            <a:miter lim="800000"/>
            <a:headEnd type="none" w="sm" len="sm"/>
            <a:tailEnd type="none" w="sm" len="sm"/>
          </a:ln>
        </p:spPr>
        <p:txBody>
          <a:bodyPr wrap="none" anchor="ctr"/>
          <a:lstStyle/>
          <a:p>
            <a:pPr algn="ctr"/>
            <a:r>
              <a:rPr lang="en-US" sz="2000">
                <a:solidFill>
                  <a:srgbClr val="000000"/>
                </a:solidFill>
              </a:rPr>
              <a:t>BUF</a:t>
            </a:r>
          </a:p>
        </p:txBody>
      </p:sp>
      <p:sp>
        <p:nvSpPr>
          <p:cNvPr id="32" name="Rectangle 9"/>
          <p:cNvSpPr>
            <a:spLocks noChangeArrowheads="1"/>
          </p:cNvSpPr>
          <p:nvPr/>
        </p:nvSpPr>
        <p:spPr bwMode="auto">
          <a:xfrm>
            <a:off x="4216380" y="832512"/>
            <a:ext cx="685800" cy="914400"/>
          </a:xfrm>
          <a:prstGeom prst="rect">
            <a:avLst/>
          </a:prstGeom>
          <a:solidFill>
            <a:schemeClr val="accent5">
              <a:lumMod val="20000"/>
              <a:lumOff val="80000"/>
              <a:alpha val="59999"/>
            </a:schemeClr>
          </a:solidFill>
          <a:ln w="12700" algn="ctr">
            <a:solidFill>
              <a:schemeClr val="tx1"/>
            </a:solidFill>
            <a:prstDash val="dash"/>
            <a:miter lim="800000"/>
            <a:headEnd type="none" w="sm" len="sm"/>
            <a:tailEnd type="none" w="sm" len="sm"/>
          </a:ln>
        </p:spPr>
        <p:txBody>
          <a:bodyPr wrap="none" anchor="ctr"/>
          <a:lstStyle/>
          <a:p>
            <a:pPr algn="ctr"/>
            <a:r>
              <a:rPr lang="en-US" sz="2000" b="0">
                <a:solidFill>
                  <a:srgbClr val="000000"/>
                </a:solidFill>
              </a:rPr>
              <a:t>BUF</a:t>
            </a:r>
          </a:p>
        </p:txBody>
      </p:sp>
      <p:sp>
        <p:nvSpPr>
          <p:cNvPr id="33" name="Rectangle 10"/>
          <p:cNvSpPr>
            <a:spLocks noChangeArrowheads="1"/>
          </p:cNvSpPr>
          <p:nvPr/>
        </p:nvSpPr>
        <p:spPr bwMode="auto">
          <a:xfrm>
            <a:off x="4978380" y="832512"/>
            <a:ext cx="685800" cy="914400"/>
          </a:xfrm>
          <a:prstGeom prst="rect">
            <a:avLst/>
          </a:prstGeom>
          <a:solidFill>
            <a:schemeClr val="accent1"/>
          </a:solidFill>
          <a:ln w="12700">
            <a:solidFill>
              <a:schemeClr val="tx1"/>
            </a:solidFill>
            <a:miter lim="800000"/>
            <a:headEnd type="none" w="sm" len="sm"/>
            <a:tailEnd type="none" w="sm" len="sm"/>
          </a:ln>
        </p:spPr>
        <p:txBody>
          <a:bodyPr wrap="none" anchor="ctr"/>
          <a:lstStyle/>
          <a:p>
            <a:pPr algn="ctr"/>
            <a:r>
              <a:rPr lang="en-US" sz="2000">
                <a:solidFill>
                  <a:srgbClr val="000000"/>
                </a:solidFill>
              </a:rPr>
              <a:t>BUF</a:t>
            </a:r>
          </a:p>
        </p:txBody>
      </p:sp>
      <p:sp>
        <p:nvSpPr>
          <p:cNvPr id="34" name="Rectangle 11"/>
          <p:cNvSpPr>
            <a:spLocks noChangeArrowheads="1"/>
          </p:cNvSpPr>
          <p:nvPr/>
        </p:nvSpPr>
        <p:spPr bwMode="auto">
          <a:xfrm>
            <a:off x="5740380" y="832512"/>
            <a:ext cx="685800" cy="914400"/>
          </a:xfrm>
          <a:prstGeom prst="rect">
            <a:avLst/>
          </a:prstGeom>
          <a:solidFill>
            <a:schemeClr val="accent4">
              <a:lumMod val="20000"/>
              <a:lumOff val="80000"/>
            </a:schemeClr>
          </a:solidFill>
          <a:ln w="12700">
            <a:solidFill>
              <a:schemeClr val="tx1"/>
            </a:solidFill>
            <a:miter lim="800000"/>
            <a:headEnd type="none" w="sm" len="sm"/>
            <a:tailEnd type="none" w="sm" len="sm"/>
          </a:ln>
        </p:spPr>
        <p:txBody>
          <a:bodyPr wrap="none" anchor="ctr"/>
          <a:lstStyle/>
          <a:p>
            <a:pPr algn="ctr"/>
            <a:r>
              <a:rPr lang="en-US" sz="2000">
                <a:solidFill>
                  <a:srgbClr val="000000"/>
                </a:solidFill>
              </a:rPr>
              <a:t>BUF</a:t>
            </a:r>
          </a:p>
        </p:txBody>
      </p:sp>
      <p:sp>
        <p:nvSpPr>
          <p:cNvPr id="36" name="Text Box 13"/>
          <p:cNvSpPr txBox="1">
            <a:spLocks noChangeArrowheads="1"/>
          </p:cNvSpPr>
          <p:nvPr/>
        </p:nvSpPr>
        <p:spPr bwMode="auto">
          <a:xfrm>
            <a:off x="7180243" y="2356512"/>
            <a:ext cx="663575" cy="336550"/>
          </a:xfrm>
          <a:prstGeom prst="rect">
            <a:avLst/>
          </a:prstGeom>
          <a:noFill/>
          <a:ln w="12700">
            <a:noFill/>
            <a:miter lim="800000"/>
            <a:headEnd type="none" w="sm" len="sm"/>
            <a:tailEnd type="none" w="sm" len="sm"/>
          </a:ln>
        </p:spPr>
        <p:txBody>
          <a:bodyPr wrap="none">
            <a:spAutoFit/>
          </a:bodyPr>
          <a:lstStyle/>
          <a:p>
            <a:r>
              <a:rPr lang="en-US" sz="2000">
                <a:solidFill>
                  <a:srgbClr val="000000"/>
                </a:solidFill>
              </a:rPr>
              <a:t>SWI</a:t>
            </a:r>
          </a:p>
        </p:txBody>
      </p:sp>
      <p:sp>
        <p:nvSpPr>
          <p:cNvPr id="37" name="Text Box 14"/>
          <p:cNvSpPr txBox="1">
            <a:spLocks noChangeArrowheads="1"/>
          </p:cNvSpPr>
          <p:nvPr/>
        </p:nvSpPr>
        <p:spPr bwMode="auto">
          <a:xfrm>
            <a:off x="2797792" y="1940256"/>
            <a:ext cx="1726755" cy="338554"/>
          </a:xfrm>
          <a:prstGeom prst="rect">
            <a:avLst/>
          </a:prstGeom>
          <a:noFill/>
          <a:ln w="12700">
            <a:noFill/>
            <a:miter lim="800000"/>
            <a:headEnd type="none" w="sm" len="sm"/>
            <a:tailEnd type="none" w="sm" len="sm"/>
          </a:ln>
        </p:spPr>
        <p:txBody>
          <a:bodyPr wrap="none">
            <a:spAutoFit/>
          </a:bodyPr>
          <a:lstStyle/>
          <a:p>
            <a:r>
              <a:rPr lang="en-US" sz="2000" dirty="0" err="1" smtClean="0">
                <a:solidFill>
                  <a:srgbClr val="000000"/>
                </a:solidFill>
                <a:latin typeface="Arial Narrow" pitchFamily="34" charset="0"/>
              </a:rPr>
              <a:t>Memory_alloc</a:t>
            </a:r>
            <a:r>
              <a:rPr lang="en-US" sz="2000" dirty="0" smtClean="0">
                <a:solidFill>
                  <a:srgbClr val="000000"/>
                </a:solidFill>
                <a:latin typeface="Arial Narrow" pitchFamily="34" charset="0"/>
              </a:rPr>
              <a:t>()</a:t>
            </a:r>
            <a:endParaRPr lang="en-US" sz="2000" dirty="0">
              <a:solidFill>
                <a:srgbClr val="000000"/>
              </a:solidFill>
              <a:latin typeface="Arial Narrow" pitchFamily="34" charset="0"/>
            </a:endParaRPr>
          </a:p>
        </p:txBody>
      </p:sp>
      <p:sp>
        <p:nvSpPr>
          <p:cNvPr id="39" name="Text Box 16"/>
          <p:cNvSpPr txBox="1">
            <a:spLocks noChangeArrowheads="1"/>
          </p:cNvSpPr>
          <p:nvPr/>
        </p:nvSpPr>
        <p:spPr bwMode="auto">
          <a:xfrm>
            <a:off x="2768580" y="2432712"/>
            <a:ext cx="693738" cy="336550"/>
          </a:xfrm>
          <a:prstGeom prst="rect">
            <a:avLst/>
          </a:prstGeom>
          <a:noFill/>
          <a:ln w="12700">
            <a:noFill/>
            <a:miter lim="800000"/>
            <a:headEnd type="none" w="sm" len="sm"/>
            <a:tailEnd type="none" w="sm" len="sm"/>
          </a:ln>
        </p:spPr>
        <p:txBody>
          <a:bodyPr wrap="none">
            <a:spAutoFit/>
          </a:bodyPr>
          <a:lstStyle/>
          <a:p>
            <a:r>
              <a:rPr lang="en-US" sz="2000">
                <a:solidFill>
                  <a:srgbClr val="000000"/>
                </a:solidFill>
              </a:rPr>
              <a:t>TSK</a:t>
            </a:r>
          </a:p>
        </p:txBody>
      </p:sp>
      <p:sp>
        <p:nvSpPr>
          <p:cNvPr id="40" name="Text Box 17"/>
          <p:cNvSpPr txBox="1">
            <a:spLocks noChangeArrowheads="1"/>
          </p:cNvSpPr>
          <p:nvPr/>
        </p:nvSpPr>
        <p:spPr bwMode="auto">
          <a:xfrm>
            <a:off x="6076930" y="1943762"/>
            <a:ext cx="1635384" cy="338554"/>
          </a:xfrm>
          <a:prstGeom prst="rect">
            <a:avLst/>
          </a:prstGeom>
          <a:noFill/>
          <a:ln w="12700">
            <a:noFill/>
            <a:miter lim="800000"/>
            <a:headEnd type="none" w="sm" len="sm"/>
            <a:tailEnd type="none" w="sm" len="sm"/>
          </a:ln>
        </p:spPr>
        <p:txBody>
          <a:bodyPr wrap="none">
            <a:spAutoFit/>
          </a:bodyPr>
          <a:lstStyle/>
          <a:p>
            <a:r>
              <a:rPr lang="en-US" sz="2000" dirty="0" err="1" smtClean="0">
                <a:solidFill>
                  <a:srgbClr val="000000"/>
                </a:solidFill>
                <a:latin typeface="Arial Narrow" pitchFamily="34" charset="0"/>
              </a:rPr>
              <a:t>Memory_free</a:t>
            </a:r>
            <a:r>
              <a:rPr lang="en-US" sz="2000" dirty="0" smtClean="0">
                <a:solidFill>
                  <a:srgbClr val="000000"/>
                </a:solidFill>
                <a:latin typeface="Arial Narrow" pitchFamily="34" charset="0"/>
              </a:rPr>
              <a:t>()</a:t>
            </a:r>
            <a:endParaRPr lang="en-US" sz="2000" dirty="0">
              <a:solidFill>
                <a:srgbClr val="000000"/>
              </a:solidFill>
              <a:latin typeface="Arial Narrow" pitchFamily="34" charset="0"/>
            </a:endParaRPr>
          </a:p>
        </p:txBody>
      </p:sp>
      <p:sp>
        <p:nvSpPr>
          <p:cNvPr id="41" name="Rectangle 18"/>
          <p:cNvSpPr>
            <a:spLocks noChangeArrowheads="1"/>
          </p:cNvSpPr>
          <p:nvPr/>
        </p:nvSpPr>
        <p:spPr bwMode="auto">
          <a:xfrm>
            <a:off x="3454380" y="2432712"/>
            <a:ext cx="685800" cy="914400"/>
          </a:xfrm>
          <a:prstGeom prst="rect">
            <a:avLst/>
          </a:prstGeom>
          <a:solidFill>
            <a:schemeClr val="accent1"/>
          </a:solidFill>
          <a:ln w="12700">
            <a:solidFill>
              <a:schemeClr val="tx1"/>
            </a:solidFill>
            <a:miter lim="800000"/>
            <a:headEnd type="none" w="sm" len="sm"/>
            <a:tailEnd type="none" w="sm" len="sm"/>
          </a:ln>
        </p:spPr>
        <p:txBody>
          <a:bodyPr wrap="none" anchor="ctr"/>
          <a:lstStyle/>
          <a:p>
            <a:pPr algn="ctr"/>
            <a:r>
              <a:rPr lang="en-US" sz="2000">
                <a:solidFill>
                  <a:srgbClr val="000000"/>
                </a:solidFill>
              </a:rPr>
              <a:t>BUF</a:t>
            </a:r>
          </a:p>
        </p:txBody>
      </p:sp>
      <p:sp>
        <p:nvSpPr>
          <p:cNvPr id="42" name="Rectangle 19"/>
          <p:cNvSpPr>
            <a:spLocks noChangeArrowheads="1"/>
          </p:cNvSpPr>
          <p:nvPr/>
        </p:nvSpPr>
        <p:spPr bwMode="auto">
          <a:xfrm>
            <a:off x="4216380" y="2432712"/>
            <a:ext cx="685800" cy="914400"/>
          </a:xfrm>
          <a:prstGeom prst="rect">
            <a:avLst/>
          </a:prstGeom>
          <a:solidFill>
            <a:schemeClr val="accent5">
              <a:lumMod val="20000"/>
              <a:lumOff val="80000"/>
            </a:schemeClr>
          </a:solidFill>
          <a:ln w="12700">
            <a:solidFill>
              <a:schemeClr val="tx1"/>
            </a:solidFill>
            <a:miter lim="800000"/>
            <a:headEnd type="none" w="sm" len="sm"/>
            <a:tailEnd type="none" w="sm" len="sm"/>
          </a:ln>
        </p:spPr>
        <p:txBody>
          <a:bodyPr wrap="none" anchor="ctr"/>
          <a:lstStyle/>
          <a:p>
            <a:pPr algn="ctr"/>
            <a:r>
              <a:rPr lang="en-US" sz="2000">
                <a:solidFill>
                  <a:srgbClr val="000000"/>
                </a:solidFill>
              </a:rPr>
              <a:t>BUF</a:t>
            </a:r>
          </a:p>
        </p:txBody>
      </p:sp>
      <p:sp>
        <p:nvSpPr>
          <p:cNvPr id="43" name="Rectangle 20"/>
          <p:cNvSpPr>
            <a:spLocks noChangeArrowheads="1"/>
          </p:cNvSpPr>
          <p:nvPr/>
        </p:nvSpPr>
        <p:spPr bwMode="auto">
          <a:xfrm>
            <a:off x="5740380" y="2432712"/>
            <a:ext cx="685800" cy="914400"/>
          </a:xfrm>
          <a:prstGeom prst="rect">
            <a:avLst/>
          </a:prstGeom>
          <a:solidFill>
            <a:schemeClr val="accent4">
              <a:lumMod val="20000"/>
              <a:lumOff val="80000"/>
              <a:alpha val="59999"/>
            </a:schemeClr>
          </a:solidFill>
          <a:ln w="12700" algn="ctr">
            <a:solidFill>
              <a:schemeClr val="tx1"/>
            </a:solidFill>
            <a:prstDash val="dash"/>
            <a:miter lim="800000"/>
            <a:headEnd type="none" w="sm" len="sm"/>
            <a:tailEnd type="none" w="sm" len="sm"/>
          </a:ln>
        </p:spPr>
        <p:txBody>
          <a:bodyPr wrap="none" anchor="ctr"/>
          <a:lstStyle/>
          <a:p>
            <a:pPr algn="ctr"/>
            <a:r>
              <a:rPr lang="en-US" sz="2000" b="0">
                <a:solidFill>
                  <a:srgbClr val="000000"/>
                </a:solidFill>
              </a:rPr>
              <a:t>BUF</a:t>
            </a:r>
          </a:p>
        </p:txBody>
      </p:sp>
      <p:sp>
        <p:nvSpPr>
          <p:cNvPr id="44" name="Rectangle 21"/>
          <p:cNvSpPr>
            <a:spLocks noChangeArrowheads="1"/>
          </p:cNvSpPr>
          <p:nvPr/>
        </p:nvSpPr>
        <p:spPr bwMode="auto">
          <a:xfrm>
            <a:off x="6502380" y="2432712"/>
            <a:ext cx="685800" cy="914400"/>
          </a:xfrm>
          <a:prstGeom prst="rect">
            <a:avLst/>
          </a:prstGeom>
          <a:solidFill>
            <a:schemeClr val="accent1"/>
          </a:solidFill>
          <a:ln w="12700">
            <a:solidFill>
              <a:schemeClr val="tx1"/>
            </a:solidFill>
            <a:miter lim="800000"/>
            <a:headEnd type="none" w="sm" len="sm"/>
            <a:tailEnd type="none" w="sm" len="sm"/>
          </a:ln>
        </p:spPr>
        <p:txBody>
          <a:bodyPr wrap="none" anchor="ctr"/>
          <a:lstStyle/>
          <a:p>
            <a:pPr algn="ctr"/>
            <a:r>
              <a:rPr lang="en-US" sz="2000">
                <a:solidFill>
                  <a:srgbClr val="000000"/>
                </a:solidFill>
              </a:rPr>
              <a:t>BUF</a:t>
            </a:r>
          </a:p>
        </p:txBody>
      </p:sp>
      <p:cxnSp>
        <p:nvCxnSpPr>
          <p:cNvPr id="45" name="AutoShape 22"/>
          <p:cNvCxnSpPr>
            <a:cxnSpLocks noChangeShapeType="1"/>
            <a:stCxn id="32" idx="2"/>
            <a:endCxn id="42" idx="0"/>
          </p:cNvCxnSpPr>
          <p:nvPr/>
        </p:nvCxnSpPr>
        <p:spPr bwMode="auto">
          <a:xfrm>
            <a:off x="4559280" y="1746912"/>
            <a:ext cx="0" cy="685800"/>
          </a:xfrm>
          <a:prstGeom prst="straightConnector1">
            <a:avLst/>
          </a:prstGeom>
          <a:noFill/>
          <a:ln w="28575">
            <a:solidFill>
              <a:schemeClr val="tx1"/>
            </a:solidFill>
            <a:round/>
            <a:headEnd type="none" w="sm" len="sm"/>
            <a:tailEnd type="stealth" w="lg" len="lg"/>
          </a:ln>
        </p:spPr>
      </p:cxnSp>
      <p:cxnSp>
        <p:nvCxnSpPr>
          <p:cNvPr id="46" name="AutoShape 23"/>
          <p:cNvCxnSpPr>
            <a:cxnSpLocks noChangeShapeType="1"/>
            <a:stCxn id="43" idx="0"/>
            <a:endCxn id="34" idx="2"/>
          </p:cNvCxnSpPr>
          <p:nvPr/>
        </p:nvCxnSpPr>
        <p:spPr bwMode="auto">
          <a:xfrm flipV="1">
            <a:off x="6083280" y="1746912"/>
            <a:ext cx="0" cy="685800"/>
          </a:xfrm>
          <a:prstGeom prst="straightConnector1">
            <a:avLst/>
          </a:prstGeom>
          <a:noFill/>
          <a:ln w="28575">
            <a:solidFill>
              <a:schemeClr val="tx1"/>
            </a:solidFill>
            <a:round/>
            <a:headEnd type="none" w="sm" len="sm"/>
            <a:tailEnd type="stealth" w="lg" len="lg"/>
          </a:ln>
        </p:spPr>
      </p:cxnSp>
      <p:sp>
        <p:nvSpPr>
          <p:cNvPr id="47" name="Text Box 24"/>
          <p:cNvSpPr txBox="1">
            <a:spLocks noChangeArrowheads="1"/>
          </p:cNvSpPr>
          <p:nvPr/>
        </p:nvSpPr>
        <p:spPr bwMode="auto">
          <a:xfrm>
            <a:off x="93547" y="1061112"/>
            <a:ext cx="2058192" cy="344710"/>
          </a:xfrm>
          <a:prstGeom prst="rect">
            <a:avLst/>
          </a:prstGeom>
          <a:noFill/>
          <a:ln w="12700">
            <a:noFill/>
            <a:miter lim="800000"/>
            <a:headEnd type="none" w="sm" len="sm"/>
            <a:tailEnd type="none" w="sm" len="sm"/>
          </a:ln>
        </p:spPr>
        <p:txBody>
          <a:bodyPr wrap="none">
            <a:spAutoFit/>
          </a:bodyPr>
          <a:lstStyle/>
          <a:p>
            <a:r>
              <a:rPr lang="en-US" sz="2000" dirty="0" err="1" smtClean="0">
                <a:solidFill>
                  <a:schemeClr val="tx2"/>
                </a:solidFill>
                <a:latin typeface="Calibri" pitchFamily="34" charset="0"/>
                <a:cs typeface="Calibri" pitchFamily="34" charset="0"/>
              </a:rPr>
              <a:t>HeapBuf_create</a:t>
            </a:r>
            <a:r>
              <a:rPr lang="en-US" sz="2000" dirty="0" smtClean="0">
                <a:solidFill>
                  <a:schemeClr val="tx2"/>
                </a:solidFill>
                <a:latin typeface="Calibri" pitchFamily="34" charset="0"/>
                <a:cs typeface="Calibri" pitchFamily="34" charset="0"/>
              </a:rPr>
              <a:t>()</a:t>
            </a:r>
            <a:endParaRPr lang="en-US" sz="2000" dirty="0">
              <a:solidFill>
                <a:schemeClr val="tx2"/>
              </a:solidFill>
              <a:latin typeface="Calibri" pitchFamily="34" charset="0"/>
              <a:cs typeface="Calibri" pitchFamily="34" charset="0"/>
            </a:endParaRPr>
          </a:p>
        </p:txBody>
      </p:sp>
      <p:sp>
        <p:nvSpPr>
          <p:cNvPr id="48" name="Text Box 25"/>
          <p:cNvSpPr txBox="1">
            <a:spLocks noChangeArrowheads="1"/>
          </p:cNvSpPr>
          <p:nvPr/>
        </p:nvSpPr>
        <p:spPr bwMode="auto">
          <a:xfrm>
            <a:off x="6965195" y="1061112"/>
            <a:ext cx="2066528" cy="344710"/>
          </a:xfrm>
          <a:prstGeom prst="rect">
            <a:avLst/>
          </a:prstGeom>
          <a:noFill/>
          <a:ln w="12700">
            <a:noFill/>
            <a:miter lim="800000"/>
            <a:headEnd type="none" w="sm" len="sm"/>
            <a:tailEnd type="none" w="sm" len="sm"/>
          </a:ln>
        </p:spPr>
        <p:txBody>
          <a:bodyPr wrap="none">
            <a:spAutoFit/>
          </a:bodyPr>
          <a:lstStyle/>
          <a:p>
            <a:r>
              <a:rPr lang="en-US" sz="2000" dirty="0" err="1" smtClean="0">
                <a:solidFill>
                  <a:schemeClr val="tx2"/>
                </a:solidFill>
                <a:latin typeface="Calibri" pitchFamily="34" charset="0"/>
                <a:cs typeface="Calibri" pitchFamily="34" charset="0"/>
              </a:rPr>
              <a:t>HeapBuf_delete</a:t>
            </a:r>
            <a:r>
              <a:rPr lang="en-US" sz="2000" dirty="0" smtClean="0">
                <a:solidFill>
                  <a:schemeClr val="tx2"/>
                </a:solidFill>
                <a:latin typeface="Calibri" pitchFamily="34" charset="0"/>
                <a:cs typeface="Calibri" pitchFamily="34" charset="0"/>
              </a:rPr>
              <a:t>()</a:t>
            </a:r>
            <a:endParaRPr lang="en-US" sz="2000" dirty="0">
              <a:solidFill>
                <a:schemeClr val="tx2"/>
              </a:solidFill>
              <a:latin typeface="Calibri" pitchFamily="34" charset="0"/>
              <a:cs typeface="Calibri" pitchFamily="34" charset="0"/>
            </a:endParaRPr>
          </a:p>
        </p:txBody>
      </p:sp>
      <p:sp>
        <p:nvSpPr>
          <p:cNvPr id="49" name="TextBox 48"/>
          <p:cNvSpPr txBox="1"/>
          <p:nvPr/>
        </p:nvSpPr>
        <p:spPr>
          <a:xfrm>
            <a:off x="2133600" y="1061112"/>
            <a:ext cx="1223412" cy="387798"/>
          </a:xfrm>
          <a:prstGeom prst="rect">
            <a:avLst/>
          </a:prstGeom>
          <a:noFill/>
          <a:ln w="28575">
            <a:solidFill>
              <a:schemeClr val="tx1"/>
            </a:solidFill>
          </a:ln>
        </p:spPr>
        <p:txBody>
          <a:bodyPr wrap="none" rtlCol="0" anchor="ctr" anchorCtr="0">
            <a:spAutoFit/>
          </a:bodyPr>
          <a:lstStyle/>
          <a:p>
            <a:r>
              <a:rPr lang="en-US" dirty="0" err="1" smtClean="0">
                <a:solidFill>
                  <a:schemeClr val="dk1"/>
                </a:solidFill>
                <a:effectLst/>
                <a:latin typeface="Arial Narrow" pitchFamily="34" charset="0"/>
              </a:rPr>
              <a:t>HeapBuf</a:t>
            </a:r>
            <a:endParaRPr lang="en-US" dirty="0" smtClean="0">
              <a:solidFill>
                <a:schemeClr val="dk1"/>
              </a:solidFill>
              <a:effectLst/>
              <a:latin typeface="Arial Narrow" pitchFamily="34" charset="0"/>
            </a:endParaRPr>
          </a:p>
        </p:txBody>
      </p:sp>
      <p:pic>
        <p:nvPicPr>
          <p:cNvPr id="50" name="Animated Logo" descr="tilogo_color_twoline.png"/>
          <p:cNvPicPr>
            <a:picLocks noChangeAspect="1"/>
          </p:cNvPicPr>
          <p:nvPr/>
        </p:nvPicPr>
        <p:blipFill>
          <a:blip r:embed="rId4" cstate="print"/>
          <a:stretch>
            <a:fillRect/>
          </a:stretch>
        </p:blipFill>
        <p:spPr>
          <a:xfrm>
            <a:off x="50800" y="6477000"/>
            <a:ext cx="1438537" cy="347443"/>
          </a:xfrm>
          <a:prstGeom prst="rect">
            <a:avLst/>
          </a:prstGeom>
        </p:spPr>
      </p:pic>
    </p:spTree>
    <p:custDataLst>
      <p:tags r:id="rId1"/>
    </p:custData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3"/>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0"/>
                                  </p:stCondLst>
                                  <p:childTnLst>
                                    <p:set>
                                      <p:cBhvr>
                                        <p:cTn id="9" dur="1" fill="hold">
                                          <p:stCondLst>
                                            <p:cond delay="499"/>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en-US" dirty="0" smtClean="0"/>
              <a:t>Creating A </a:t>
            </a:r>
            <a:r>
              <a:rPr lang="en-US" i="1" u="sng" dirty="0" err="1" smtClean="0"/>
              <a:t>HeapBuf</a:t>
            </a:r>
            <a:endParaRPr lang="en-US" dirty="0" smtClean="0"/>
          </a:p>
        </p:txBody>
      </p:sp>
      <p:sp>
        <p:nvSpPr>
          <p:cNvPr id="368651" name="Oval 11"/>
          <p:cNvSpPr>
            <a:spLocks noChangeArrowheads="1"/>
          </p:cNvSpPr>
          <p:nvPr/>
        </p:nvSpPr>
        <p:spPr bwMode="auto">
          <a:xfrm>
            <a:off x="228600" y="617560"/>
            <a:ext cx="381000" cy="381000"/>
          </a:xfrm>
          <a:prstGeom prst="ellipse">
            <a:avLst/>
          </a:prstGeom>
          <a:solidFill>
            <a:schemeClr val="hlink"/>
          </a:solidFill>
          <a:ln w="12700">
            <a:solidFill>
              <a:schemeClr val="tx1"/>
            </a:solidFill>
            <a:round/>
            <a:headEnd/>
            <a:tailEnd/>
          </a:ln>
          <a:effectLst/>
        </p:spPr>
        <p:txBody>
          <a:bodyPr wrap="none" anchor="ctr">
            <a:spAutoFit/>
          </a:bodyPr>
          <a:lstStyle/>
          <a:p>
            <a:pPr>
              <a:defRPr/>
            </a:pPr>
            <a:endParaRPr lang="en-US">
              <a:solidFill>
                <a:srgbClr val="000000"/>
              </a:solidFill>
              <a:effectLst>
                <a:outerShdw blurRad="38100" dist="38100" dir="2700000" algn="tl">
                  <a:srgbClr val="000000">
                    <a:alpha val="43137"/>
                  </a:srgbClr>
                </a:outerShdw>
              </a:effectLst>
            </a:endParaRPr>
          </a:p>
        </p:txBody>
      </p:sp>
      <p:sp>
        <p:nvSpPr>
          <p:cNvPr id="16389" name="Text Box 12"/>
          <p:cNvSpPr txBox="1">
            <a:spLocks noChangeArrowheads="1"/>
          </p:cNvSpPr>
          <p:nvPr/>
        </p:nvSpPr>
        <p:spPr bwMode="auto">
          <a:xfrm>
            <a:off x="247650" y="623910"/>
            <a:ext cx="354013" cy="384175"/>
          </a:xfrm>
          <a:prstGeom prst="rect">
            <a:avLst/>
          </a:prstGeom>
          <a:noFill/>
          <a:ln w="12700">
            <a:noFill/>
            <a:miter lim="800000"/>
            <a:headEnd/>
            <a:tailEnd/>
          </a:ln>
        </p:spPr>
        <p:txBody>
          <a:bodyPr wrap="none">
            <a:spAutoFit/>
          </a:bodyPr>
          <a:lstStyle/>
          <a:p>
            <a:r>
              <a:rPr lang="en-US">
                <a:solidFill>
                  <a:srgbClr val="000000"/>
                </a:solidFill>
              </a:rPr>
              <a:t>1</a:t>
            </a:r>
          </a:p>
        </p:txBody>
      </p:sp>
      <p:sp>
        <p:nvSpPr>
          <p:cNvPr id="16390" name="Text Box 13"/>
          <p:cNvSpPr txBox="1">
            <a:spLocks noChangeArrowheads="1"/>
          </p:cNvSpPr>
          <p:nvPr/>
        </p:nvSpPr>
        <p:spPr bwMode="auto">
          <a:xfrm>
            <a:off x="641350" y="662010"/>
            <a:ext cx="3976473" cy="395173"/>
          </a:xfrm>
          <a:prstGeom prst="rect">
            <a:avLst/>
          </a:prstGeom>
          <a:noFill/>
          <a:ln w="12700">
            <a:noFill/>
            <a:miter lim="800000"/>
            <a:headEnd/>
            <a:tailEnd/>
          </a:ln>
        </p:spPr>
        <p:txBody>
          <a:bodyPr wrap="none">
            <a:spAutoFit/>
          </a:bodyPr>
          <a:lstStyle/>
          <a:p>
            <a:r>
              <a:rPr lang="en-US" dirty="0" smtClean="0">
                <a:solidFill>
                  <a:srgbClr val="000000"/>
                </a:solidFill>
                <a:latin typeface="Calibri" pitchFamily="34" charset="0"/>
                <a:cs typeface="Calibri" pitchFamily="34" charset="0"/>
              </a:rPr>
              <a:t>Use </a:t>
            </a:r>
            <a:r>
              <a:rPr lang="en-US" dirty="0" err="1" smtClean="0">
                <a:solidFill>
                  <a:srgbClr val="000000"/>
                </a:solidFill>
                <a:latin typeface="Calibri" pitchFamily="34" charset="0"/>
                <a:cs typeface="Calibri" pitchFamily="34" charset="0"/>
              </a:rPr>
              <a:t>HeapBuf</a:t>
            </a:r>
            <a:r>
              <a:rPr lang="en-US" dirty="0" smtClean="0">
                <a:solidFill>
                  <a:srgbClr val="000000"/>
                </a:solidFill>
                <a:latin typeface="Calibri" pitchFamily="34" charset="0"/>
                <a:cs typeface="Calibri" pitchFamily="34" charset="0"/>
              </a:rPr>
              <a:t> </a:t>
            </a:r>
            <a:r>
              <a:rPr lang="en-US" sz="2000" b="0" i="1" dirty="0" smtClean="0">
                <a:solidFill>
                  <a:srgbClr val="000000"/>
                </a:solidFill>
                <a:latin typeface="Calibri" pitchFamily="34" charset="0"/>
                <a:cs typeface="Calibri" pitchFamily="34" charset="0"/>
              </a:rPr>
              <a:t>(Available Products)</a:t>
            </a:r>
            <a:endParaRPr lang="en-US" sz="2000" b="0" i="1" dirty="0">
              <a:solidFill>
                <a:srgbClr val="000000"/>
              </a:solidFill>
              <a:latin typeface="Calibri" pitchFamily="34" charset="0"/>
              <a:cs typeface="Calibri" pitchFamily="34" charset="0"/>
            </a:endParaRPr>
          </a:p>
        </p:txBody>
      </p:sp>
      <p:sp>
        <p:nvSpPr>
          <p:cNvPr id="39" name="Oval 11"/>
          <p:cNvSpPr>
            <a:spLocks noChangeArrowheads="1"/>
          </p:cNvSpPr>
          <p:nvPr/>
        </p:nvSpPr>
        <p:spPr bwMode="auto">
          <a:xfrm>
            <a:off x="228600" y="2729233"/>
            <a:ext cx="381000" cy="381000"/>
          </a:xfrm>
          <a:prstGeom prst="ellipse">
            <a:avLst/>
          </a:prstGeom>
          <a:solidFill>
            <a:schemeClr val="hlink"/>
          </a:solidFill>
          <a:ln w="12700">
            <a:solidFill>
              <a:schemeClr val="tx1"/>
            </a:solidFill>
            <a:round/>
            <a:headEnd/>
            <a:tailEnd/>
          </a:ln>
          <a:effectLst/>
        </p:spPr>
        <p:txBody>
          <a:bodyPr wrap="none" anchor="ctr">
            <a:spAutoFit/>
          </a:bodyPr>
          <a:lstStyle/>
          <a:p>
            <a:pPr>
              <a:defRPr/>
            </a:pPr>
            <a:endParaRPr lang="en-US">
              <a:solidFill>
                <a:srgbClr val="000000"/>
              </a:solidFill>
              <a:effectLst>
                <a:outerShdw blurRad="38100" dist="38100" dir="2700000" algn="tl">
                  <a:srgbClr val="000000">
                    <a:alpha val="43137"/>
                  </a:srgbClr>
                </a:outerShdw>
              </a:effectLst>
            </a:endParaRPr>
          </a:p>
        </p:txBody>
      </p:sp>
      <p:sp>
        <p:nvSpPr>
          <p:cNvPr id="40" name="Text Box 12"/>
          <p:cNvSpPr txBox="1">
            <a:spLocks noChangeArrowheads="1"/>
          </p:cNvSpPr>
          <p:nvPr/>
        </p:nvSpPr>
        <p:spPr bwMode="auto">
          <a:xfrm>
            <a:off x="247650" y="2735583"/>
            <a:ext cx="354013" cy="384175"/>
          </a:xfrm>
          <a:prstGeom prst="rect">
            <a:avLst/>
          </a:prstGeom>
          <a:noFill/>
          <a:ln w="12700">
            <a:noFill/>
            <a:miter lim="800000"/>
            <a:headEnd/>
            <a:tailEnd/>
          </a:ln>
        </p:spPr>
        <p:txBody>
          <a:bodyPr wrap="none">
            <a:spAutoFit/>
          </a:bodyPr>
          <a:lstStyle/>
          <a:p>
            <a:r>
              <a:rPr lang="en-US" dirty="0" smtClean="0">
                <a:solidFill>
                  <a:srgbClr val="000000"/>
                </a:solidFill>
              </a:rPr>
              <a:t>2</a:t>
            </a:r>
            <a:endParaRPr lang="en-US" dirty="0">
              <a:solidFill>
                <a:srgbClr val="000000"/>
              </a:solidFill>
            </a:endParaRPr>
          </a:p>
        </p:txBody>
      </p:sp>
      <p:sp>
        <p:nvSpPr>
          <p:cNvPr id="41" name="Text Box 13"/>
          <p:cNvSpPr txBox="1">
            <a:spLocks noChangeArrowheads="1"/>
          </p:cNvSpPr>
          <p:nvPr/>
        </p:nvSpPr>
        <p:spPr bwMode="auto">
          <a:xfrm>
            <a:off x="641350" y="2773683"/>
            <a:ext cx="6734344" cy="387798"/>
          </a:xfrm>
          <a:prstGeom prst="rect">
            <a:avLst/>
          </a:prstGeom>
          <a:noFill/>
          <a:ln w="12700">
            <a:noFill/>
            <a:miter lim="800000"/>
            <a:headEnd/>
            <a:tailEnd/>
          </a:ln>
        </p:spPr>
        <p:txBody>
          <a:bodyPr wrap="none">
            <a:spAutoFit/>
          </a:bodyPr>
          <a:lstStyle/>
          <a:p>
            <a:r>
              <a:rPr lang="en-US" dirty="0" smtClean="0">
                <a:solidFill>
                  <a:srgbClr val="000000"/>
                </a:solidFill>
                <a:latin typeface="Calibri" pitchFamily="34" charset="0"/>
                <a:cs typeface="Calibri" pitchFamily="34" charset="0"/>
              </a:rPr>
              <a:t>Create </a:t>
            </a:r>
            <a:r>
              <a:rPr lang="en-US" dirty="0" err="1" smtClean="0">
                <a:solidFill>
                  <a:srgbClr val="000000"/>
                </a:solidFill>
                <a:latin typeface="Calibri" pitchFamily="34" charset="0"/>
                <a:cs typeface="Calibri" pitchFamily="34" charset="0"/>
              </a:rPr>
              <a:t>HeapBuf</a:t>
            </a:r>
            <a:r>
              <a:rPr lang="en-US" dirty="0" smtClean="0">
                <a:solidFill>
                  <a:srgbClr val="000000"/>
                </a:solidFill>
                <a:latin typeface="Calibri" pitchFamily="34" charset="0"/>
                <a:cs typeface="Calibri" pitchFamily="34" charset="0"/>
              </a:rPr>
              <a:t> (</a:t>
            </a:r>
            <a:r>
              <a:rPr lang="en-US" dirty="0" err="1" smtClean="0">
                <a:solidFill>
                  <a:srgbClr val="000000"/>
                </a:solidFill>
                <a:latin typeface="Calibri" pitchFamily="34" charset="0"/>
                <a:cs typeface="Calibri" pitchFamily="34" charset="0"/>
              </a:rPr>
              <a:t>myBuf</a:t>
            </a:r>
            <a:r>
              <a:rPr lang="en-US" dirty="0" smtClean="0">
                <a:solidFill>
                  <a:srgbClr val="000000"/>
                </a:solidFill>
                <a:latin typeface="Calibri" pitchFamily="34" charset="0"/>
                <a:cs typeface="Calibri" pitchFamily="34" charset="0"/>
              </a:rPr>
              <a:t>):  </a:t>
            </a:r>
            <a:r>
              <a:rPr lang="en-US" b="0" dirty="0" err="1" smtClean="0">
                <a:solidFill>
                  <a:srgbClr val="000000"/>
                </a:solidFill>
                <a:latin typeface="Calibri" pitchFamily="34" charset="0"/>
                <a:cs typeface="Calibri" pitchFamily="34" charset="0"/>
              </a:rPr>
              <a:t>blk</a:t>
            </a:r>
            <a:r>
              <a:rPr lang="en-US" b="0" dirty="0" smtClean="0">
                <a:solidFill>
                  <a:srgbClr val="000000"/>
                </a:solidFill>
                <a:latin typeface="Calibri" pitchFamily="34" charset="0"/>
                <a:cs typeface="Calibri" pitchFamily="34" charset="0"/>
              </a:rPr>
              <a:t> size, # of blocks, name</a:t>
            </a:r>
            <a:endParaRPr lang="en-US" b="0" dirty="0">
              <a:solidFill>
                <a:srgbClr val="000000"/>
              </a:solidFill>
              <a:latin typeface="Calibri" pitchFamily="34" charset="0"/>
              <a:cs typeface="Calibri" pitchFamily="34" charset="0"/>
            </a:endParaRPr>
          </a:p>
        </p:txBody>
      </p:sp>
      <p:sp>
        <p:nvSpPr>
          <p:cNvPr id="17" name="TextBox 16"/>
          <p:cNvSpPr txBox="1"/>
          <p:nvPr/>
        </p:nvSpPr>
        <p:spPr>
          <a:xfrm>
            <a:off x="4582677" y="5384406"/>
            <a:ext cx="4455066" cy="338554"/>
          </a:xfrm>
          <a:prstGeom prst="rect">
            <a:avLst/>
          </a:prstGeom>
          <a:solidFill>
            <a:schemeClr val="accent5">
              <a:lumMod val="20000"/>
              <a:lumOff val="80000"/>
            </a:schemeClr>
          </a:solidFill>
          <a:ln w="28575">
            <a:solidFill>
              <a:schemeClr val="tx1"/>
            </a:solidFill>
          </a:ln>
          <a:effectLst>
            <a:outerShdw blurRad="50800" dist="76200" dir="2700000" algn="tl" rotWithShape="0">
              <a:prstClr val="black">
                <a:alpha val="40000"/>
              </a:prstClr>
            </a:outerShdw>
          </a:effectLst>
        </p:spPr>
        <p:txBody>
          <a:bodyPr wrap="none" rtlCol="0">
            <a:spAutoFit/>
          </a:bodyPr>
          <a:lstStyle/>
          <a:p>
            <a:r>
              <a:rPr lang="en-US" sz="2000" b="0" dirty="0" smtClean="0">
                <a:latin typeface="Arial Narrow" pitchFamily="34" charset="0"/>
              </a:rPr>
              <a:t>buf1 </a:t>
            </a:r>
            <a:r>
              <a:rPr lang="en-US" sz="2000" b="0" smtClean="0">
                <a:latin typeface="Arial Narrow" pitchFamily="34" charset="0"/>
              </a:rPr>
              <a:t>= Memory_alloc(myHeapBuf</a:t>
            </a:r>
            <a:r>
              <a:rPr lang="en-US" sz="2000" b="0" dirty="0" smtClean="0">
                <a:latin typeface="Arial Narrow" pitchFamily="34" charset="0"/>
              </a:rPr>
              <a:t>, 64, 0, &amp;</a:t>
            </a:r>
            <a:r>
              <a:rPr lang="en-US" sz="2000" b="0" dirty="0" err="1" smtClean="0">
                <a:latin typeface="Arial Narrow" pitchFamily="34" charset="0"/>
              </a:rPr>
              <a:t>eb</a:t>
            </a:r>
            <a:r>
              <a:rPr lang="en-US" sz="2000" b="0" dirty="0" smtClean="0">
                <a:latin typeface="Arial Narrow" pitchFamily="34" charset="0"/>
              </a:rPr>
              <a:t>)</a:t>
            </a:r>
            <a:endParaRPr lang="en-US" sz="2000" b="0" dirty="0">
              <a:latin typeface="Arial Narrow" pitchFamily="34" charset="0"/>
            </a:endParaRPr>
          </a:p>
        </p:txBody>
      </p:sp>
      <p:sp>
        <p:nvSpPr>
          <p:cNvPr id="19" name="Leading Question"/>
          <p:cNvSpPr txBox="1"/>
          <p:nvPr/>
        </p:nvSpPr>
        <p:spPr>
          <a:xfrm>
            <a:off x="4696115" y="6294577"/>
            <a:ext cx="3978654" cy="246221"/>
          </a:xfrm>
          <a:prstGeom prst="rect">
            <a:avLst/>
          </a:prstGeom>
          <a:noFill/>
        </p:spPr>
        <p:txBody>
          <a:bodyPr vert="horz" wrap="none" lIns="0" tIns="0" rIns="0" bIns="0" rtlCol="0" anchor="b" anchorCtr="0">
            <a:spAutoFit/>
          </a:bodyPr>
          <a:lstStyle/>
          <a:p>
            <a:pPr algn="ctr">
              <a:spcBef>
                <a:spcPct val="0"/>
              </a:spcBef>
            </a:pPr>
            <a:r>
              <a:rPr lang="en-US" sz="2000" b="0" dirty="0" smtClean="0">
                <a:solidFill>
                  <a:schemeClr val="tx2"/>
                </a:solidFill>
                <a:latin typeface="Arial Narrow"/>
              </a:rPr>
              <a:t>What if I need multiple sizes (16, 32, 128)?</a:t>
            </a:r>
          </a:p>
        </p:txBody>
      </p:sp>
      <p:sp>
        <p:nvSpPr>
          <p:cNvPr id="18" name="TextBox 17"/>
          <p:cNvSpPr txBox="1"/>
          <p:nvPr/>
        </p:nvSpPr>
        <p:spPr>
          <a:xfrm>
            <a:off x="4572000" y="3436960"/>
            <a:ext cx="4267200" cy="1447800"/>
          </a:xfrm>
          <a:prstGeom prst="rect">
            <a:avLst/>
          </a:prstGeom>
          <a:solidFill>
            <a:schemeClr val="accent4">
              <a:lumMod val="20000"/>
              <a:lumOff val="80000"/>
            </a:schemeClr>
          </a:solidFill>
          <a:ln w="3175">
            <a:solidFill>
              <a:srgbClr val="C0C0C0"/>
            </a:solidFill>
          </a:ln>
          <a:effectLst>
            <a:outerShdw blurRad="50800" dist="88900" dir="2700000" algn="tl" rotWithShape="0">
              <a:prstClr val="black">
                <a:alpha val="40000"/>
              </a:prstClr>
            </a:outerShdw>
          </a:effectLst>
        </p:spPr>
        <p:txBody>
          <a:bodyPr wrap="none" tIns="91440" bIns="91440" rtlCol="0" anchor="ctr" anchorCtr="1">
            <a:noAutofit/>
          </a:bodyPr>
          <a:lstStyle/>
          <a:p>
            <a:pPr>
              <a:lnSpc>
                <a:spcPct val="60000"/>
              </a:lnSpc>
            </a:pPr>
            <a:r>
              <a:rPr lang="en-US" sz="2000" b="0" dirty="0" err="1" smtClean="0">
                <a:latin typeface="Arial Narrow" pitchFamily="34" charset="0"/>
              </a:rPr>
              <a:t>prms.blockSize</a:t>
            </a:r>
            <a:r>
              <a:rPr lang="en-US" sz="2000" b="0" dirty="0" smtClean="0">
                <a:latin typeface="Arial Narrow" pitchFamily="34" charset="0"/>
              </a:rPr>
              <a:t> = 64;</a:t>
            </a:r>
          </a:p>
          <a:p>
            <a:pPr>
              <a:lnSpc>
                <a:spcPct val="60000"/>
              </a:lnSpc>
            </a:pPr>
            <a:r>
              <a:rPr lang="en-US" sz="2000" b="0" dirty="0" err="1" smtClean="0">
                <a:latin typeface="Arial Narrow" pitchFamily="34" charset="0"/>
              </a:rPr>
              <a:t>prms.numBlocks</a:t>
            </a:r>
            <a:r>
              <a:rPr lang="en-US" sz="2000" b="0" dirty="0" smtClean="0">
                <a:latin typeface="Arial Narrow" pitchFamily="34" charset="0"/>
              </a:rPr>
              <a:t> = 8;</a:t>
            </a:r>
          </a:p>
          <a:p>
            <a:pPr>
              <a:lnSpc>
                <a:spcPct val="60000"/>
              </a:lnSpc>
            </a:pPr>
            <a:r>
              <a:rPr lang="en-US" sz="2000" b="0" dirty="0" err="1" smtClean="0">
                <a:latin typeface="Arial Narrow" pitchFamily="34" charset="0"/>
              </a:rPr>
              <a:t>prms.bufSize</a:t>
            </a:r>
            <a:r>
              <a:rPr lang="en-US" sz="2000" b="0" dirty="0" smtClean="0">
                <a:latin typeface="Arial Narrow" pitchFamily="34" charset="0"/>
              </a:rPr>
              <a:t> = 256;</a:t>
            </a:r>
          </a:p>
          <a:p>
            <a:pPr>
              <a:lnSpc>
                <a:spcPct val="60000"/>
              </a:lnSpc>
            </a:pPr>
            <a:r>
              <a:rPr lang="en-US" sz="2000" b="0" smtClean="0">
                <a:latin typeface="Arial Narrow" pitchFamily="34" charset="0"/>
              </a:rPr>
              <a:t>myHeapBuf </a:t>
            </a:r>
            <a:r>
              <a:rPr lang="en-US" sz="2000" b="0" dirty="0" smtClean="0">
                <a:latin typeface="Arial Narrow" pitchFamily="34" charset="0"/>
              </a:rPr>
              <a:t>= </a:t>
            </a:r>
            <a:r>
              <a:rPr lang="en-US" sz="2000" b="0" dirty="0" err="1" smtClean="0">
                <a:solidFill>
                  <a:schemeClr val="tx2"/>
                </a:solidFill>
                <a:latin typeface="Arial Narrow" pitchFamily="34" charset="0"/>
              </a:rPr>
              <a:t>HeapBuf_create</a:t>
            </a:r>
            <a:r>
              <a:rPr lang="en-US" sz="2000" b="0" dirty="0" smtClean="0">
                <a:latin typeface="Arial Narrow" pitchFamily="34" charset="0"/>
              </a:rPr>
              <a:t>(&amp;</a:t>
            </a:r>
            <a:r>
              <a:rPr lang="en-US" sz="2000" b="0" dirty="0" err="1" smtClean="0">
                <a:latin typeface="Arial Narrow" pitchFamily="34" charset="0"/>
              </a:rPr>
              <a:t>prms</a:t>
            </a:r>
            <a:r>
              <a:rPr lang="en-US" sz="2000" b="0" dirty="0" smtClean="0">
                <a:latin typeface="Arial Narrow" pitchFamily="34" charset="0"/>
              </a:rPr>
              <a:t>, &amp;</a:t>
            </a:r>
            <a:r>
              <a:rPr lang="en-US" sz="2000" b="0" dirty="0" err="1" smtClean="0">
                <a:latin typeface="Arial Narrow" pitchFamily="34" charset="0"/>
              </a:rPr>
              <a:t>eb</a:t>
            </a:r>
            <a:r>
              <a:rPr lang="en-US" sz="2000" b="0" dirty="0" smtClean="0">
                <a:latin typeface="Arial Narrow" pitchFamily="34" charset="0"/>
              </a:rPr>
              <a:t>);</a:t>
            </a:r>
            <a:endParaRPr lang="en-US" sz="2000" b="0" dirty="0">
              <a:latin typeface="Arial Narrow" pitchFamily="34" charset="0"/>
            </a:endParaRPr>
          </a:p>
        </p:txBody>
      </p:sp>
      <p:sp>
        <p:nvSpPr>
          <p:cNvPr id="21" name="TextBox 20"/>
          <p:cNvSpPr txBox="1"/>
          <p:nvPr/>
        </p:nvSpPr>
        <p:spPr>
          <a:xfrm>
            <a:off x="3613299" y="3982762"/>
            <a:ext cx="825867" cy="338554"/>
          </a:xfrm>
          <a:prstGeom prst="rect">
            <a:avLst/>
          </a:prstGeom>
          <a:noFill/>
        </p:spPr>
        <p:txBody>
          <a:bodyPr wrap="none" rtlCol="0">
            <a:spAutoFit/>
          </a:bodyPr>
          <a:lstStyle/>
          <a:p>
            <a:r>
              <a:rPr lang="en-US" sz="2000" dirty="0" smtClean="0"/>
              <a:t>OR…</a:t>
            </a:r>
            <a:endParaRPr lang="en-US" sz="2000" dirty="0"/>
          </a:p>
        </p:txBody>
      </p:sp>
      <p:sp>
        <p:nvSpPr>
          <p:cNvPr id="22" name="TextBox 21"/>
          <p:cNvSpPr txBox="1"/>
          <p:nvPr/>
        </p:nvSpPr>
        <p:spPr>
          <a:xfrm>
            <a:off x="1708827" y="3109039"/>
            <a:ext cx="895310" cy="387798"/>
          </a:xfrm>
          <a:prstGeom prst="rect">
            <a:avLst/>
          </a:prstGeom>
          <a:noFill/>
        </p:spPr>
        <p:txBody>
          <a:bodyPr wrap="none" rtlCol="0">
            <a:spAutoFit/>
          </a:bodyPr>
          <a:lstStyle/>
          <a:p>
            <a:r>
              <a:rPr lang="en-US" dirty="0" smtClean="0">
                <a:solidFill>
                  <a:schemeClr val="tx2"/>
                </a:solidFill>
                <a:latin typeface="Calibri" pitchFamily="34" charset="0"/>
                <a:cs typeface="Calibri" pitchFamily="34" charset="0"/>
              </a:rPr>
              <a:t>Static</a:t>
            </a:r>
            <a:endParaRPr lang="en-US" dirty="0">
              <a:solidFill>
                <a:schemeClr val="tx2"/>
              </a:solidFill>
              <a:latin typeface="Calibri" pitchFamily="34" charset="0"/>
              <a:cs typeface="Calibri" pitchFamily="34" charset="0"/>
            </a:endParaRPr>
          </a:p>
        </p:txBody>
      </p:sp>
      <p:sp>
        <p:nvSpPr>
          <p:cNvPr id="23" name="TextBox 22"/>
          <p:cNvSpPr txBox="1"/>
          <p:nvPr/>
        </p:nvSpPr>
        <p:spPr>
          <a:xfrm>
            <a:off x="5932967" y="3110808"/>
            <a:ext cx="1295547" cy="387798"/>
          </a:xfrm>
          <a:prstGeom prst="rect">
            <a:avLst/>
          </a:prstGeom>
          <a:noFill/>
        </p:spPr>
        <p:txBody>
          <a:bodyPr wrap="none" rtlCol="0">
            <a:spAutoFit/>
          </a:bodyPr>
          <a:lstStyle/>
          <a:p>
            <a:r>
              <a:rPr lang="en-US" dirty="0" smtClean="0">
                <a:solidFill>
                  <a:schemeClr val="tx2"/>
                </a:solidFill>
                <a:latin typeface="Calibri" pitchFamily="34" charset="0"/>
                <a:cs typeface="Calibri" pitchFamily="34" charset="0"/>
              </a:rPr>
              <a:t>Dynamic</a:t>
            </a:r>
            <a:endParaRPr lang="en-US" dirty="0">
              <a:solidFill>
                <a:schemeClr val="tx2"/>
              </a:solidFill>
              <a:latin typeface="Calibri" pitchFamily="34" charset="0"/>
              <a:cs typeface="Calibri" pitchFamily="34" charset="0"/>
            </a:endParaRPr>
          </a:p>
        </p:txBody>
      </p:sp>
      <p:sp>
        <p:nvSpPr>
          <p:cNvPr id="24" name="TextBox 23"/>
          <p:cNvSpPr txBox="1"/>
          <p:nvPr/>
        </p:nvSpPr>
        <p:spPr>
          <a:xfrm>
            <a:off x="6012157" y="5058340"/>
            <a:ext cx="958789" cy="387798"/>
          </a:xfrm>
          <a:prstGeom prst="rect">
            <a:avLst/>
          </a:prstGeom>
          <a:noFill/>
        </p:spPr>
        <p:txBody>
          <a:bodyPr wrap="none" rtlCol="0">
            <a:spAutoFit/>
          </a:bodyPr>
          <a:lstStyle/>
          <a:p>
            <a:r>
              <a:rPr lang="en-US" dirty="0" smtClean="0">
                <a:solidFill>
                  <a:schemeClr val="tx2"/>
                </a:solidFill>
                <a:latin typeface="Calibri" pitchFamily="34" charset="0"/>
                <a:cs typeface="Calibri" pitchFamily="34" charset="0"/>
              </a:rPr>
              <a:t>Usage</a:t>
            </a:r>
            <a:endParaRPr lang="en-US" dirty="0">
              <a:solidFill>
                <a:schemeClr val="tx2"/>
              </a:solidFill>
              <a:latin typeface="Calibri" pitchFamily="34" charset="0"/>
              <a:cs typeface="Calibri" pitchFamily="34" charset="0"/>
            </a:endParaRPr>
          </a:p>
        </p:txBody>
      </p:sp>
      <p:sp>
        <p:nvSpPr>
          <p:cNvPr id="27" name="Right Arrow 26"/>
          <p:cNvSpPr/>
          <p:nvPr/>
        </p:nvSpPr>
        <p:spPr bwMode="auto">
          <a:xfrm>
            <a:off x="3200400" y="1554814"/>
            <a:ext cx="533400" cy="457200"/>
          </a:xfrm>
          <a:prstGeom prst="rightArrow">
            <a:avLst/>
          </a:prstGeom>
          <a:solidFill>
            <a:schemeClr val="accent1"/>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80000"/>
              </a:lnSpc>
              <a:spcBef>
                <a:spcPct val="50000"/>
              </a:spcBef>
              <a:spcAft>
                <a:spcPct val="0"/>
              </a:spcAft>
              <a:buClrTx/>
              <a:buSzTx/>
              <a:buFontTx/>
              <a:buNone/>
              <a:tabLst/>
            </a:pPr>
            <a:endParaRPr kumimoji="0" lang="en-US" sz="2400" b="1" i="0" u="none" strike="noStrike" cap="none" normalizeH="0" baseline="0" smtClean="0">
              <a:ln>
                <a:noFill/>
              </a:ln>
              <a:solidFill>
                <a:schemeClr val="tx1"/>
              </a:solidFill>
              <a:effectLst>
                <a:outerShdw blurRad="38100" dist="38100" dir="2700000" algn="tl">
                  <a:srgbClr val="000000">
                    <a:alpha val="43137"/>
                  </a:srgbClr>
                </a:outerShdw>
              </a:effectLst>
              <a:latin typeface="Arial" charset="0"/>
            </a:endParaRPr>
          </a:p>
        </p:txBody>
      </p:sp>
      <p:pic>
        <p:nvPicPr>
          <p:cNvPr id="28" name="Animated Logo" descr="tilogo_color_twoline.png"/>
          <p:cNvPicPr>
            <a:picLocks noChangeAspect="1"/>
          </p:cNvPicPr>
          <p:nvPr/>
        </p:nvPicPr>
        <p:blipFill>
          <a:blip r:embed="rId4" cstate="print"/>
          <a:stretch>
            <a:fillRect/>
          </a:stretch>
        </p:blipFill>
        <p:spPr>
          <a:xfrm>
            <a:off x="50800" y="6477000"/>
            <a:ext cx="1438537" cy="347443"/>
          </a:xfrm>
          <a:prstGeom prst="rect">
            <a:avLst/>
          </a:prstGeom>
        </p:spPr>
      </p:pic>
      <p:pic>
        <p:nvPicPr>
          <p:cNvPr id="3" name="Picture 2" descr="C:\Users\a0159877\AppData\Local\Temp\SNAGHTML2decee.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63854" y="1049990"/>
            <a:ext cx="2063802" cy="1679243"/>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C:\Users\a0159877\AppData\Local\Temp\SNAGHTML2f8d41.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99594" y="3436959"/>
            <a:ext cx="2785260" cy="3213761"/>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C:\Users\a0159877\AppData\Local\Temp\SNAGHTML3036b9.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29969" y="1265173"/>
            <a:ext cx="2952062" cy="13220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9"/>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0"/>
                                  </p:stCondLst>
                                  <p:childTnLst>
                                    <p:set>
                                      <p:cBhvr>
                                        <p:cTn id="9" dur="1" fill="hold">
                                          <p:stCondLst>
                                            <p:cond delay="499"/>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en-US" dirty="0" smtClean="0"/>
              <a:t>Multiple </a:t>
            </a:r>
            <a:r>
              <a:rPr lang="en-US" dirty="0" err="1" smtClean="0"/>
              <a:t>HeapBufs</a:t>
            </a:r>
            <a:endParaRPr lang="en-US" dirty="0" smtClean="0"/>
          </a:p>
        </p:txBody>
      </p:sp>
      <p:sp>
        <p:nvSpPr>
          <p:cNvPr id="45" name="Rectangle 44"/>
          <p:cNvSpPr/>
          <p:nvPr/>
        </p:nvSpPr>
        <p:spPr bwMode="auto">
          <a:xfrm>
            <a:off x="1371600" y="685800"/>
            <a:ext cx="914400" cy="304800"/>
          </a:xfrm>
          <a:prstGeom prst="rect">
            <a:avLst/>
          </a:prstGeom>
          <a:solidFill>
            <a:schemeClr val="accent3">
              <a:lumMod val="40000"/>
              <a:lumOff val="60000"/>
            </a:schemeClr>
          </a:solidFill>
          <a:ln w="12700" cap="flat" cmpd="sng" algn="ctr">
            <a:solidFill>
              <a:srgbClr val="000000"/>
            </a:solidFill>
            <a:prstDash val="solid"/>
            <a:round/>
            <a:headEnd type="none" w="sm" len="sm"/>
            <a:tailEnd type="none" w="sm" len="sm"/>
          </a:ln>
          <a:effectLst/>
        </p:spPr>
        <p:txBody>
          <a:bodyPr vert="horz" wrap="square" lIns="91440" tIns="45720" rIns="91440" bIns="45720" numCol="1" rtlCol="0" anchor="ctr" anchorCtr="1" compatLnSpc="1">
            <a:prstTxWarp prst="textNoShape">
              <a:avLst/>
            </a:prstTxWarp>
          </a:bodyPr>
          <a:lstStyle/>
          <a:p>
            <a:pPr marL="0" marR="0" lvl="0" indent="0" algn="l" defTabSz="914400" rtl="0" eaLnBrk="0" fontAlgn="base" latinLnBrk="0" hangingPunct="0">
              <a:lnSpc>
                <a:spcPct val="80000"/>
              </a:lnSpc>
              <a:spcBef>
                <a:spcPct val="50000"/>
              </a:spcBef>
              <a:spcAft>
                <a:spcPct val="0"/>
              </a:spcAft>
              <a:buClrTx/>
              <a:buSzTx/>
              <a:buFontTx/>
              <a:buNone/>
              <a:tabLst/>
              <a:defRPr/>
            </a:pPr>
            <a:r>
              <a:rPr kumimoji="0" lang="en-US" sz="1800" b="1" i="0" u="none" strike="noStrike" kern="0" cap="none" spc="0" normalizeH="0" baseline="0" noProof="0" dirty="0" smtClean="0">
                <a:ln>
                  <a:noFill/>
                </a:ln>
                <a:solidFill>
                  <a:srgbClr val="000000"/>
                </a:solidFill>
                <a:effectLst/>
                <a:uLnTx/>
                <a:uFillTx/>
                <a:latin typeface="Courier New" pitchFamily="49" charset="0"/>
                <a:cs typeface="Courier New" pitchFamily="49" charset="0"/>
              </a:rPr>
              <a:t>16</a:t>
            </a:r>
          </a:p>
        </p:txBody>
      </p:sp>
      <p:sp>
        <p:nvSpPr>
          <p:cNvPr id="46" name="Rectangle 45"/>
          <p:cNvSpPr/>
          <p:nvPr/>
        </p:nvSpPr>
        <p:spPr bwMode="auto">
          <a:xfrm>
            <a:off x="2286000" y="685800"/>
            <a:ext cx="914400" cy="304800"/>
          </a:xfrm>
          <a:prstGeom prst="rect">
            <a:avLst/>
          </a:prstGeom>
          <a:solidFill>
            <a:schemeClr val="accent3">
              <a:lumMod val="40000"/>
              <a:lumOff val="60000"/>
            </a:schemeClr>
          </a:solidFill>
          <a:ln w="12700" cap="flat" cmpd="sng" algn="ctr">
            <a:solidFill>
              <a:srgbClr val="000000"/>
            </a:solidFill>
            <a:prstDash val="solid"/>
            <a:round/>
            <a:headEnd type="none" w="sm" len="sm"/>
            <a:tailEnd type="none" w="sm" len="sm"/>
          </a:ln>
          <a:effectLst/>
        </p:spPr>
        <p:txBody>
          <a:bodyPr vert="horz" wrap="square" lIns="91440" tIns="45720" rIns="91440" bIns="45720" numCol="1" rtlCol="0" anchor="ctr" anchorCtr="1" compatLnSpc="1">
            <a:prstTxWarp prst="textNoShape">
              <a:avLst/>
            </a:prstTxWarp>
          </a:bodyPr>
          <a:lstStyle/>
          <a:p>
            <a:pPr marL="0" marR="0" lvl="0" indent="0" algn="l" defTabSz="914400" rtl="0" eaLnBrk="0" fontAlgn="base" latinLnBrk="0" hangingPunct="0">
              <a:lnSpc>
                <a:spcPct val="80000"/>
              </a:lnSpc>
              <a:spcBef>
                <a:spcPct val="50000"/>
              </a:spcBef>
              <a:spcAft>
                <a:spcPct val="0"/>
              </a:spcAft>
              <a:buClrTx/>
              <a:buSzTx/>
              <a:buFontTx/>
              <a:buNone/>
              <a:tabLst/>
              <a:defRPr/>
            </a:pPr>
            <a:r>
              <a:rPr kumimoji="0" lang="en-US" sz="1800" b="1" i="0" u="none" strike="noStrike" kern="0" cap="none" spc="0" normalizeH="0" baseline="0" noProof="0" dirty="0" smtClean="0">
                <a:ln>
                  <a:noFill/>
                </a:ln>
                <a:solidFill>
                  <a:srgbClr val="000000"/>
                </a:solidFill>
                <a:effectLst/>
                <a:uLnTx/>
                <a:uFillTx/>
                <a:latin typeface="Courier New" pitchFamily="49" charset="0"/>
                <a:cs typeface="Courier New" pitchFamily="49" charset="0"/>
              </a:rPr>
              <a:t>16</a:t>
            </a:r>
          </a:p>
        </p:txBody>
      </p:sp>
      <p:sp>
        <p:nvSpPr>
          <p:cNvPr id="47" name="Rectangle 46"/>
          <p:cNvSpPr/>
          <p:nvPr/>
        </p:nvSpPr>
        <p:spPr bwMode="auto">
          <a:xfrm>
            <a:off x="3200400" y="685800"/>
            <a:ext cx="914400" cy="304800"/>
          </a:xfrm>
          <a:prstGeom prst="rect">
            <a:avLst/>
          </a:prstGeom>
          <a:solidFill>
            <a:schemeClr val="accent3">
              <a:lumMod val="40000"/>
              <a:lumOff val="60000"/>
            </a:schemeClr>
          </a:solidFill>
          <a:ln w="12700" cap="flat" cmpd="sng" algn="ctr">
            <a:solidFill>
              <a:srgbClr val="000000"/>
            </a:solidFill>
            <a:prstDash val="solid"/>
            <a:round/>
            <a:headEnd type="none" w="sm" len="sm"/>
            <a:tailEnd type="none" w="sm" len="sm"/>
          </a:ln>
          <a:effectLst/>
        </p:spPr>
        <p:txBody>
          <a:bodyPr vert="horz" wrap="square" lIns="91440" tIns="45720" rIns="91440" bIns="45720" numCol="1" rtlCol="0" anchor="ctr" anchorCtr="1" compatLnSpc="1">
            <a:prstTxWarp prst="textNoShape">
              <a:avLst/>
            </a:prstTxWarp>
          </a:bodyPr>
          <a:lstStyle/>
          <a:p>
            <a:pPr marL="0" marR="0" lvl="0" indent="0" algn="l" defTabSz="914400" rtl="0" eaLnBrk="0" fontAlgn="base" latinLnBrk="0" hangingPunct="0">
              <a:lnSpc>
                <a:spcPct val="80000"/>
              </a:lnSpc>
              <a:spcBef>
                <a:spcPct val="50000"/>
              </a:spcBef>
              <a:spcAft>
                <a:spcPct val="0"/>
              </a:spcAft>
              <a:buClrTx/>
              <a:buSzTx/>
              <a:buFontTx/>
              <a:buNone/>
              <a:tabLst/>
              <a:defRPr/>
            </a:pPr>
            <a:r>
              <a:rPr kumimoji="0" lang="en-US" sz="1800" b="1" i="0" u="none" strike="noStrike" kern="0" cap="none" spc="0" normalizeH="0" baseline="0" noProof="0" dirty="0" smtClean="0">
                <a:ln>
                  <a:noFill/>
                </a:ln>
                <a:solidFill>
                  <a:srgbClr val="000000"/>
                </a:solidFill>
                <a:effectLst/>
                <a:uLnTx/>
                <a:uFillTx/>
                <a:latin typeface="Courier New" pitchFamily="49" charset="0"/>
                <a:cs typeface="Courier New" pitchFamily="49" charset="0"/>
              </a:rPr>
              <a:t>16</a:t>
            </a:r>
          </a:p>
        </p:txBody>
      </p:sp>
      <p:sp>
        <p:nvSpPr>
          <p:cNvPr id="48" name="Rectangle 47"/>
          <p:cNvSpPr/>
          <p:nvPr/>
        </p:nvSpPr>
        <p:spPr bwMode="auto">
          <a:xfrm>
            <a:off x="4114800" y="685800"/>
            <a:ext cx="914400" cy="304800"/>
          </a:xfrm>
          <a:prstGeom prst="rect">
            <a:avLst/>
          </a:prstGeom>
          <a:solidFill>
            <a:schemeClr val="accent3">
              <a:lumMod val="40000"/>
              <a:lumOff val="60000"/>
            </a:schemeClr>
          </a:solidFill>
          <a:ln w="12700" cap="flat" cmpd="sng" algn="ctr">
            <a:solidFill>
              <a:srgbClr val="000000"/>
            </a:solidFill>
            <a:prstDash val="solid"/>
            <a:round/>
            <a:headEnd type="none" w="sm" len="sm"/>
            <a:tailEnd type="none" w="sm" len="sm"/>
          </a:ln>
          <a:effectLst/>
        </p:spPr>
        <p:txBody>
          <a:bodyPr vert="horz" wrap="square" lIns="91440" tIns="45720" rIns="91440" bIns="45720" numCol="1" rtlCol="0" anchor="ctr" anchorCtr="1" compatLnSpc="1">
            <a:prstTxWarp prst="textNoShape">
              <a:avLst/>
            </a:prstTxWarp>
          </a:bodyPr>
          <a:lstStyle/>
          <a:p>
            <a:pPr marL="0" marR="0" lvl="0" indent="0" algn="l" defTabSz="914400" rtl="0" eaLnBrk="0" fontAlgn="base" latinLnBrk="0" hangingPunct="0">
              <a:lnSpc>
                <a:spcPct val="80000"/>
              </a:lnSpc>
              <a:spcBef>
                <a:spcPct val="50000"/>
              </a:spcBef>
              <a:spcAft>
                <a:spcPct val="0"/>
              </a:spcAft>
              <a:buClrTx/>
              <a:buSzTx/>
              <a:buFontTx/>
              <a:buNone/>
              <a:tabLst/>
              <a:defRPr/>
            </a:pPr>
            <a:r>
              <a:rPr kumimoji="0" lang="en-US" sz="1800" b="1" i="0" u="none" strike="noStrike" kern="0" cap="none" spc="0" normalizeH="0" baseline="0" noProof="0" dirty="0" smtClean="0">
                <a:ln>
                  <a:noFill/>
                </a:ln>
                <a:solidFill>
                  <a:srgbClr val="000000"/>
                </a:solidFill>
                <a:effectLst/>
                <a:uLnTx/>
                <a:uFillTx/>
                <a:latin typeface="Courier New" pitchFamily="49" charset="0"/>
                <a:cs typeface="Courier New" pitchFamily="49" charset="0"/>
              </a:rPr>
              <a:t>16</a:t>
            </a:r>
          </a:p>
        </p:txBody>
      </p:sp>
      <p:sp>
        <p:nvSpPr>
          <p:cNvPr id="49" name="Rectangle 48"/>
          <p:cNvSpPr/>
          <p:nvPr/>
        </p:nvSpPr>
        <p:spPr bwMode="auto">
          <a:xfrm>
            <a:off x="5029200" y="685800"/>
            <a:ext cx="914400" cy="304800"/>
          </a:xfrm>
          <a:prstGeom prst="rect">
            <a:avLst/>
          </a:prstGeom>
          <a:solidFill>
            <a:schemeClr val="accent3">
              <a:lumMod val="40000"/>
              <a:lumOff val="60000"/>
            </a:schemeClr>
          </a:solidFill>
          <a:ln w="12700" cap="flat" cmpd="sng" algn="ctr">
            <a:solidFill>
              <a:srgbClr val="000000"/>
            </a:solidFill>
            <a:prstDash val="solid"/>
            <a:round/>
            <a:headEnd type="none" w="sm" len="sm"/>
            <a:tailEnd type="none" w="sm" len="sm"/>
          </a:ln>
          <a:effectLst/>
        </p:spPr>
        <p:txBody>
          <a:bodyPr vert="horz" wrap="square" lIns="91440" tIns="45720" rIns="91440" bIns="45720" numCol="1" rtlCol="0" anchor="ctr" anchorCtr="1" compatLnSpc="1">
            <a:prstTxWarp prst="textNoShape">
              <a:avLst/>
            </a:prstTxWarp>
          </a:bodyPr>
          <a:lstStyle/>
          <a:p>
            <a:pPr marL="0" marR="0" lvl="0" indent="0" algn="l" defTabSz="914400" rtl="0" eaLnBrk="0" fontAlgn="base" latinLnBrk="0" hangingPunct="0">
              <a:lnSpc>
                <a:spcPct val="80000"/>
              </a:lnSpc>
              <a:spcBef>
                <a:spcPct val="50000"/>
              </a:spcBef>
              <a:spcAft>
                <a:spcPct val="0"/>
              </a:spcAft>
              <a:buClrTx/>
              <a:buSzTx/>
              <a:buFontTx/>
              <a:buNone/>
              <a:tabLst/>
              <a:defRPr/>
            </a:pPr>
            <a:r>
              <a:rPr kumimoji="0" lang="en-US" sz="1800" b="1" i="0" u="none" strike="noStrike" kern="0" cap="none" spc="0" normalizeH="0" baseline="0" noProof="0" dirty="0" smtClean="0">
                <a:ln>
                  <a:noFill/>
                </a:ln>
                <a:solidFill>
                  <a:srgbClr val="000000"/>
                </a:solidFill>
                <a:effectLst/>
                <a:uLnTx/>
                <a:uFillTx/>
                <a:latin typeface="Courier New" pitchFamily="49" charset="0"/>
                <a:cs typeface="Courier New" pitchFamily="49" charset="0"/>
              </a:rPr>
              <a:t>16</a:t>
            </a:r>
          </a:p>
        </p:txBody>
      </p:sp>
      <p:sp>
        <p:nvSpPr>
          <p:cNvPr id="50" name="Rectangle 49"/>
          <p:cNvSpPr/>
          <p:nvPr/>
        </p:nvSpPr>
        <p:spPr bwMode="auto">
          <a:xfrm>
            <a:off x="5943600" y="685800"/>
            <a:ext cx="914400" cy="304800"/>
          </a:xfrm>
          <a:prstGeom prst="rect">
            <a:avLst/>
          </a:prstGeom>
          <a:solidFill>
            <a:schemeClr val="accent3">
              <a:lumMod val="40000"/>
              <a:lumOff val="60000"/>
            </a:schemeClr>
          </a:solidFill>
          <a:ln w="12700" cap="flat" cmpd="sng" algn="ctr">
            <a:solidFill>
              <a:srgbClr val="000000"/>
            </a:solidFill>
            <a:prstDash val="solid"/>
            <a:round/>
            <a:headEnd type="none" w="sm" len="sm"/>
            <a:tailEnd type="none" w="sm" len="sm"/>
          </a:ln>
          <a:effectLst/>
        </p:spPr>
        <p:txBody>
          <a:bodyPr vert="horz" wrap="square" lIns="91440" tIns="45720" rIns="91440" bIns="45720" numCol="1" rtlCol="0" anchor="ctr" anchorCtr="1" compatLnSpc="1">
            <a:prstTxWarp prst="textNoShape">
              <a:avLst/>
            </a:prstTxWarp>
          </a:bodyPr>
          <a:lstStyle/>
          <a:p>
            <a:pPr marL="0" marR="0" lvl="0" indent="0" algn="l" defTabSz="914400" rtl="0" eaLnBrk="0" fontAlgn="base" latinLnBrk="0" hangingPunct="0">
              <a:lnSpc>
                <a:spcPct val="80000"/>
              </a:lnSpc>
              <a:spcBef>
                <a:spcPct val="50000"/>
              </a:spcBef>
              <a:spcAft>
                <a:spcPct val="0"/>
              </a:spcAft>
              <a:buClrTx/>
              <a:buSzTx/>
              <a:buFontTx/>
              <a:buNone/>
              <a:tabLst/>
              <a:defRPr/>
            </a:pPr>
            <a:r>
              <a:rPr kumimoji="0" lang="en-US" sz="1800" b="1" i="0" u="none" strike="noStrike" kern="0" cap="none" spc="0" normalizeH="0" baseline="0" noProof="0" dirty="0" smtClean="0">
                <a:ln>
                  <a:noFill/>
                </a:ln>
                <a:solidFill>
                  <a:srgbClr val="000000"/>
                </a:solidFill>
                <a:effectLst/>
                <a:uLnTx/>
                <a:uFillTx/>
                <a:latin typeface="Courier New" pitchFamily="49" charset="0"/>
                <a:cs typeface="Courier New" pitchFamily="49" charset="0"/>
              </a:rPr>
              <a:t>16</a:t>
            </a:r>
          </a:p>
        </p:txBody>
      </p:sp>
      <p:sp>
        <p:nvSpPr>
          <p:cNvPr id="51" name="Rectangle 50"/>
          <p:cNvSpPr/>
          <p:nvPr/>
        </p:nvSpPr>
        <p:spPr bwMode="auto">
          <a:xfrm>
            <a:off x="6858000" y="685800"/>
            <a:ext cx="914400" cy="304800"/>
          </a:xfrm>
          <a:prstGeom prst="rect">
            <a:avLst/>
          </a:prstGeom>
          <a:solidFill>
            <a:schemeClr val="accent3">
              <a:lumMod val="40000"/>
              <a:lumOff val="60000"/>
            </a:schemeClr>
          </a:solidFill>
          <a:ln w="12700" cap="flat" cmpd="sng" algn="ctr">
            <a:solidFill>
              <a:srgbClr val="000000"/>
            </a:solidFill>
            <a:prstDash val="solid"/>
            <a:round/>
            <a:headEnd type="none" w="sm" len="sm"/>
            <a:tailEnd type="none" w="sm" len="sm"/>
          </a:ln>
          <a:effectLst/>
        </p:spPr>
        <p:txBody>
          <a:bodyPr vert="horz" wrap="square" lIns="91440" tIns="45720" rIns="91440" bIns="45720" numCol="1" rtlCol="0" anchor="ctr" anchorCtr="1" compatLnSpc="1">
            <a:prstTxWarp prst="textNoShape">
              <a:avLst/>
            </a:prstTxWarp>
          </a:bodyPr>
          <a:lstStyle/>
          <a:p>
            <a:pPr marL="0" marR="0" lvl="0" indent="0" algn="l" defTabSz="914400" rtl="0" eaLnBrk="0" fontAlgn="base" latinLnBrk="0" hangingPunct="0">
              <a:lnSpc>
                <a:spcPct val="80000"/>
              </a:lnSpc>
              <a:spcBef>
                <a:spcPct val="50000"/>
              </a:spcBef>
              <a:spcAft>
                <a:spcPct val="0"/>
              </a:spcAft>
              <a:buClrTx/>
              <a:buSzTx/>
              <a:buFontTx/>
              <a:buNone/>
              <a:tabLst/>
              <a:defRPr/>
            </a:pPr>
            <a:r>
              <a:rPr kumimoji="0" lang="en-US" sz="1800" b="1" i="0" u="none" strike="noStrike" kern="0" cap="none" spc="0" normalizeH="0" baseline="0" noProof="0" dirty="0" smtClean="0">
                <a:ln>
                  <a:noFill/>
                </a:ln>
                <a:solidFill>
                  <a:srgbClr val="000000"/>
                </a:solidFill>
                <a:effectLst/>
                <a:uLnTx/>
                <a:uFillTx/>
                <a:latin typeface="Courier New" pitchFamily="49" charset="0"/>
                <a:cs typeface="Courier New" pitchFamily="49" charset="0"/>
              </a:rPr>
              <a:t>16</a:t>
            </a:r>
          </a:p>
        </p:txBody>
      </p:sp>
      <p:sp>
        <p:nvSpPr>
          <p:cNvPr id="53" name="Rectangle 52"/>
          <p:cNvSpPr/>
          <p:nvPr/>
        </p:nvSpPr>
        <p:spPr bwMode="auto">
          <a:xfrm>
            <a:off x="7772400" y="685800"/>
            <a:ext cx="914400" cy="304800"/>
          </a:xfrm>
          <a:prstGeom prst="rect">
            <a:avLst/>
          </a:prstGeom>
          <a:solidFill>
            <a:schemeClr val="accent3">
              <a:lumMod val="40000"/>
              <a:lumOff val="60000"/>
            </a:schemeClr>
          </a:solidFill>
          <a:ln w="12700" cap="flat" cmpd="sng" algn="ctr">
            <a:solidFill>
              <a:srgbClr val="000000"/>
            </a:solidFill>
            <a:prstDash val="solid"/>
            <a:round/>
            <a:headEnd type="none" w="sm" len="sm"/>
            <a:tailEnd type="none" w="sm" len="sm"/>
          </a:ln>
          <a:effectLst/>
        </p:spPr>
        <p:txBody>
          <a:bodyPr vert="horz" wrap="square" lIns="91440" tIns="45720" rIns="91440" bIns="45720" numCol="1" rtlCol="0" anchor="ctr" anchorCtr="1" compatLnSpc="1">
            <a:prstTxWarp prst="textNoShape">
              <a:avLst/>
            </a:prstTxWarp>
          </a:bodyPr>
          <a:lstStyle/>
          <a:p>
            <a:pPr marL="0" marR="0" lvl="0" indent="0" algn="l" defTabSz="914400" rtl="0" eaLnBrk="0" fontAlgn="base" latinLnBrk="0" hangingPunct="0">
              <a:lnSpc>
                <a:spcPct val="80000"/>
              </a:lnSpc>
              <a:spcBef>
                <a:spcPct val="50000"/>
              </a:spcBef>
              <a:spcAft>
                <a:spcPct val="0"/>
              </a:spcAft>
              <a:buClrTx/>
              <a:buSzTx/>
              <a:buFontTx/>
              <a:buNone/>
              <a:tabLst/>
              <a:defRPr/>
            </a:pPr>
            <a:r>
              <a:rPr kumimoji="0" lang="en-US" sz="1800" b="1" i="0" u="none" strike="noStrike" kern="0" cap="none" spc="0" normalizeH="0" baseline="0" noProof="0" dirty="0" smtClean="0">
                <a:ln>
                  <a:noFill/>
                </a:ln>
                <a:solidFill>
                  <a:srgbClr val="000000"/>
                </a:solidFill>
                <a:effectLst/>
                <a:uLnTx/>
                <a:uFillTx/>
                <a:latin typeface="Courier New" pitchFamily="49" charset="0"/>
                <a:cs typeface="Courier New" pitchFamily="49" charset="0"/>
              </a:rPr>
              <a:t>16</a:t>
            </a:r>
          </a:p>
        </p:txBody>
      </p:sp>
      <p:sp>
        <p:nvSpPr>
          <p:cNvPr id="54" name="Rectangle 53"/>
          <p:cNvSpPr/>
          <p:nvPr/>
        </p:nvSpPr>
        <p:spPr bwMode="auto">
          <a:xfrm>
            <a:off x="1371600" y="1219200"/>
            <a:ext cx="1828800" cy="304800"/>
          </a:xfrm>
          <a:prstGeom prst="rect">
            <a:avLst/>
          </a:prstGeom>
          <a:solidFill>
            <a:schemeClr val="accent4">
              <a:lumMod val="20000"/>
              <a:lumOff val="80000"/>
            </a:schemeClr>
          </a:solidFill>
          <a:ln w="12700" cap="flat" cmpd="sng" algn="ctr">
            <a:solidFill>
              <a:srgbClr val="000000"/>
            </a:solidFill>
            <a:prstDash val="solid"/>
            <a:round/>
            <a:headEnd type="none" w="sm" len="sm"/>
            <a:tailEnd type="none" w="sm" len="sm"/>
          </a:ln>
          <a:effectLst/>
        </p:spPr>
        <p:txBody>
          <a:bodyPr vert="horz" wrap="square" lIns="91440" tIns="45720" rIns="91440" bIns="45720" numCol="1" rtlCol="0" anchor="ctr" anchorCtr="1" compatLnSpc="1">
            <a:prstTxWarp prst="textNoShape">
              <a:avLst/>
            </a:prstTxWarp>
          </a:bodyPr>
          <a:lstStyle/>
          <a:p>
            <a:pPr marL="0" marR="0" lvl="0" indent="0" algn="l" defTabSz="914400" rtl="0" eaLnBrk="0" fontAlgn="base" latinLnBrk="0" hangingPunct="0">
              <a:lnSpc>
                <a:spcPct val="80000"/>
              </a:lnSpc>
              <a:spcBef>
                <a:spcPct val="50000"/>
              </a:spcBef>
              <a:spcAft>
                <a:spcPct val="0"/>
              </a:spcAft>
              <a:buClrTx/>
              <a:buSzTx/>
              <a:buFontTx/>
              <a:buNone/>
              <a:tabLst/>
              <a:defRPr/>
            </a:pPr>
            <a:r>
              <a:rPr kumimoji="0" lang="en-US" sz="1800" b="1" i="0" u="none" strike="noStrike" kern="0" cap="none" spc="0" normalizeH="0" baseline="0" noProof="0" dirty="0" smtClean="0">
                <a:ln>
                  <a:noFill/>
                </a:ln>
                <a:solidFill>
                  <a:srgbClr val="000000"/>
                </a:solidFill>
                <a:effectLst/>
                <a:uLnTx/>
                <a:uFillTx/>
                <a:latin typeface="Courier New" pitchFamily="49" charset="0"/>
                <a:cs typeface="Courier New" pitchFamily="49" charset="0"/>
              </a:rPr>
              <a:t>32</a:t>
            </a:r>
          </a:p>
        </p:txBody>
      </p:sp>
      <p:sp>
        <p:nvSpPr>
          <p:cNvPr id="55" name="Rectangle 54"/>
          <p:cNvSpPr/>
          <p:nvPr/>
        </p:nvSpPr>
        <p:spPr bwMode="auto">
          <a:xfrm>
            <a:off x="3200400" y="1219200"/>
            <a:ext cx="1828800" cy="304800"/>
          </a:xfrm>
          <a:prstGeom prst="rect">
            <a:avLst/>
          </a:prstGeom>
          <a:solidFill>
            <a:schemeClr val="accent4">
              <a:lumMod val="20000"/>
              <a:lumOff val="80000"/>
            </a:schemeClr>
          </a:solidFill>
          <a:ln w="12700" cap="flat" cmpd="sng" algn="ctr">
            <a:solidFill>
              <a:srgbClr val="000000"/>
            </a:solidFill>
            <a:prstDash val="solid"/>
            <a:round/>
            <a:headEnd type="none" w="sm" len="sm"/>
            <a:tailEnd type="none" w="sm" len="sm"/>
          </a:ln>
          <a:effectLst/>
        </p:spPr>
        <p:txBody>
          <a:bodyPr vert="horz" wrap="square" lIns="91440" tIns="45720" rIns="91440" bIns="45720" numCol="1" rtlCol="0" anchor="ctr" anchorCtr="1" compatLnSpc="1">
            <a:prstTxWarp prst="textNoShape">
              <a:avLst/>
            </a:prstTxWarp>
          </a:bodyPr>
          <a:lstStyle/>
          <a:p>
            <a:pPr marL="0" marR="0" lvl="0" indent="0" algn="l" defTabSz="914400" rtl="0" eaLnBrk="0" fontAlgn="base" latinLnBrk="0" hangingPunct="0">
              <a:lnSpc>
                <a:spcPct val="80000"/>
              </a:lnSpc>
              <a:spcBef>
                <a:spcPct val="50000"/>
              </a:spcBef>
              <a:spcAft>
                <a:spcPct val="0"/>
              </a:spcAft>
              <a:buClrTx/>
              <a:buSzTx/>
              <a:buFontTx/>
              <a:buNone/>
              <a:tabLst/>
              <a:defRPr/>
            </a:pPr>
            <a:r>
              <a:rPr kumimoji="0" lang="en-US" sz="1800" b="1" i="0" u="none" strike="noStrike" kern="0" cap="none" spc="0" normalizeH="0" baseline="0" noProof="0" dirty="0" smtClean="0">
                <a:ln>
                  <a:noFill/>
                </a:ln>
                <a:solidFill>
                  <a:srgbClr val="000000"/>
                </a:solidFill>
                <a:effectLst/>
                <a:uLnTx/>
                <a:uFillTx/>
                <a:latin typeface="Courier New" pitchFamily="49" charset="0"/>
                <a:cs typeface="Courier New" pitchFamily="49" charset="0"/>
              </a:rPr>
              <a:t>32</a:t>
            </a:r>
          </a:p>
        </p:txBody>
      </p:sp>
      <p:sp>
        <p:nvSpPr>
          <p:cNvPr id="56" name="Rectangle 55"/>
          <p:cNvSpPr/>
          <p:nvPr/>
        </p:nvSpPr>
        <p:spPr bwMode="auto">
          <a:xfrm>
            <a:off x="5029200" y="1219200"/>
            <a:ext cx="1828800" cy="304800"/>
          </a:xfrm>
          <a:prstGeom prst="rect">
            <a:avLst/>
          </a:prstGeom>
          <a:solidFill>
            <a:schemeClr val="accent4">
              <a:lumMod val="20000"/>
              <a:lumOff val="80000"/>
            </a:schemeClr>
          </a:solidFill>
          <a:ln w="12700" cap="flat" cmpd="sng" algn="ctr">
            <a:solidFill>
              <a:srgbClr val="000000"/>
            </a:solidFill>
            <a:prstDash val="solid"/>
            <a:round/>
            <a:headEnd type="none" w="sm" len="sm"/>
            <a:tailEnd type="none" w="sm" len="sm"/>
          </a:ln>
          <a:effectLst/>
        </p:spPr>
        <p:txBody>
          <a:bodyPr vert="horz" wrap="square" lIns="91440" tIns="45720" rIns="91440" bIns="45720" numCol="1" rtlCol="0" anchor="ctr" anchorCtr="1" compatLnSpc="1">
            <a:prstTxWarp prst="textNoShape">
              <a:avLst/>
            </a:prstTxWarp>
          </a:bodyPr>
          <a:lstStyle/>
          <a:p>
            <a:pPr marL="0" marR="0" lvl="0" indent="0" algn="l" defTabSz="914400" rtl="0" eaLnBrk="0" fontAlgn="base" latinLnBrk="0" hangingPunct="0">
              <a:lnSpc>
                <a:spcPct val="80000"/>
              </a:lnSpc>
              <a:spcBef>
                <a:spcPct val="50000"/>
              </a:spcBef>
              <a:spcAft>
                <a:spcPct val="0"/>
              </a:spcAft>
              <a:buClrTx/>
              <a:buSzTx/>
              <a:buFontTx/>
              <a:buNone/>
              <a:tabLst/>
              <a:defRPr/>
            </a:pPr>
            <a:r>
              <a:rPr kumimoji="0" lang="en-US" sz="1800" b="1" i="0" u="none" strike="noStrike" kern="0" cap="none" spc="0" normalizeH="0" baseline="0" noProof="0" dirty="0" smtClean="0">
                <a:ln>
                  <a:noFill/>
                </a:ln>
                <a:solidFill>
                  <a:srgbClr val="000000"/>
                </a:solidFill>
                <a:effectLst/>
                <a:uLnTx/>
                <a:uFillTx/>
                <a:latin typeface="Courier New" pitchFamily="49" charset="0"/>
                <a:cs typeface="Courier New" pitchFamily="49" charset="0"/>
              </a:rPr>
              <a:t>32</a:t>
            </a:r>
          </a:p>
        </p:txBody>
      </p:sp>
      <p:sp>
        <p:nvSpPr>
          <p:cNvPr id="57" name="Rectangle 56"/>
          <p:cNvSpPr/>
          <p:nvPr/>
        </p:nvSpPr>
        <p:spPr bwMode="auto">
          <a:xfrm>
            <a:off x="6858000" y="1219200"/>
            <a:ext cx="1828800" cy="304800"/>
          </a:xfrm>
          <a:prstGeom prst="rect">
            <a:avLst/>
          </a:prstGeom>
          <a:solidFill>
            <a:schemeClr val="accent4">
              <a:lumMod val="20000"/>
              <a:lumOff val="80000"/>
            </a:schemeClr>
          </a:solidFill>
          <a:ln w="12700" cap="flat" cmpd="sng" algn="ctr">
            <a:solidFill>
              <a:srgbClr val="000000"/>
            </a:solidFill>
            <a:prstDash val="solid"/>
            <a:round/>
            <a:headEnd type="none" w="sm" len="sm"/>
            <a:tailEnd type="none" w="sm" len="sm"/>
          </a:ln>
          <a:effectLst/>
        </p:spPr>
        <p:txBody>
          <a:bodyPr vert="horz" wrap="square" lIns="91440" tIns="45720" rIns="91440" bIns="45720" numCol="1" rtlCol="0" anchor="ctr" anchorCtr="1" compatLnSpc="1">
            <a:prstTxWarp prst="textNoShape">
              <a:avLst/>
            </a:prstTxWarp>
          </a:bodyPr>
          <a:lstStyle/>
          <a:p>
            <a:pPr marL="0" marR="0" lvl="0" indent="0" algn="l" defTabSz="914400" rtl="0" eaLnBrk="0" fontAlgn="base" latinLnBrk="0" hangingPunct="0">
              <a:lnSpc>
                <a:spcPct val="80000"/>
              </a:lnSpc>
              <a:spcBef>
                <a:spcPct val="50000"/>
              </a:spcBef>
              <a:spcAft>
                <a:spcPct val="0"/>
              </a:spcAft>
              <a:buClrTx/>
              <a:buSzTx/>
              <a:buFontTx/>
              <a:buNone/>
              <a:tabLst/>
              <a:defRPr/>
            </a:pPr>
            <a:r>
              <a:rPr kumimoji="0" lang="en-US" sz="1800" b="1" i="0" u="none" strike="noStrike" kern="0" cap="none" spc="0" normalizeH="0" baseline="0" noProof="0" dirty="0" smtClean="0">
                <a:ln>
                  <a:noFill/>
                </a:ln>
                <a:solidFill>
                  <a:srgbClr val="000000"/>
                </a:solidFill>
                <a:effectLst/>
                <a:uLnTx/>
                <a:uFillTx/>
                <a:latin typeface="Courier New" pitchFamily="49" charset="0"/>
                <a:cs typeface="Courier New" pitchFamily="49" charset="0"/>
              </a:rPr>
              <a:t>32</a:t>
            </a:r>
          </a:p>
        </p:txBody>
      </p:sp>
      <p:sp>
        <p:nvSpPr>
          <p:cNvPr id="58" name="Rectangle 57"/>
          <p:cNvSpPr/>
          <p:nvPr/>
        </p:nvSpPr>
        <p:spPr bwMode="auto">
          <a:xfrm>
            <a:off x="1371600" y="1524000"/>
            <a:ext cx="1828800" cy="304800"/>
          </a:xfrm>
          <a:prstGeom prst="rect">
            <a:avLst/>
          </a:prstGeom>
          <a:solidFill>
            <a:schemeClr val="accent4">
              <a:lumMod val="20000"/>
              <a:lumOff val="80000"/>
            </a:schemeClr>
          </a:solidFill>
          <a:ln w="12700" cap="flat" cmpd="sng" algn="ctr">
            <a:solidFill>
              <a:srgbClr val="000000"/>
            </a:solidFill>
            <a:prstDash val="solid"/>
            <a:round/>
            <a:headEnd type="none" w="sm" len="sm"/>
            <a:tailEnd type="none" w="sm" len="sm"/>
          </a:ln>
          <a:effectLst/>
        </p:spPr>
        <p:txBody>
          <a:bodyPr vert="horz" wrap="square" lIns="91440" tIns="45720" rIns="91440" bIns="45720" numCol="1" rtlCol="0" anchor="ctr" anchorCtr="1" compatLnSpc="1">
            <a:prstTxWarp prst="textNoShape">
              <a:avLst/>
            </a:prstTxWarp>
          </a:bodyPr>
          <a:lstStyle/>
          <a:p>
            <a:pPr marL="0" marR="0" lvl="0" indent="0" algn="l" defTabSz="914400" rtl="0" eaLnBrk="0" fontAlgn="base" latinLnBrk="0" hangingPunct="0">
              <a:lnSpc>
                <a:spcPct val="80000"/>
              </a:lnSpc>
              <a:spcBef>
                <a:spcPct val="50000"/>
              </a:spcBef>
              <a:spcAft>
                <a:spcPct val="0"/>
              </a:spcAft>
              <a:buClrTx/>
              <a:buSzTx/>
              <a:buFontTx/>
              <a:buNone/>
              <a:tabLst/>
              <a:defRPr/>
            </a:pPr>
            <a:r>
              <a:rPr kumimoji="0" lang="en-US" sz="1800" b="1" i="0" u="none" strike="noStrike" kern="0" cap="none" spc="0" normalizeH="0" baseline="0" noProof="0" dirty="0" smtClean="0">
                <a:ln>
                  <a:noFill/>
                </a:ln>
                <a:solidFill>
                  <a:srgbClr val="000000"/>
                </a:solidFill>
                <a:effectLst/>
                <a:uLnTx/>
                <a:uFillTx/>
                <a:latin typeface="Courier New" pitchFamily="49" charset="0"/>
                <a:cs typeface="Courier New" pitchFamily="49" charset="0"/>
              </a:rPr>
              <a:t>32</a:t>
            </a:r>
          </a:p>
        </p:txBody>
      </p:sp>
      <p:sp>
        <p:nvSpPr>
          <p:cNvPr id="59" name="Rectangle 58"/>
          <p:cNvSpPr/>
          <p:nvPr/>
        </p:nvSpPr>
        <p:spPr bwMode="auto">
          <a:xfrm>
            <a:off x="3200400" y="1524000"/>
            <a:ext cx="1828800" cy="304800"/>
          </a:xfrm>
          <a:prstGeom prst="rect">
            <a:avLst/>
          </a:prstGeom>
          <a:solidFill>
            <a:schemeClr val="accent4">
              <a:lumMod val="20000"/>
              <a:lumOff val="80000"/>
            </a:schemeClr>
          </a:solidFill>
          <a:ln w="12700" cap="flat" cmpd="sng" algn="ctr">
            <a:solidFill>
              <a:srgbClr val="000000"/>
            </a:solidFill>
            <a:prstDash val="solid"/>
            <a:round/>
            <a:headEnd type="none" w="sm" len="sm"/>
            <a:tailEnd type="none" w="sm" len="sm"/>
          </a:ln>
          <a:effectLst/>
        </p:spPr>
        <p:txBody>
          <a:bodyPr vert="horz" wrap="square" lIns="91440" tIns="45720" rIns="91440" bIns="45720" numCol="1" rtlCol="0" anchor="ctr" anchorCtr="1" compatLnSpc="1">
            <a:prstTxWarp prst="textNoShape">
              <a:avLst/>
            </a:prstTxWarp>
          </a:bodyPr>
          <a:lstStyle/>
          <a:p>
            <a:pPr marL="0" marR="0" lvl="0" indent="0" algn="l" defTabSz="914400" rtl="0" eaLnBrk="0" fontAlgn="base" latinLnBrk="0" hangingPunct="0">
              <a:lnSpc>
                <a:spcPct val="80000"/>
              </a:lnSpc>
              <a:spcBef>
                <a:spcPct val="50000"/>
              </a:spcBef>
              <a:spcAft>
                <a:spcPct val="0"/>
              </a:spcAft>
              <a:buClrTx/>
              <a:buSzTx/>
              <a:buFontTx/>
              <a:buNone/>
              <a:tabLst/>
              <a:defRPr/>
            </a:pPr>
            <a:r>
              <a:rPr kumimoji="0" lang="en-US" sz="1800" b="1" i="0" u="none" strike="noStrike" kern="0" cap="none" spc="0" normalizeH="0" baseline="0" noProof="0" dirty="0" smtClean="0">
                <a:ln>
                  <a:noFill/>
                </a:ln>
                <a:solidFill>
                  <a:srgbClr val="000000"/>
                </a:solidFill>
                <a:effectLst/>
                <a:uLnTx/>
                <a:uFillTx/>
                <a:latin typeface="Courier New" pitchFamily="49" charset="0"/>
                <a:cs typeface="Courier New" pitchFamily="49" charset="0"/>
              </a:rPr>
              <a:t>32</a:t>
            </a:r>
          </a:p>
        </p:txBody>
      </p:sp>
      <p:sp>
        <p:nvSpPr>
          <p:cNvPr id="60" name="Rectangle 59"/>
          <p:cNvSpPr/>
          <p:nvPr/>
        </p:nvSpPr>
        <p:spPr bwMode="auto">
          <a:xfrm>
            <a:off x="5029200" y="1524000"/>
            <a:ext cx="1828800" cy="304800"/>
          </a:xfrm>
          <a:prstGeom prst="rect">
            <a:avLst/>
          </a:prstGeom>
          <a:solidFill>
            <a:schemeClr val="accent4">
              <a:lumMod val="20000"/>
              <a:lumOff val="80000"/>
            </a:schemeClr>
          </a:solidFill>
          <a:ln w="12700" cap="flat" cmpd="sng" algn="ctr">
            <a:solidFill>
              <a:srgbClr val="000000"/>
            </a:solidFill>
            <a:prstDash val="solid"/>
            <a:round/>
            <a:headEnd type="none" w="sm" len="sm"/>
            <a:tailEnd type="none" w="sm" len="sm"/>
          </a:ln>
          <a:effectLst/>
        </p:spPr>
        <p:txBody>
          <a:bodyPr vert="horz" wrap="square" lIns="91440" tIns="45720" rIns="91440" bIns="45720" numCol="1" rtlCol="0" anchor="ctr" anchorCtr="1" compatLnSpc="1">
            <a:prstTxWarp prst="textNoShape">
              <a:avLst/>
            </a:prstTxWarp>
          </a:bodyPr>
          <a:lstStyle/>
          <a:p>
            <a:pPr marL="0" marR="0" lvl="0" indent="0" algn="l" defTabSz="914400" rtl="0" eaLnBrk="0" fontAlgn="base" latinLnBrk="0" hangingPunct="0">
              <a:lnSpc>
                <a:spcPct val="80000"/>
              </a:lnSpc>
              <a:spcBef>
                <a:spcPct val="50000"/>
              </a:spcBef>
              <a:spcAft>
                <a:spcPct val="0"/>
              </a:spcAft>
              <a:buClrTx/>
              <a:buSzTx/>
              <a:buFontTx/>
              <a:buNone/>
              <a:tabLst/>
              <a:defRPr/>
            </a:pPr>
            <a:r>
              <a:rPr kumimoji="0" lang="en-US" sz="1800" b="1" i="0" u="none" strike="noStrike" kern="0" cap="none" spc="0" normalizeH="0" baseline="0" noProof="0" dirty="0" smtClean="0">
                <a:ln>
                  <a:noFill/>
                </a:ln>
                <a:solidFill>
                  <a:srgbClr val="000000"/>
                </a:solidFill>
                <a:effectLst/>
                <a:uLnTx/>
                <a:uFillTx/>
                <a:latin typeface="Courier New" pitchFamily="49" charset="0"/>
                <a:cs typeface="Courier New" pitchFamily="49" charset="0"/>
              </a:rPr>
              <a:t>32</a:t>
            </a:r>
          </a:p>
        </p:txBody>
      </p:sp>
      <p:sp>
        <p:nvSpPr>
          <p:cNvPr id="61" name="Rectangle 60"/>
          <p:cNvSpPr/>
          <p:nvPr/>
        </p:nvSpPr>
        <p:spPr bwMode="auto">
          <a:xfrm>
            <a:off x="6858000" y="1524000"/>
            <a:ext cx="1828800" cy="304800"/>
          </a:xfrm>
          <a:prstGeom prst="rect">
            <a:avLst/>
          </a:prstGeom>
          <a:solidFill>
            <a:schemeClr val="accent4">
              <a:lumMod val="20000"/>
              <a:lumOff val="80000"/>
            </a:schemeClr>
          </a:solidFill>
          <a:ln w="12700" cap="flat" cmpd="sng" algn="ctr">
            <a:solidFill>
              <a:srgbClr val="000000"/>
            </a:solidFill>
            <a:prstDash val="solid"/>
            <a:round/>
            <a:headEnd type="none" w="sm" len="sm"/>
            <a:tailEnd type="none" w="sm" len="sm"/>
          </a:ln>
          <a:effectLst/>
        </p:spPr>
        <p:txBody>
          <a:bodyPr vert="horz" wrap="square" lIns="91440" tIns="45720" rIns="91440" bIns="45720" numCol="1" rtlCol="0" anchor="ctr" anchorCtr="1" compatLnSpc="1">
            <a:prstTxWarp prst="textNoShape">
              <a:avLst/>
            </a:prstTxWarp>
          </a:bodyPr>
          <a:lstStyle/>
          <a:p>
            <a:pPr marL="0" marR="0" lvl="0" indent="0" algn="l" defTabSz="914400" rtl="0" eaLnBrk="0" fontAlgn="base" latinLnBrk="0" hangingPunct="0">
              <a:lnSpc>
                <a:spcPct val="80000"/>
              </a:lnSpc>
              <a:spcBef>
                <a:spcPct val="50000"/>
              </a:spcBef>
              <a:spcAft>
                <a:spcPct val="0"/>
              </a:spcAft>
              <a:buClrTx/>
              <a:buSzTx/>
              <a:buFontTx/>
              <a:buNone/>
              <a:tabLst/>
              <a:defRPr/>
            </a:pPr>
            <a:r>
              <a:rPr kumimoji="0" lang="en-US" sz="1800" b="1" i="0" u="none" strike="noStrike" kern="0" cap="none" spc="0" normalizeH="0" baseline="0" noProof="0" dirty="0" smtClean="0">
                <a:ln>
                  <a:noFill/>
                </a:ln>
                <a:solidFill>
                  <a:srgbClr val="000000"/>
                </a:solidFill>
                <a:effectLst/>
                <a:uLnTx/>
                <a:uFillTx/>
                <a:latin typeface="Courier New" pitchFamily="49" charset="0"/>
                <a:cs typeface="Courier New" pitchFamily="49" charset="0"/>
              </a:rPr>
              <a:t>32</a:t>
            </a:r>
          </a:p>
        </p:txBody>
      </p:sp>
      <p:grpSp>
        <p:nvGrpSpPr>
          <p:cNvPr id="91" name="Group 90"/>
          <p:cNvGrpSpPr/>
          <p:nvPr/>
        </p:nvGrpSpPr>
        <p:grpSpPr>
          <a:xfrm>
            <a:off x="1371600" y="2057400"/>
            <a:ext cx="7315200" cy="1524000"/>
            <a:chOff x="914400" y="2133600"/>
            <a:chExt cx="7315200" cy="1524000"/>
          </a:xfrm>
          <a:solidFill>
            <a:schemeClr val="accent5">
              <a:lumMod val="20000"/>
              <a:lumOff val="80000"/>
            </a:schemeClr>
          </a:solidFill>
        </p:grpSpPr>
        <p:sp>
          <p:nvSpPr>
            <p:cNvPr id="62" name="Rectangle 61"/>
            <p:cNvSpPr/>
            <p:nvPr/>
          </p:nvSpPr>
          <p:spPr bwMode="auto">
            <a:xfrm>
              <a:off x="914400" y="2133600"/>
              <a:ext cx="7315200" cy="304800"/>
            </a:xfrm>
            <a:prstGeom prst="rect">
              <a:avLst/>
            </a:prstGeom>
            <a:grpFill/>
            <a:ln w="12700" cap="flat" cmpd="sng" algn="ctr">
              <a:solidFill>
                <a:srgbClr val="000000"/>
              </a:solidFill>
              <a:prstDash val="solid"/>
              <a:round/>
              <a:headEnd type="none" w="sm" len="sm"/>
              <a:tailEnd type="none" w="sm" len="sm"/>
            </a:ln>
            <a:effectLst/>
          </p:spPr>
          <p:txBody>
            <a:bodyPr vert="horz" wrap="square" lIns="91440" tIns="45720" rIns="91440" bIns="45720" numCol="1" rtlCol="0" anchor="ctr" anchorCtr="1" compatLnSpc="1">
              <a:prstTxWarp prst="textNoShape">
                <a:avLst/>
              </a:prstTxWarp>
            </a:bodyPr>
            <a:lstStyle/>
            <a:p>
              <a:pPr marL="0" marR="0" lvl="0" indent="0" algn="l" defTabSz="914400" rtl="0" eaLnBrk="0" fontAlgn="base" latinLnBrk="0" hangingPunct="0">
                <a:lnSpc>
                  <a:spcPct val="80000"/>
                </a:lnSpc>
                <a:spcBef>
                  <a:spcPct val="50000"/>
                </a:spcBef>
                <a:spcAft>
                  <a:spcPct val="0"/>
                </a:spcAft>
                <a:buClrTx/>
                <a:buSzTx/>
                <a:buFontTx/>
                <a:buNone/>
                <a:tabLst/>
                <a:defRPr/>
              </a:pPr>
              <a:r>
                <a:rPr kumimoji="0" lang="en-US" sz="1800" b="1" i="0" u="none" strike="noStrike" kern="0" cap="none" spc="0" normalizeH="0" baseline="0" noProof="0" dirty="0" smtClean="0">
                  <a:ln>
                    <a:noFill/>
                  </a:ln>
                  <a:solidFill>
                    <a:srgbClr val="000000"/>
                  </a:solidFill>
                  <a:effectLst/>
                  <a:uLnTx/>
                  <a:uFillTx/>
                  <a:latin typeface="Courier New" pitchFamily="49" charset="0"/>
                  <a:cs typeface="Courier New" pitchFamily="49" charset="0"/>
                </a:rPr>
                <a:t>128</a:t>
              </a:r>
            </a:p>
          </p:txBody>
        </p:sp>
        <p:sp>
          <p:nvSpPr>
            <p:cNvPr id="63" name="Rectangle 62"/>
            <p:cNvSpPr/>
            <p:nvPr/>
          </p:nvSpPr>
          <p:spPr bwMode="auto">
            <a:xfrm>
              <a:off x="914400" y="2438400"/>
              <a:ext cx="7315200" cy="304800"/>
            </a:xfrm>
            <a:prstGeom prst="rect">
              <a:avLst/>
            </a:prstGeom>
            <a:grpFill/>
            <a:ln w="12700" cap="flat" cmpd="sng" algn="ctr">
              <a:solidFill>
                <a:srgbClr val="000000"/>
              </a:solidFill>
              <a:prstDash val="solid"/>
              <a:round/>
              <a:headEnd type="none" w="sm" len="sm"/>
              <a:tailEnd type="none" w="sm" len="sm"/>
            </a:ln>
            <a:effectLst/>
          </p:spPr>
          <p:txBody>
            <a:bodyPr vert="horz" wrap="square" lIns="91440" tIns="45720" rIns="91440" bIns="45720" numCol="1" rtlCol="0" anchor="ctr" anchorCtr="1" compatLnSpc="1">
              <a:prstTxWarp prst="textNoShape">
                <a:avLst/>
              </a:prstTxWarp>
            </a:bodyPr>
            <a:lstStyle/>
            <a:p>
              <a:pPr marL="0" marR="0" lvl="0" indent="0" algn="l" defTabSz="914400" rtl="0" eaLnBrk="0" fontAlgn="base" latinLnBrk="0" hangingPunct="0">
                <a:lnSpc>
                  <a:spcPct val="80000"/>
                </a:lnSpc>
                <a:spcBef>
                  <a:spcPct val="50000"/>
                </a:spcBef>
                <a:spcAft>
                  <a:spcPct val="0"/>
                </a:spcAft>
                <a:buClrTx/>
                <a:buSzTx/>
                <a:buFontTx/>
                <a:buNone/>
                <a:tabLst/>
                <a:defRPr/>
              </a:pPr>
              <a:r>
                <a:rPr kumimoji="0" lang="en-US" sz="1800" b="1" i="0" u="none" strike="noStrike" kern="0" cap="none" spc="0" normalizeH="0" baseline="0" noProof="0" dirty="0" smtClean="0">
                  <a:ln>
                    <a:noFill/>
                  </a:ln>
                  <a:solidFill>
                    <a:srgbClr val="000000"/>
                  </a:solidFill>
                  <a:effectLst/>
                  <a:uLnTx/>
                  <a:uFillTx/>
                  <a:latin typeface="Courier New" pitchFamily="49" charset="0"/>
                  <a:cs typeface="Courier New" pitchFamily="49" charset="0"/>
                </a:rPr>
                <a:t>128</a:t>
              </a:r>
            </a:p>
          </p:txBody>
        </p:sp>
        <p:sp>
          <p:nvSpPr>
            <p:cNvPr id="64" name="Rectangle 63"/>
            <p:cNvSpPr/>
            <p:nvPr/>
          </p:nvSpPr>
          <p:spPr bwMode="auto">
            <a:xfrm>
              <a:off x="914400" y="2743200"/>
              <a:ext cx="7315200" cy="304800"/>
            </a:xfrm>
            <a:prstGeom prst="rect">
              <a:avLst/>
            </a:prstGeom>
            <a:grpFill/>
            <a:ln w="12700" cap="flat" cmpd="sng" algn="ctr">
              <a:solidFill>
                <a:srgbClr val="000000"/>
              </a:solidFill>
              <a:prstDash val="solid"/>
              <a:round/>
              <a:headEnd type="none" w="sm" len="sm"/>
              <a:tailEnd type="none" w="sm" len="sm"/>
            </a:ln>
            <a:effectLst/>
          </p:spPr>
          <p:txBody>
            <a:bodyPr vert="horz" wrap="square" lIns="91440" tIns="45720" rIns="91440" bIns="45720" numCol="1" rtlCol="0" anchor="ctr" anchorCtr="1" compatLnSpc="1">
              <a:prstTxWarp prst="textNoShape">
                <a:avLst/>
              </a:prstTxWarp>
            </a:bodyPr>
            <a:lstStyle/>
            <a:p>
              <a:pPr marL="0" marR="0" lvl="0" indent="0" algn="l" defTabSz="914400" rtl="0" eaLnBrk="0" fontAlgn="base" latinLnBrk="0" hangingPunct="0">
                <a:lnSpc>
                  <a:spcPct val="80000"/>
                </a:lnSpc>
                <a:spcBef>
                  <a:spcPct val="50000"/>
                </a:spcBef>
                <a:spcAft>
                  <a:spcPct val="0"/>
                </a:spcAft>
                <a:buClrTx/>
                <a:buSzTx/>
                <a:buFontTx/>
                <a:buNone/>
                <a:tabLst/>
                <a:defRPr/>
              </a:pPr>
              <a:r>
                <a:rPr kumimoji="0" lang="en-US" sz="1800" b="1" i="0" u="none" strike="noStrike" kern="0" cap="none" spc="0" normalizeH="0" baseline="0" noProof="0" dirty="0" smtClean="0">
                  <a:ln>
                    <a:noFill/>
                  </a:ln>
                  <a:solidFill>
                    <a:srgbClr val="000000"/>
                  </a:solidFill>
                  <a:effectLst/>
                  <a:uLnTx/>
                  <a:uFillTx/>
                  <a:latin typeface="Courier New" pitchFamily="49" charset="0"/>
                  <a:cs typeface="Courier New" pitchFamily="49" charset="0"/>
                </a:rPr>
                <a:t>128</a:t>
              </a:r>
            </a:p>
          </p:txBody>
        </p:sp>
        <p:sp>
          <p:nvSpPr>
            <p:cNvPr id="65" name="Rectangle 64"/>
            <p:cNvSpPr/>
            <p:nvPr/>
          </p:nvSpPr>
          <p:spPr bwMode="auto">
            <a:xfrm>
              <a:off x="914400" y="3048000"/>
              <a:ext cx="7315200" cy="304800"/>
            </a:xfrm>
            <a:prstGeom prst="rect">
              <a:avLst/>
            </a:prstGeom>
            <a:grpFill/>
            <a:ln w="12700" cap="flat" cmpd="sng" algn="ctr">
              <a:solidFill>
                <a:srgbClr val="000000"/>
              </a:solidFill>
              <a:prstDash val="solid"/>
              <a:round/>
              <a:headEnd type="none" w="sm" len="sm"/>
              <a:tailEnd type="none" w="sm" len="sm"/>
            </a:ln>
            <a:effectLst/>
          </p:spPr>
          <p:txBody>
            <a:bodyPr vert="horz" wrap="square" lIns="91440" tIns="45720" rIns="91440" bIns="45720" numCol="1" rtlCol="0" anchor="ctr" anchorCtr="1" compatLnSpc="1">
              <a:prstTxWarp prst="textNoShape">
                <a:avLst/>
              </a:prstTxWarp>
            </a:bodyPr>
            <a:lstStyle/>
            <a:p>
              <a:pPr marL="0" marR="0" lvl="0" indent="0" algn="l" defTabSz="914400" rtl="0" eaLnBrk="0" fontAlgn="base" latinLnBrk="0" hangingPunct="0">
                <a:lnSpc>
                  <a:spcPct val="80000"/>
                </a:lnSpc>
                <a:spcBef>
                  <a:spcPct val="50000"/>
                </a:spcBef>
                <a:spcAft>
                  <a:spcPct val="0"/>
                </a:spcAft>
                <a:buClrTx/>
                <a:buSzTx/>
                <a:buFontTx/>
                <a:buNone/>
                <a:tabLst/>
                <a:defRPr/>
              </a:pPr>
              <a:r>
                <a:rPr kumimoji="0" lang="en-US" sz="1800" b="1" i="0" u="none" strike="noStrike" kern="0" cap="none" spc="0" normalizeH="0" baseline="0" noProof="0" dirty="0" smtClean="0">
                  <a:ln>
                    <a:noFill/>
                  </a:ln>
                  <a:solidFill>
                    <a:srgbClr val="000000"/>
                  </a:solidFill>
                  <a:effectLst/>
                  <a:uLnTx/>
                  <a:uFillTx/>
                  <a:latin typeface="Courier New" pitchFamily="49" charset="0"/>
                  <a:cs typeface="Courier New" pitchFamily="49" charset="0"/>
                </a:rPr>
                <a:t>128</a:t>
              </a:r>
            </a:p>
          </p:txBody>
        </p:sp>
        <p:sp>
          <p:nvSpPr>
            <p:cNvPr id="66" name="Rectangle 65"/>
            <p:cNvSpPr/>
            <p:nvPr/>
          </p:nvSpPr>
          <p:spPr bwMode="auto">
            <a:xfrm>
              <a:off x="914400" y="3352800"/>
              <a:ext cx="7315200" cy="304800"/>
            </a:xfrm>
            <a:prstGeom prst="rect">
              <a:avLst/>
            </a:prstGeom>
            <a:grpFill/>
            <a:ln w="12700" cap="flat" cmpd="sng" algn="ctr">
              <a:solidFill>
                <a:srgbClr val="000000"/>
              </a:solidFill>
              <a:prstDash val="solid"/>
              <a:round/>
              <a:headEnd type="none" w="sm" len="sm"/>
              <a:tailEnd type="none" w="sm" len="sm"/>
            </a:ln>
            <a:effectLst/>
          </p:spPr>
          <p:txBody>
            <a:bodyPr vert="horz" wrap="square" lIns="91440" tIns="45720" rIns="91440" bIns="45720" numCol="1" rtlCol="0" anchor="ctr" anchorCtr="1" compatLnSpc="1">
              <a:prstTxWarp prst="textNoShape">
                <a:avLst/>
              </a:prstTxWarp>
            </a:bodyPr>
            <a:lstStyle/>
            <a:p>
              <a:pPr marL="0" marR="0" lvl="0" indent="0" algn="l" defTabSz="914400" rtl="0" eaLnBrk="0" fontAlgn="base" latinLnBrk="0" hangingPunct="0">
                <a:lnSpc>
                  <a:spcPct val="80000"/>
                </a:lnSpc>
                <a:spcBef>
                  <a:spcPct val="50000"/>
                </a:spcBef>
                <a:spcAft>
                  <a:spcPct val="0"/>
                </a:spcAft>
                <a:buClrTx/>
                <a:buSzTx/>
                <a:buFontTx/>
                <a:buNone/>
                <a:tabLst/>
                <a:defRPr/>
              </a:pPr>
              <a:r>
                <a:rPr kumimoji="0" lang="en-US" sz="1800" b="1" i="0" u="none" strike="noStrike" kern="0" cap="none" spc="0" normalizeH="0" baseline="0" noProof="0" dirty="0" smtClean="0">
                  <a:ln>
                    <a:noFill/>
                  </a:ln>
                  <a:solidFill>
                    <a:srgbClr val="000000"/>
                  </a:solidFill>
                  <a:effectLst/>
                  <a:uLnTx/>
                  <a:uFillTx/>
                  <a:latin typeface="Courier New" pitchFamily="49" charset="0"/>
                  <a:cs typeface="Courier New" pitchFamily="49" charset="0"/>
                </a:rPr>
                <a:t>128</a:t>
              </a:r>
            </a:p>
          </p:txBody>
        </p:sp>
      </p:grpSp>
      <p:sp>
        <p:nvSpPr>
          <p:cNvPr id="92" name="TextBox 91"/>
          <p:cNvSpPr txBox="1"/>
          <p:nvPr/>
        </p:nvSpPr>
        <p:spPr>
          <a:xfrm>
            <a:off x="76200" y="685800"/>
            <a:ext cx="1282723" cy="338554"/>
          </a:xfrm>
          <a:prstGeom prst="rect">
            <a:avLst/>
          </a:prstGeom>
          <a:noFill/>
        </p:spPr>
        <p:txBody>
          <a:bodyPr wrap="none" rtlCol="0">
            <a:spAutoFit/>
          </a:bodyPr>
          <a:lstStyle/>
          <a:p>
            <a:r>
              <a:rPr lang="en-US" sz="2000" b="0" dirty="0" smtClean="0"/>
              <a:t>heapBuf1</a:t>
            </a:r>
            <a:endParaRPr lang="en-US" sz="2000" b="0" dirty="0"/>
          </a:p>
        </p:txBody>
      </p:sp>
      <p:sp>
        <p:nvSpPr>
          <p:cNvPr id="93" name="TextBox 92"/>
          <p:cNvSpPr txBox="1"/>
          <p:nvPr/>
        </p:nvSpPr>
        <p:spPr>
          <a:xfrm>
            <a:off x="76200" y="1219200"/>
            <a:ext cx="1282723" cy="338554"/>
          </a:xfrm>
          <a:prstGeom prst="rect">
            <a:avLst/>
          </a:prstGeom>
          <a:noFill/>
        </p:spPr>
        <p:txBody>
          <a:bodyPr wrap="none" rtlCol="0">
            <a:spAutoFit/>
          </a:bodyPr>
          <a:lstStyle/>
          <a:p>
            <a:r>
              <a:rPr lang="en-US" sz="2000" b="0" dirty="0" smtClean="0"/>
              <a:t>heapBuf2</a:t>
            </a:r>
            <a:endParaRPr lang="en-US" sz="2000" b="0" dirty="0"/>
          </a:p>
        </p:txBody>
      </p:sp>
      <p:sp>
        <p:nvSpPr>
          <p:cNvPr id="94" name="TextBox 93"/>
          <p:cNvSpPr txBox="1"/>
          <p:nvPr/>
        </p:nvSpPr>
        <p:spPr>
          <a:xfrm>
            <a:off x="76200" y="2057400"/>
            <a:ext cx="1282723" cy="338554"/>
          </a:xfrm>
          <a:prstGeom prst="rect">
            <a:avLst/>
          </a:prstGeom>
          <a:noFill/>
        </p:spPr>
        <p:txBody>
          <a:bodyPr wrap="none" rtlCol="0">
            <a:spAutoFit/>
          </a:bodyPr>
          <a:lstStyle/>
          <a:p>
            <a:r>
              <a:rPr lang="en-US" sz="2000" b="0" dirty="0" smtClean="0"/>
              <a:t>heapBuf3</a:t>
            </a:r>
            <a:endParaRPr lang="en-US" sz="2000" b="0" dirty="0"/>
          </a:p>
        </p:txBody>
      </p:sp>
      <p:sp>
        <p:nvSpPr>
          <p:cNvPr id="97" name="TextBox 96"/>
          <p:cNvSpPr txBox="1"/>
          <p:nvPr/>
        </p:nvSpPr>
        <p:spPr>
          <a:xfrm>
            <a:off x="533400" y="2514600"/>
            <a:ext cx="2209800" cy="978729"/>
          </a:xfrm>
          <a:prstGeom prst="rect">
            <a:avLst/>
          </a:prstGeom>
          <a:solidFill>
            <a:schemeClr val="accent3">
              <a:lumMod val="60000"/>
              <a:lumOff val="40000"/>
            </a:schemeClr>
          </a:solidFill>
          <a:ln>
            <a:solidFill>
              <a:schemeClr val="tx1"/>
            </a:solidFill>
          </a:ln>
          <a:effectLst>
            <a:outerShdw blurRad="50800" dist="38100" dir="2700000" algn="tl" rotWithShape="0">
              <a:prstClr val="black">
                <a:alpha val="40000"/>
              </a:prstClr>
            </a:outerShdw>
          </a:effectLst>
        </p:spPr>
        <p:txBody>
          <a:bodyPr wrap="square" rIns="0" rtlCol="0" anchor="t" anchorCtr="0">
            <a:spAutoFit/>
          </a:bodyPr>
          <a:lstStyle/>
          <a:p>
            <a:pPr>
              <a:lnSpc>
                <a:spcPct val="90000"/>
              </a:lnSpc>
              <a:spcBef>
                <a:spcPts val="0"/>
              </a:spcBef>
            </a:pPr>
            <a:r>
              <a:rPr lang="en-US" sz="1600" b="0" dirty="0" smtClean="0">
                <a:solidFill>
                  <a:schemeClr val="dk1"/>
                </a:solidFill>
                <a:latin typeface="Arial Narrow" pitchFamily="34" charset="0"/>
              </a:rPr>
              <a:t>1024 MAUs in 3 </a:t>
            </a:r>
            <a:r>
              <a:rPr lang="en-US" sz="1600" b="0" dirty="0" err="1" smtClean="0">
                <a:solidFill>
                  <a:schemeClr val="dk1"/>
                </a:solidFill>
                <a:latin typeface="Arial Narrow" pitchFamily="34" charset="0"/>
              </a:rPr>
              <a:t>HeapBuf’s</a:t>
            </a:r>
            <a:r>
              <a:rPr lang="en-US" sz="1600" b="0" dirty="0" smtClean="0">
                <a:solidFill>
                  <a:schemeClr val="dk1"/>
                </a:solidFill>
                <a:latin typeface="Arial Narrow" pitchFamily="34" charset="0"/>
              </a:rPr>
              <a:t>:</a:t>
            </a:r>
          </a:p>
          <a:p>
            <a:pPr marL="109538" indent="-109538">
              <a:lnSpc>
                <a:spcPct val="90000"/>
              </a:lnSpc>
              <a:spcBef>
                <a:spcPts val="0"/>
              </a:spcBef>
              <a:buFont typeface="Arial" pitchFamily="34" charset="0"/>
              <a:buChar char="•"/>
            </a:pPr>
            <a:r>
              <a:rPr lang="en-US" sz="1600" b="0" dirty="0" smtClean="0">
                <a:solidFill>
                  <a:schemeClr val="dk1"/>
                </a:solidFill>
                <a:latin typeface="Arial Narrow" pitchFamily="34" charset="0"/>
              </a:rPr>
              <a:t>8 x 16-bytes</a:t>
            </a:r>
          </a:p>
          <a:p>
            <a:pPr marL="109538" indent="-109538">
              <a:lnSpc>
                <a:spcPct val="90000"/>
              </a:lnSpc>
              <a:spcBef>
                <a:spcPts val="0"/>
              </a:spcBef>
              <a:buFont typeface="Arial" pitchFamily="34" charset="0"/>
              <a:buChar char="•"/>
            </a:pPr>
            <a:r>
              <a:rPr lang="en-US" sz="1600" b="0" dirty="0" smtClean="0">
                <a:solidFill>
                  <a:schemeClr val="dk1"/>
                </a:solidFill>
                <a:latin typeface="Arial Narrow" pitchFamily="34" charset="0"/>
              </a:rPr>
              <a:t>8 x 32-bytes </a:t>
            </a:r>
          </a:p>
          <a:p>
            <a:pPr marL="109538" indent="-109538">
              <a:lnSpc>
                <a:spcPct val="90000"/>
              </a:lnSpc>
              <a:spcBef>
                <a:spcPts val="0"/>
              </a:spcBef>
              <a:buFont typeface="Arial" pitchFamily="34" charset="0"/>
              <a:buChar char="•"/>
            </a:pPr>
            <a:r>
              <a:rPr lang="en-US" sz="1600" b="0" dirty="0" smtClean="0">
                <a:solidFill>
                  <a:schemeClr val="dk1"/>
                </a:solidFill>
                <a:latin typeface="Arial Narrow" pitchFamily="34" charset="0"/>
              </a:rPr>
              <a:t>5 x 128-bytes</a:t>
            </a:r>
          </a:p>
        </p:txBody>
      </p:sp>
      <p:sp>
        <p:nvSpPr>
          <p:cNvPr id="38" name="TextBox 37"/>
          <p:cNvSpPr txBox="1"/>
          <p:nvPr/>
        </p:nvSpPr>
        <p:spPr>
          <a:xfrm>
            <a:off x="186068" y="4038600"/>
            <a:ext cx="8820273" cy="1797415"/>
          </a:xfrm>
          <a:prstGeom prst="rect">
            <a:avLst/>
          </a:prstGeom>
          <a:noFill/>
        </p:spPr>
        <p:txBody>
          <a:bodyPr wrap="square" rtlCol="0">
            <a:spAutoFit/>
          </a:bodyPr>
          <a:lstStyle/>
          <a:p>
            <a:pPr marL="342900" indent="-342900">
              <a:lnSpc>
                <a:spcPct val="90000"/>
              </a:lnSpc>
              <a:spcBef>
                <a:spcPts val="1200"/>
              </a:spcBef>
              <a:buClr>
                <a:schemeClr val="tx2"/>
              </a:buClr>
              <a:buSzPct val="75000"/>
              <a:buFont typeface="Wingdings"/>
              <a:buChar char=""/>
            </a:pPr>
            <a:r>
              <a:rPr lang="en-US" sz="2800" b="0" dirty="0" smtClean="0">
                <a:latin typeface="Calibri" pitchFamily="34" charset="0"/>
                <a:cs typeface="Calibri" pitchFamily="34" charset="0"/>
              </a:rPr>
              <a:t>Given this configuration, what happens when we </a:t>
            </a:r>
            <a:r>
              <a:rPr lang="en-US" sz="2800" b="0" smtClean="0">
                <a:latin typeface="Calibri" pitchFamily="34" charset="0"/>
                <a:cs typeface="Calibri" pitchFamily="34" charset="0"/>
              </a:rPr>
              <a:t>allocate the 9</a:t>
            </a:r>
            <a:r>
              <a:rPr lang="en-US" sz="2800" b="0" baseline="30000" smtClean="0">
                <a:latin typeface="Calibri" pitchFamily="34" charset="0"/>
                <a:cs typeface="Calibri" pitchFamily="34" charset="0"/>
              </a:rPr>
              <a:t>th</a:t>
            </a:r>
            <a:r>
              <a:rPr lang="en-US" sz="2800" b="0" smtClean="0">
                <a:latin typeface="Calibri" pitchFamily="34" charset="0"/>
                <a:cs typeface="Calibri" pitchFamily="34" charset="0"/>
              </a:rPr>
              <a:t> </a:t>
            </a:r>
            <a:r>
              <a:rPr lang="en-US" sz="2800" b="0" dirty="0" smtClean="0">
                <a:latin typeface="Calibri" pitchFamily="34" charset="0"/>
                <a:cs typeface="Calibri" pitchFamily="34" charset="0"/>
              </a:rPr>
              <a:t>16-byte location from heapBuf1?</a:t>
            </a:r>
          </a:p>
          <a:p>
            <a:pPr marL="342900" indent="-342900">
              <a:lnSpc>
                <a:spcPct val="90000"/>
              </a:lnSpc>
              <a:spcBef>
                <a:spcPts val="1200"/>
              </a:spcBef>
              <a:buClr>
                <a:schemeClr val="tx2"/>
              </a:buClr>
              <a:buSzPct val="75000"/>
              <a:buFont typeface="Wingdings"/>
              <a:buChar char=""/>
            </a:pPr>
            <a:r>
              <a:rPr lang="en-US" sz="2800" b="0" dirty="0" smtClean="0">
                <a:latin typeface="Calibri" pitchFamily="34" charset="0"/>
                <a:cs typeface="Calibri" pitchFamily="34" charset="0"/>
              </a:rPr>
              <a:t>What “mechanism” would you want to exist to avoid the</a:t>
            </a:r>
            <a:br>
              <a:rPr lang="en-US" sz="2800" b="0" dirty="0" smtClean="0">
                <a:latin typeface="Calibri" pitchFamily="34" charset="0"/>
                <a:cs typeface="Calibri" pitchFamily="34" charset="0"/>
              </a:rPr>
            </a:br>
            <a:r>
              <a:rPr lang="en-US" sz="2800" b="0" dirty="0" smtClean="0">
                <a:latin typeface="Calibri" pitchFamily="34" charset="0"/>
                <a:cs typeface="Calibri" pitchFamily="34" charset="0"/>
              </a:rPr>
              <a:t>NULL return pointer?</a:t>
            </a:r>
            <a:endParaRPr lang="en-US" sz="2800" b="0" dirty="0">
              <a:latin typeface="Calibri" pitchFamily="34" charset="0"/>
              <a:cs typeface="Calibri" pitchFamily="34" charset="0"/>
            </a:endParaRPr>
          </a:p>
        </p:txBody>
      </p:sp>
      <p:pic>
        <p:nvPicPr>
          <p:cNvPr id="33" name="Animated Logo" descr="tilogo_color_twoline.png"/>
          <p:cNvPicPr>
            <a:picLocks noChangeAspect="1"/>
          </p:cNvPicPr>
          <p:nvPr/>
        </p:nvPicPr>
        <p:blipFill>
          <a:blip r:embed="rId4" cstate="print"/>
          <a:stretch>
            <a:fillRect/>
          </a:stretch>
        </p:blipFill>
        <p:spPr>
          <a:xfrm>
            <a:off x="50800" y="6477000"/>
            <a:ext cx="1438537" cy="347443"/>
          </a:xfrm>
          <a:prstGeom prst="rect">
            <a:avLst/>
          </a:prstGeom>
        </p:spPr>
      </p:pic>
    </p:spTree>
    <p:custDataLst>
      <p:tags r:id="rId1"/>
    </p:custDataLst>
  </p:cSld>
  <p:clrMapOvr>
    <a:masterClrMapping/>
  </p:clrMapOvr>
  <p:transition>
    <p:fad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66"/>
        </a:solidFill>
        <a:effectLst/>
      </p:bgPr>
    </p:bg>
    <p:spTree>
      <p:nvGrpSpPr>
        <p:cNvPr id="1" name=""/>
        <p:cNvGrpSpPr/>
        <p:nvPr/>
      </p:nvGrpSpPr>
      <p:grpSpPr>
        <a:xfrm>
          <a:off x="0" y="0"/>
          <a:ext cx="0" cy="0"/>
          <a:chOff x="0" y="0"/>
          <a:chExt cx="0" cy="0"/>
        </a:xfrm>
      </p:grpSpPr>
      <p:sp>
        <p:nvSpPr>
          <p:cNvPr id="669704" name="Rectangle 8"/>
          <p:cNvSpPr>
            <a:spLocks noChangeArrowheads="1"/>
          </p:cNvSpPr>
          <p:nvPr/>
        </p:nvSpPr>
        <p:spPr bwMode="auto">
          <a:xfrm>
            <a:off x="304800" y="914400"/>
            <a:ext cx="5562600" cy="5410200"/>
          </a:xfrm>
          <a:prstGeom prst="rect">
            <a:avLst/>
          </a:prstGeom>
          <a:solidFill>
            <a:srgbClr val="92D050"/>
          </a:solidFill>
          <a:ln w="19050">
            <a:solidFill>
              <a:schemeClr val="tx1"/>
            </a:solidFill>
            <a:miter lim="800000"/>
            <a:headEnd type="none" w="sm" len="sm"/>
            <a:tailEnd type="none" w="sm" len="sm"/>
          </a:ln>
          <a:effectLst>
            <a:outerShdw blurRad="50800" dist="127000" dir="2700000" algn="tl" rotWithShape="0">
              <a:prstClr val="black">
                <a:alpha val="40000"/>
              </a:prstClr>
            </a:outerShdw>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pic>
        <p:nvPicPr>
          <p:cNvPr id="72706" name="Picture 2" descr="C:\Documents and Settings\a0159877\Desktop\250px-Operating_system_placement.svg.png"/>
          <p:cNvPicPr>
            <a:picLocks noChangeAspect="1" noChangeArrowheads="1"/>
          </p:cNvPicPr>
          <p:nvPr/>
        </p:nvPicPr>
        <p:blipFill>
          <a:blip r:embed="rId13" cstate="print"/>
          <a:srcRect/>
          <a:stretch>
            <a:fillRect/>
          </a:stretch>
        </p:blipFill>
        <p:spPr bwMode="auto">
          <a:xfrm>
            <a:off x="6160824" y="1153041"/>
            <a:ext cx="2819400" cy="4172713"/>
          </a:xfrm>
          <a:prstGeom prst="rect">
            <a:avLst/>
          </a:prstGeom>
          <a:noFill/>
        </p:spPr>
      </p:pic>
      <p:pic>
        <p:nvPicPr>
          <p:cNvPr id="11" name="Animated Logo" descr="tilogo_color_twoline.png"/>
          <p:cNvPicPr>
            <a:picLocks noChangeAspect="1"/>
          </p:cNvPicPr>
          <p:nvPr/>
        </p:nvPicPr>
        <p:blipFill>
          <a:blip r:embed="rId14" cstate="print"/>
          <a:stretch>
            <a:fillRect/>
          </a:stretch>
        </p:blipFill>
        <p:spPr>
          <a:xfrm>
            <a:off x="50800" y="6477000"/>
            <a:ext cx="1438537" cy="347443"/>
          </a:xfrm>
          <a:prstGeom prst="rect">
            <a:avLst/>
          </a:prstGeom>
        </p:spPr>
      </p:pic>
      <p:sp>
        <p:nvSpPr>
          <p:cNvPr id="41987" name="Rectangle 2"/>
          <p:cNvSpPr>
            <a:spLocks noGrp="1" noChangeArrowheads="1"/>
          </p:cNvSpPr>
          <p:nvPr>
            <p:ph type="title"/>
          </p:nvPr>
        </p:nvSpPr>
        <p:spPr/>
        <p:txBody>
          <a:bodyPr/>
          <a:lstStyle/>
          <a:p>
            <a:r>
              <a:rPr lang="en-US" smtClean="0">
                <a:solidFill>
                  <a:schemeClr val="tx1"/>
                </a:solidFill>
              </a:rPr>
              <a:t>Outline</a:t>
            </a:r>
          </a:p>
        </p:txBody>
      </p:sp>
      <p:sp>
        <p:nvSpPr>
          <p:cNvPr id="10" name="Text Box 4">
            <a:hlinkClick r:id="rId15" action="ppaction://hlinksldjump"/>
          </p:cNvPr>
          <p:cNvSpPr txBox="1">
            <a:spLocks noChangeArrowheads="1"/>
          </p:cNvSpPr>
          <p:nvPr>
            <p:custDataLst>
              <p:tags r:id="rId2"/>
            </p:custDataLst>
          </p:nvPr>
        </p:nvSpPr>
        <p:spPr bwMode="auto">
          <a:xfrm>
            <a:off x="301576" y="1018384"/>
            <a:ext cx="5543550" cy="476250"/>
          </a:xfrm>
          <a:prstGeom prst="rect">
            <a:avLst/>
          </a:prstGeom>
          <a:noFill/>
          <a:ln w="12700">
            <a:noFill/>
            <a:miter lim="800000"/>
            <a:headEnd type="none" w="sm" len="sm"/>
            <a:tailEnd type="none" w="sm" len="sm"/>
          </a:ln>
        </p:spPr>
        <p:txBody>
          <a:bodyPr>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Static vs. Dynamic</a:t>
            </a:r>
            <a:endParaRPr lang="en-US" sz="2800" dirty="0">
              <a:solidFill>
                <a:srgbClr val="000000"/>
              </a:solidFill>
            </a:endParaRPr>
          </a:p>
        </p:txBody>
      </p:sp>
      <p:sp>
        <p:nvSpPr>
          <p:cNvPr id="12" name="Text Box 4">
            <a:hlinkClick r:id="rId16" action="ppaction://hlinksldjump"/>
          </p:cNvPr>
          <p:cNvSpPr txBox="1">
            <a:spLocks noChangeArrowheads="1"/>
          </p:cNvSpPr>
          <p:nvPr>
            <p:custDataLst>
              <p:tags r:id="rId3"/>
            </p:custDataLst>
          </p:nvPr>
        </p:nvSpPr>
        <p:spPr bwMode="auto">
          <a:xfrm>
            <a:off x="301576" y="1593186"/>
            <a:ext cx="5543550" cy="476250"/>
          </a:xfrm>
          <a:prstGeom prst="rect">
            <a:avLst/>
          </a:prstGeom>
          <a:noFill/>
          <a:ln w="12700">
            <a:noFill/>
            <a:miter lim="800000"/>
            <a:headEnd type="none" w="sm" len="sm"/>
            <a:tailEnd type="none" w="sm" len="sm"/>
          </a:ln>
        </p:spPr>
        <p:txBody>
          <a:bodyPr>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Dynamic Memory Concepts</a:t>
            </a:r>
            <a:endParaRPr lang="en-US" sz="2800" dirty="0">
              <a:solidFill>
                <a:srgbClr val="000000"/>
              </a:solidFill>
            </a:endParaRPr>
          </a:p>
        </p:txBody>
      </p:sp>
      <p:sp>
        <p:nvSpPr>
          <p:cNvPr id="13" name="Text Box 4">
            <a:hlinkClick r:id="rId17" action="ppaction://hlinksldjump"/>
          </p:cNvPr>
          <p:cNvSpPr txBox="1">
            <a:spLocks noChangeArrowheads="1"/>
          </p:cNvSpPr>
          <p:nvPr>
            <p:custDataLst>
              <p:tags r:id="rId4"/>
            </p:custDataLst>
          </p:nvPr>
        </p:nvSpPr>
        <p:spPr bwMode="auto">
          <a:xfrm>
            <a:off x="301576" y="2167988"/>
            <a:ext cx="5543550" cy="476250"/>
          </a:xfrm>
          <a:prstGeom prst="rect">
            <a:avLst/>
          </a:prstGeom>
          <a:noFill/>
          <a:ln w="12700">
            <a:noFill/>
            <a:miter lim="800000"/>
            <a:headEnd type="none" w="sm" len="sm"/>
            <a:tailEnd type="none" w="sm" len="sm"/>
          </a:ln>
        </p:spPr>
        <p:txBody>
          <a:bodyPr>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Different Types of Heaps</a:t>
            </a:r>
            <a:endParaRPr lang="en-US" sz="2800" dirty="0">
              <a:solidFill>
                <a:srgbClr val="000000"/>
              </a:solidFill>
            </a:endParaRPr>
          </a:p>
        </p:txBody>
      </p:sp>
      <p:sp>
        <p:nvSpPr>
          <p:cNvPr id="14" name="Text Box 6">
            <a:hlinkClick r:id="rId18" action="ppaction://hlinksldjump"/>
          </p:cNvPr>
          <p:cNvSpPr txBox="1">
            <a:spLocks noChangeArrowheads="1"/>
          </p:cNvSpPr>
          <p:nvPr>
            <p:custDataLst>
              <p:tags r:id="rId5"/>
            </p:custDataLst>
          </p:nvPr>
        </p:nvSpPr>
        <p:spPr bwMode="auto">
          <a:xfrm>
            <a:off x="769877" y="2715802"/>
            <a:ext cx="4868924" cy="387798"/>
          </a:xfrm>
          <a:prstGeom prst="rect">
            <a:avLst/>
          </a:prstGeom>
          <a:noFill/>
          <a:ln w="12700">
            <a:noFill/>
            <a:miter lim="800000"/>
            <a:headEnd type="none" w="sm" len="sm"/>
            <a:tailEnd type="none" w="sm" len="sm"/>
          </a:ln>
        </p:spPr>
        <p:txBody>
          <a:bodyPr wrap="square" tIns="27432" bIns="27432">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HeapMem</a:t>
            </a:r>
            <a:endParaRPr lang="en-US" dirty="0">
              <a:solidFill>
                <a:srgbClr val="000000"/>
              </a:solidFill>
            </a:endParaRPr>
          </a:p>
        </p:txBody>
      </p:sp>
      <p:sp>
        <p:nvSpPr>
          <p:cNvPr id="15" name="Text Box 6">
            <a:hlinkClick r:id="rId19" action="ppaction://hlinksldjump"/>
          </p:cNvPr>
          <p:cNvSpPr txBox="1">
            <a:spLocks noChangeArrowheads="1"/>
          </p:cNvSpPr>
          <p:nvPr>
            <p:custDataLst>
              <p:tags r:id="rId6"/>
            </p:custDataLst>
          </p:nvPr>
        </p:nvSpPr>
        <p:spPr bwMode="auto">
          <a:xfrm>
            <a:off x="769877" y="3168116"/>
            <a:ext cx="4868924" cy="387798"/>
          </a:xfrm>
          <a:prstGeom prst="rect">
            <a:avLst/>
          </a:prstGeom>
          <a:noFill/>
          <a:ln w="12700">
            <a:noFill/>
            <a:miter lim="800000"/>
            <a:headEnd type="none" w="sm" len="sm"/>
            <a:tailEnd type="none" w="sm" len="sm"/>
          </a:ln>
        </p:spPr>
        <p:txBody>
          <a:bodyPr wrap="square" tIns="27432" bIns="27432">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HeapBuf</a:t>
            </a:r>
            <a:endParaRPr lang="en-US" dirty="0">
              <a:solidFill>
                <a:srgbClr val="000000"/>
              </a:solidFill>
            </a:endParaRPr>
          </a:p>
        </p:txBody>
      </p:sp>
      <p:sp>
        <p:nvSpPr>
          <p:cNvPr id="16" name="Text Box 5">
            <a:hlinkClick r:id="rId20" action="ppaction://hlinksldjump"/>
          </p:cNvPr>
          <p:cNvSpPr txBox="1">
            <a:spLocks noChangeArrowheads="1"/>
          </p:cNvSpPr>
          <p:nvPr>
            <p:custDataLst>
              <p:tags r:id="rId7"/>
            </p:custDataLst>
          </p:nvPr>
        </p:nvSpPr>
        <p:spPr bwMode="auto">
          <a:xfrm>
            <a:off x="774000" y="3620430"/>
            <a:ext cx="4864800" cy="387798"/>
          </a:xfrm>
          <a:prstGeom prst="rect">
            <a:avLst/>
          </a:prstGeom>
          <a:solidFill>
            <a:schemeClr val="bg1"/>
          </a:solidFill>
          <a:ln w="19050">
            <a:solidFill>
              <a:schemeClr val="tx1"/>
            </a:solidFill>
            <a:miter lim="800000"/>
            <a:headEnd type="none" w="sm" len="sm"/>
            <a:tailEnd type="none" w="sm" len="sm"/>
          </a:ln>
        </p:spPr>
        <p:txBody>
          <a:bodyPr wrap="square" tIns="27432" bIns="27432">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HeapMultiBuf</a:t>
            </a:r>
            <a:endParaRPr lang="en-US" dirty="0">
              <a:solidFill>
                <a:srgbClr val="000000"/>
              </a:solidFill>
            </a:endParaRPr>
          </a:p>
        </p:txBody>
      </p:sp>
      <p:sp>
        <p:nvSpPr>
          <p:cNvPr id="17" name="Text Box 6">
            <a:hlinkClick r:id="rId21" action="ppaction://hlinksldjump"/>
          </p:cNvPr>
          <p:cNvSpPr txBox="1">
            <a:spLocks noChangeArrowheads="1"/>
          </p:cNvSpPr>
          <p:nvPr>
            <p:custDataLst>
              <p:tags r:id="rId8"/>
            </p:custDataLst>
          </p:nvPr>
        </p:nvSpPr>
        <p:spPr bwMode="auto">
          <a:xfrm>
            <a:off x="769877" y="4072744"/>
            <a:ext cx="4868924" cy="387798"/>
          </a:xfrm>
          <a:prstGeom prst="rect">
            <a:avLst/>
          </a:prstGeom>
          <a:noFill/>
          <a:ln w="12700">
            <a:noFill/>
            <a:miter lim="800000"/>
            <a:headEnd type="none" w="sm" len="sm"/>
            <a:tailEnd type="none" w="sm" len="sm"/>
          </a:ln>
        </p:spPr>
        <p:txBody>
          <a:bodyPr wrap="square" tIns="27432" bIns="27432">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Default System Heap</a:t>
            </a:r>
            <a:endParaRPr lang="en-US" dirty="0">
              <a:solidFill>
                <a:srgbClr val="000000"/>
              </a:solidFill>
            </a:endParaRPr>
          </a:p>
        </p:txBody>
      </p:sp>
      <p:sp>
        <p:nvSpPr>
          <p:cNvPr id="18" name="Text Box 4">
            <a:hlinkClick r:id="rId22" action="ppaction://hlinksldjump"/>
          </p:cNvPr>
          <p:cNvSpPr txBox="1">
            <a:spLocks noChangeArrowheads="1"/>
          </p:cNvSpPr>
          <p:nvPr>
            <p:custDataLst>
              <p:tags r:id="rId9"/>
            </p:custDataLst>
          </p:nvPr>
        </p:nvSpPr>
        <p:spPr bwMode="auto">
          <a:xfrm>
            <a:off x="301576" y="4552045"/>
            <a:ext cx="5543550" cy="476250"/>
          </a:xfrm>
          <a:prstGeom prst="rect">
            <a:avLst/>
          </a:prstGeom>
          <a:noFill/>
          <a:ln w="12700">
            <a:noFill/>
            <a:miter lim="800000"/>
            <a:headEnd type="none" w="sm" len="sm"/>
            <a:tailEnd type="none" w="sm" len="sm"/>
          </a:ln>
        </p:spPr>
        <p:txBody>
          <a:bodyPr>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Dynamic Module Creation</a:t>
            </a:r>
            <a:endParaRPr lang="en-US" sz="2800" dirty="0">
              <a:solidFill>
                <a:srgbClr val="000000"/>
              </a:solidFill>
            </a:endParaRPr>
          </a:p>
        </p:txBody>
      </p:sp>
      <p:sp>
        <p:nvSpPr>
          <p:cNvPr id="19" name="Text Box 4">
            <a:hlinkClick r:id="rId23" action="ppaction://hlinksldjump"/>
          </p:cNvPr>
          <p:cNvSpPr txBox="1">
            <a:spLocks noChangeArrowheads="1"/>
          </p:cNvSpPr>
          <p:nvPr>
            <p:custDataLst>
              <p:tags r:id="rId10"/>
            </p:custDataLst>
          </p:nvPr>
        </p:nvSpPr>
        <p:spPr bwMode="auto">
          <a:xfrm>
            <a:off x="301576" y="5126848"/>
            <a:ext cx="5543550" cy="476250"/>
          </a:xfrm>
          <a:prstGeom prst="rect">
            <a:avLst/>
          </a:prstGeom>
          <a:noFill/>
          <a:ln w="12700">
            <a:noFill/>
            <a:miter lim="800000"/>
            <a:headEnd type="none" w="sm" len="sm"/>
            <a:tailEnd type="none" w="sm" len="sm"/>
          </a:ln>
        </p:spPr>
        <p:txBody>
          <a:bodyPr>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Custom Section Placement</a:t>
            </a:r>
            <a:endParaRPr lang="en-US" sz="2800" dirty="0">
              <a:solidFill>
                <a:srgbClr val="000000"/>
              </a:solidFill>
            </a:endParaRPr>
          </a:p>
        </p:txBody>
      </p:sp>
      <p:sp>
        <p:nvSpPr>
          <p:cNvPr id="20" name="Text Box 4">
            <a:hlinkClick r:id="rId24" action="ppaction://hlinksldjump"/>
          </p:cNvPr>
          <p:cNvSpPr txBox="1">
            <a:spLocks noChangeArrowheads="1"/>
          </p:cNvSpPr>
          <p:nvPr>
            <p:custDataLst>
              <p:tags r:id="rId11"/>
            </p:custDataLst>
          </p:nvPr>
        </p:nvSpPr>
        <p:spPr bwMode="auto">
          <a:xfrm>
            <a:off x="301576" y="5701650"/>
            <a:ext cx="5543550" cy="476250"/>
          </a:xfrm>
          <a:prstGeom prst="rect">
            <a:avLst/>
          </a:prstGeom>
          <a:noFill/>
          <a:ln w="12700">
            <a:noFill/>
            <a:miter lim="800000"/>
            <a:headEnd type="none" w="sm" len="sm"/>
            <a:tailEnd type="none" w="sm" len="sm"/>
          </a:ln>
        </p:spPr>
        <p:txBody>
          <a:bodyPr>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Lab</a:t>
            </a:r>
            <a:endParaRPr lang="en-US" sz="2800" dirty="0">
              <a:solidFill>
                <a:srgbClr val="000000"/>
              </a:solidFill>
            </a:endParaRPr>
          </a:p>
        </p:txBody>
      </p:sp>
    </p:spTree>
    <p:custDataLst>
      <p:tags r:id="rId1"/>
    </p:custDataLst>
    <p:extLst>
      <p:ext uri="{BB962C8B-B14F-4D97-AF65-F5344CB8AC3E}">
        <p14:creationId xmlns:p14="http://schemas.microsoft.com/office/powerpoint/2010/main" val="4124100021"/>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a:xfrm>
            <a:off x="0" y="-3792"/>
            <a:ext cx="9144000" cy="609600"/>
          </a:xfrm>
        </p:spPr>
        <p:txBody>
          <a:bodyPr>
            <a:noAutofit/>
          </a:bodyPr>
          <a:lstStyle/>
          <a:p>
            <a:r>
              <a:rPr lang="en-US" dirty="0" err="1" smtClean="0"/>
              <a:t>Heap</a:t>
            </a:r>
            <a:r>
              <a:rPr lang="en-US" u="sng" dirty="0" err="1" smtClean="0"/>
              <a:t>Multi</a:t>
            </a:r>
            <a:r>
              <a:rPr lang="en-US" dirty="0" err="1" smtClean="0"/>
              <a:t>Buf</a:t>
            </a:r>
            <a:endParaRPr lang="en-US" dirty="0" smtClean="0"/>
          </a:p>
        </p:txBody>
      </p:sp>
      <p:sp>
        <p:nvSpPr>
          <p:cNvPr id="16" name="TextBox 15"/>
          <p:cNvSpPr txBox="1"/>
          <p:nvPr/>
        </p:nvSpPr>
        <p:spPr>
          <a:xfrm>
            <a:off x="381000" y="3536071"/>
            <a:ext cx="8573072" cy="2603790"/>
          </a:xfrm>
          <a:prstGeom prst="rect">
            <a:avLst/>
          </a:prstGeom>
          <a:noFill/>
        </p:spPr>
        <p:txBody>
          <a:bodyPr wrap="square" rtlCol="0" anchor="ctr" anchorCtr="0">
            <a:spAutoFit/>
          </a:bodyPr>
          <a:lstStyle/>
          <a:p>
            <a:pPr marL="342900" indent="-342900">
              <a:buClr>
                <a:schemeClr val="tx2"/>
              </a:buClr>
              <a:buSzPct val="75000"/>
              <a:buFont typeface="Wingdings"/>
              <a:buChar char=""/>
            </a:pPr>
            <a:r>
              <a:rPr lang="en-US" b="0" dirty="0" smtClean="0">
                <a:solidFill>
                  <a:schemeClr val="dk1"/>
                </a:solidFill>
                <a:effectLst/>
                <a:latin typeface="Calibri" pitchFamily="34" charset="0"/>
                <a:cs typeface="Calibri" pitchFamily="34" charset="0"/>
              </a:rPr>
              <a:t>Allows </a:t>
            </a:r>
            <a:r>
              <a:rPr lang="en-US" b="0" i="1" u="sng" dirty="0" smtClean="0">
                <a:solidFill>
                  <a:schemeClr val="dk1"/>
                </a:solidFill>
                <a:effectLst/>
                <a:latin typeface="Calibri" pitchFamily="34" charset="0"/>
                <a:cs typeface="Calibri" pitchFamily="34" charset="0"/>
              </a:rPr>
              <a:t>variable-size allocation</a:t>
            </a:r>
            <a:r>
              <a:rPr lang="en-US" b="0" i="1" dirty="0" smtClean="0">
                <a:solidFill>
                  <a:schemeClr val="dk1"/>
                </a:solidFill>
                <a:effectLst/>
                <a:latin typeface="Calibri" pitchFamily="34" charset="0"/>
                <a:cs typeface="Calibri" pitchFamily="34" charset="0"/>
              </a:rPr>
              <a:t> </a:t>
            </a:r>
            <a:r>
              <a:rPr lang="en-US" b="0" dirty="0" smtClean="0">
                <a:solidFill>
                  <a:schemeClr val="dk1"/>
                </a:solidFill>
                <a:effectLst/>
                <a:latin typeface="Calibri" pitchFamily="34" charset="0"/>
                <a:cs typeface="Calibri" pitchFamily="34" charset="0"/>
              </a:rPr>
              <a:t>from a </a:t>
            </a:r>
            <a:r>
              <a:rPr lang="en-US" b="0" smtClean="0">
                <a:solidFill>
                  <a:schemeClr val="dk1"/>
                </a:solidFill>
                <a:effectLst/>
                <a:latin typeface="Calibri" pitchFamily="34" charset="0"/>
                <a:cs typeface="Calibri" pitchFamily="34" charset="0"/>
              </a:rPr>
              <a:t>variety of fixed-size </a:t>
            </a:r>
            <a:r>
              <a:rPr lang="en-US" b="0" dirty="0" smtClean="0">
                <a:solidFill>
                  <a:schemeClr val="dk1"/>
                </a:solidFill>
                <a:effectLst/>
                <a:latin typeface="Calibri" pitchFamily="34" charset="0"/>
                <a:cs typeface="Calibri" pitchFamily="34" charset="0"/>
              </a:rPr>
              <a:t>blocks </a:t>
            </a:r>
          </a:p>
          <a:p>
            <a:pPr marL="342900" indent="-342900">
              <a:buClr>
                <a:schemeClr val="tx2"/>
              </a:buClr>
              <a:buSzPct val="75000"/>
              <a:buFont typeface="Wingdings"/>
              <a:buChar char=""/>
            </a:pPr>
            <a:r>
              <a:rPr lang="en-US" b="0" dirty="0" smtClean="0">
                <a:solidFill>
                  <a:schemeClr val="dk1"/>
                </a:solidFill>
                <a:latin typeface="Calibri" pitchFamily="34" charset="0"/>
                <a:cs typeface="Calibri" pitchFamily="34" charset="0"/>
              </a:rPr>
              <a:t>Services requests for </a:t>
            </a:r>
            <a:r>
              <a:rPr lang="en-US" b="0" i="1" u="sng" dirty="0" smtClean="0">
                <a:solidFill>
                  <a:schemeClr val="dk1"/>
                </a:solidFill>
                <a:latin typeface="Calibri" pitchFamily="34" charset="0"/>
                <a:cs typeface="Calibri" pitchFamily="34" charset="0"/>
              </a:rPr>
              <a:t>ANY</a:t>
            </a:r>
            <a:r>
              <a:rPr lang="en-US" b="0" dirty="0" smtClean="0">
                <a:solidFill>
                  <a:schemeClr val="dk1"/>
                </a:solidFill>
                <a:latin typeface="Calibri" pitchFamily="34" charset="0"/>
                <a:cs typeface="Calibri" pitchFamily="34" charset="0"/>
              </a:rPr>
              <a:t> memory size, </a:t>
            </a:r>
            <a:r>
              <a:rPr lang="en-US" b="0" smtClean="0">
                <a:solidFill>
                  <a:schemeClr val="dk1"/>
                </a:solidFill>
                <a:latin typeface="Calibri" pitchFamily="34" charset="0"/>
                <a:cs typeface="Calibri" pitchFamily="34" charset="0"/>
              </a:rPr>
              <a:t>but always returns </a:t>
            </a:r>
            <a:r>
              <a:rPr lang="en-US" b="0" dirty="0" smtClean="0">
                <a:solidFill>
                  <a:schemeClr val="dk1"/>
                </a:solidFill>
                <a:latin typeface="Calibri" pitchFamily="34" charset="0"/>
                <a:cs typeface="Calibri" pitchFamily="34" charset="0"/>
              </a:rPr>
              <a:t>the most efficient-sized available block</a:t>
            </a:r>
          </a:p>
          <a:p>
            <a:pPr marL="342900" indent="-342900">
              <a:buClr>
                <a:schemeClr val="tx2"/>
              </a:buClr>
              <a:buSzPct val="75000"/>
              <a:buFont typeface="Wingdings"/>
              <a:buChar char=""/>
            </a:pPr>
            <a:r>
              <a:rPr lang="en-US" b="0" dirty="0" smtClean="0">
                <a:solidFill>
                  <a:schemeClr val="dk1"/>
                </a:solidFill>
                <a:latin typeface="Calibri" pitchFamily="34" charset="0"/>
                <a:cs typeface="Calibri" pitchFamily="34" charset="0"/>
              </a:rPr>
              <a:t>Can be configured to “block borrow” </a:t>
            </a:r>
            <a:r>
              <a:rPr lang="en-US" b="0" smtClean="0">
                <a:solidFill>
                  <a:schemeClr val="dk1"/>
                </a:solidFill>
                <a:latin typeface="Calibri" pitchFamily="34" charset="0"/>
                <a:cs typeface="Calibri" pitchFamily="34" charset="0"/>
              </a:rPr>
              <a:t>from the “next </a:t>
            </a:r>
            <a:r>
              <a:rPr lang="en-US" b="0" dirty="0" smtClean="0">
                <a:solidFill>
                  <a:schemeClr val="dk1"/>
                </a:solidFill>
                <a:latin typeface="Calibri" pitchFamily="34" charset="0"/>
                <a:cs typeface="Calibri" pitchFamily="34" charset="0"/>
              </a:rPr>
              <a:t>size up”</a:t>
            </a:r>
          </a:p>
          <a:p>
            <a:pPr marL="342900" indent="-342900">
              <a:buClr>
                <a:schemeClr val="tx2"/>
              </a:buClr>
              <a:buSzPct val="75000"/>
              <a:buFont typeface="Wingdings"/>
              <a:buChar char=""/>
            </a:pPr>
            <a:r>
              <a:rPr lang="en-US" b="0" dirty="0" smtClean="0">
                <a:solidFill>
                  <a:schemeClr val="dk1"/>
                </a:solidFill>
                <a:latin typeface="Calibri" pitchFamily="34" charset="0"/>
                <a:cs typeface="Calibri" pitchFamily="34" charset="0"/>
              </a:rPr>
              <a:t>Creation: .CFG (static) or C code (dynamic)</a:t>
            </a:r>
          </a:p>
          <a:p>
            <a:pPr marL="342900" indent="-342900">
              <a:buClr>
                <a:schemeClr val="tx2"/>
              </a:buClr>
              <a:buSzPct val="75000"/>
              <a:buFont typeface="Wingdings"/>
              <a:buChar char=""/>
            </a:pPr>
            <a:r>
              <a:rPr lang="en-US" b="0" dirty="0" smtClean="0">
                <a:solidFill>
                  <a:schemeClr val="dk1"/>
                </a:solidFill>
                <a:latin typeface="Calibri" pitchFamily="34" charset="0"/>
                <a:cs typeface="Calibri" pitchFamily="34" charset="0"/>
              </a:rPr>
              <a:t>Ask for 17, get 32. Ask for 36, get 128.</a:t>
            </a:r>
          </a:p>
        </p:txBody>
      </p:sp>
      <p:sp>
        <p:nvSpPr>
          <p:cNvPr id="30" name="Rectangle 29"/>
          <p:cNvSpPr/>
          <p:nvPr/>
        </p:nvSpPr>
        <p:spPr bwMode="auto">
          <a:xfrm>
            <a:off x="914400" y="810904"/>
            <a:ext cx="914400" cy="304800"/>
          </a:xfrm>
          <a:prstGeom prst="rect">
            <a:avLst/>
          </a:prstGeom>
          <a:solidFill>
            <a:schemeClr val="accent3">
              <a:lumMod val="60000"/>
              <a:lumOff val="4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1" compatLnSpc="1">
            <a:prstTxWarp prst="textNoShape">
              <a:avLst/>
            </a:prstTxWarp>
          </a:bodyPr>
          <a:lstStyle/>
          <a:p>
            <a:pPr marL="0" marR="0" indent="0" algn="l" defTabSz="914400" rtl="0" eaLnBrk="0" fontAlgn="base" latinLnBrk="0" hangingPunct="0">
              <a:lnSpc>
                <a:spcPct val="80000"/>
              </a:lnSpc>
              <a:spcBef>
                <a:spcPct val="50000"/>
              </a:spcBef>
              <a:spcAft>
                <a:spcPct val="0"/>
              </a:spcAft>
              <a:buClrTx/>
              <a:buSzTx/>
              <a:buFontTx/>
              <a:buNone/>
              <a:tabLst/>
            </a:pPr>
            <a:r>
              <a:rPr kumimoji="0" lang="en-US" sz="1800" b="1" i="0" u="none" strike="noStrike" cap="none" normalizeH="0" baseline="0" dirty="0" smtClean="0">
                <a:ln>
                  <a:noFill/>
                </a:ln>
                <a:solidFill>
                  <a:schemeClr val="dk1"/>
                </a:solidFill>
                <a:effectLst/>
                <a:latin typeface="Courier New" pitchFamily="49" charset="0"/>
                <a:cs typeface="Courier New" pitchFamily="49" charset="0"/>
              </a:rPr>
              <a:t>16</a:t>
            </a:r>
          </a:p>
        </p:txBody>
      </p:sp>
      <p:sp>
        <p:nvSpPr>
          <p:cNvPr id="68" name="Rectangle 67"/>
          <p:cNvSpPr/>
          <p:nvPr/>
        </p:nvSpPr>
        <p:spPr bwMode="auto">
          <a:xfrm>
            <a:off x="1828800" y="810904"/>
            <a:ext cx="914400" cy="304800"/>
          </a:xfrm>
          <a:prstGeom prst="rect">
            <a:avLst/>
          </a:prstGeom>
          <a:solidFill>
            <a:schemeClr val="accent3">
              <a:lumMod val="60000"/>
              <a:lumOff val="4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1" compatLnSpc="1">
            <a:prstTxWarp prst="textNoShape">
              <a:avLst/>
            </a:prstTxWarp>
          </a:bodyPr>
          <a:lstStyle/>
          <a:p>
            <a:pPr marL="0" marR="0" indent="0" algn="l" defTabSz="914400" rtl="0" eaLnBrk="0" fontAlgn="base" latinLnBrk="0" hangingPunct="0">
              <a:lnSpc>
                <a:spcPct val="80000"/>
              </a:lnSpc>
              <a:spcBef>
                <a:spcPct val="50000"/>
              </a:spcBef>
              <a:spcAft>
                <a:spcPct val="0"/>
              </a:spcAft>
              <a:buClrTx/>
              <a:buSzTx/>
              <a:buFontTx/>
              <a:buNone/>
              <a:tabLst/>
            </a:pPr>
            <a:r>
              <a:rPr kumimoji="0" lang="en-US" sz="1800" b="1" i="0" u="none" strike="noStrike" cap="none" normalizeH="0" baseline="0" dirty="0" smtClean="0">
                <a:ln>
                  <a:noFill/>
                </a:ln>
                <a:solidFill>
                  <a:schemeClr val="dk1"/>
                </a:solidFill>
                <a:effectLst/>
                <a:latin typeface="Courier New" pitchFamily="49" charset="0"/>
                <a:cs typeface="Courier New" pitchFamily="49" charset="0"/>
              </a:rPr>
              <a:t>16</a:t>
            </a:r>
          </a:p>
        </p:txBody>
      </p:sp>
      <p:sp>
        <p:nvSpPr>
          <p:cNvPr id="69" name="Rectangle 68"/>
          <p:cNvSpPr/>
          <p:nvPr/>
        </p:nvSpPr>
        <p:spPr bwMode="auto">
          <a:xfrm>
            <a:off x="2743200" y="810904"/>
            <a:ext cx="914400" cy="304800"/>
          </a:xfrm>
          <a:prstGeom prst="rect">
            <a:avLst/>
          </a:prstGeom>
          <a:solidFill>
            <a:schemeClr val="accent3">
              <a:lumMod val="60000"/>
              <a:lumOff val="4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1" compatLnSpc="1">
            <a:prstTxWarp prst="textNoShape">
              <a:avLst/>
            </a:prstTxWarp>
          </a:bodyPr>
          <a:lstStyle/>
          <a:p>
            <a:pPr marL="0" marR="0" indent="0" algn="l" defTabSz="914400" rtl="0" eaLnBrk="0" fontAlgn="base" latinLnBrk="0" hangingPunct="0">
              <a:lnSpc>
                <a:spcPct val="80000"/>
              </a:lnSpc>
              <a:spcBef>
                <a:spcPct val="50000"/>
              </a:spcBef>
              <a:spcAft>
                <a:spcPct val="0"/>
              </a:spcAft>
              <a:buClrTx/>
              <a:buSzTx/>
              <a:buFontTx/>
              <a:buNone/>
              <a:tabLst/>
            </a:pPr>
            <a:r>
              <a:rPr kumimoji="0" lang="en-US" sz="1800" b="1" i="0" u="none" strike="noStrike" cap="none" normalizeH="0" baseline="0" dirty="0" smtClean="0">
                <a:ln>
                  <a:noFill/>
                </a:ln>
                <a:solidFill>
                  <a:schemeClr val="dk1"/>
                </a:solidFill>
                <a:effectLst/>
                <a:latin typeface="Courier New" pitchFamily="49" charset="0"/>
                <a:cs typeface="Courier New" pitchFamily="49" charset="0"/>
              </a:rPr>
              <a:t>16</a:t>
            </a:r>
          </a:p>
        </p:txBody>
      </p:sp>
      <p:sp>
        <p:nvSpPr>
          <p:cNvPr id="70" name="Rectangle 69"/>
          <p:cNvSpPr/>
          <p:nvPr/>
        </p:nvSpPr>
        <p:spPr bwMode="auto">
          <a:xfrm>
            <a:off x="3657600" y="810904"/>
            <a:ext cx="914400" cy="304800"/>
          </a:xfrm>
          <a:prstGeom prst="rect">
            <a:avLst/>
          </a:prstGeom>
          <a:solidFill>
            <a:schemeClr val="accent3">
              <a:lumMod val="60000"/>
              <a:lumOff val="4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1" compatLnSpc="1">
            <a:prstTxWarp prst="textNoShape">
              <a:avLst/>
            </a:prstTxWarp>
          </a:bodyPr>
          <a:lstStyle/>
          <a:p>
            <a:pPr marL="0" marR="0" indent="0" algn="l" defTabSz="914400" rtl="0" eaLnBrk="0" fontAlgn="base" latinLnBrk="0" hangingPunct="0">
              <a:lnSpc>
                <a:spcPct val="80000"/>
              </a:lnSpc>
              <a:spcBef>
                <a:spcPct val="50000"/>
              </a:spcBef>
              <a:spcAft>
                <a:spcPct val="0"/>
              </a:spcAft>
              <a:buClrTx/>
              <a:buSzTx/>
              <a:buFontTx/>
              <a:buNone/>
              <a:tabLst/>
            </a:pPr>
            <a:r>
              <a:rPr kumimoji="0" lang="en-US" sz="1800" b="1" i="0" u="none" strike="noStrike" cap="none" normalizeH="0" baseline="0" dirty="0" smtClean="0">
                <a:ln>
                  <a:noFill/>
                </a:ln>
                <a:solidFill>
                  <a:schemeClr val="dk1"/>
                </a:solidFill>
                <a:effectLst/>
                <a:latin typeface="Courier New" pitchFamily="49" charset="0"/>
                <a:cs typeface="Courier New" pitchFamily="49" charset="0"/>
              </a:rPr>
              <a:t>16</a:t>
            </a:r>
          </a:p>
        </p:txBody>
      </p:sp>
      <p:sp>
        <p:nvSpPr>
          <p:cNvPr id="71" name="Rectangle 70"/>
          <p:cNvSpPr/>
          <p:nvPr/>
        </p:nvSpPr>
        <p:spPr bwMode="auto">
          <a:xfrm>
            <a:off x="4572000" y="810904"/>
            <a:ext cx="914400" cy="304800"/>
          </a:xfrm>
          <a:prstGeom prst="rect">
            <a:avLst/>
          </a:prstGeom>
          <a:solidFill>
            <a:schemeClr val="accent3">
              <a:lumMod val="60000"/>
              <a:lumOff val="4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1" compatLnSpc="1">
            <a:prstTxWarp prst="textNoShape">
              <a:avLst/>
            </a:prstTxWarp>
          </a:bodyPr>
          <a:lstStyle/>
          <a:p>
            <a:pPr marL="0" marR="0" indent="0" algn="l" defTabSz="914400" rtl="0" eaLnBrk="0" fontAlgn="base" latinLnBrk="0" hangingPunct="0">
              <a:lnSpc>
                <a:spcPct val="80000"/>
              </a:lnSpc>
              <a:spcBef>
                <a:spcPct val="50000"/>
              </a:spcBef>
              <a:spcAft>
                <a:spcPct val="0"/>
              </a:spcAft>
              <a:buClrTx/>
              <a:buSzTx/>
              <a:buFontTx/>
              <a:buNone/>
              <a:tabLst/>
            </a:pPr>
            <a:r>
              <a:rPr kumimoji="0" lang="en-US" sz="1800" b="1" i="0" u="none" strike="noStrike" cap="none" normalizeH="0" baseline="0" dirty="0" smtClean="0">
                <a:ln>
                  <a:noFill/>
                </a:ln>
                <a:solidFill>
                  <a:schemeClr val="dk1"/>
                </a:solidFill>
                <a:effectLst/>
                <a:latin typeface="Courier New" pitchFamily="49" charset="0"/>
                <a:cs typeface="Courier New" pitchFamily="49" charset="0"/>
              </a:rPr>
              <a:t>16</a:t>
            </a:r>
          </a:p>
        </p:txBody>
      </p:sp>
      <p:sp>
        <p:nvSpPr>
          <p:cNvPr id="72" name="Rectangle 71"/>
          <p:cNvSpPr/>
          <p:nvPr/>
        </p:nvSpPr>
        <p:spPr bwMode="auto">
          <a:xfrm>
            <a:off x="5486400" y="810904"/>
            <a:ext cx="914400" cy="304800"/>
          </a:xfrm>
          <a:prstGeom prst="rect">
            <a:avLst/>
          </a:prstGeom>
          <a:solidFill>
            <a:schemeClr val="accent3">
              <a:lumMod val="60000"/>
              <a:lumOff val="4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1" compatLnSpc="1">
            <a:prstTxWarp prst="textNoShape">
              <a:avLst/>
            </a:prstTxWarp>
          </a:bodyPr>
          <a:lstStyle/>
          <a:p>
            <a:pPr marL="0" marR="0" indent="0" algn="l" defTabSz="914400" rtl="0" eaLnBrk="0" fontAlgn="base" latinLnBrk="0" hangingPunct="0">
              <a:lnSpc>
                <a:spcPct val="80000"/>
              </a:lnSpc>
              <a:spcBef>
                <a:spcPct val="50000"/>
              </a:spcBef>
              <a:spcAft>
                <a:spcPct val="0"/>
              </a:spcAft>
              <a:buClrTx/>
              <a:buSzTx/>
              <a:buFontTx/>
              <a:buNone/>
              <a:tabLst/>
            </a:pPr>
            <a:r>
              <a:rPr kumimoji="0" lang="en-US" sz="1800" b="1" i="0" u="none" strike="noStrike" cap="none" normalizeH="0" baseline="0" dirty="0" smtClean="0">
                <a:ln>
                  <a:noFill/>
                </a:ln>
                <a:solidFill>
                  <a:schemeClr val="dk1"/>
                </a:solidFill>
                <a:effectLst/>
                <a:latin typeface="Courier New" pitchFamily="49" charset="0"/>
                <a:cs typeface="Courier New" pitchFamily="49" charset="0"/>
              </a:rPr>
              <a:t>16</a:t>
            </a:r>
          </a:p>
        </p:txBody>
      </p:sp>
      <p:sp>
        <p:nvSpPr>
          <p:cNvPr id="73" name="Rectangle 72"/>
          <p:cNvSpPr/>
          <p:nvPr/>
        </p:nvSpPr>
        <p:spPr bwMode="auto">
          <a:xfrm>
            <a:off x="6400800" y="810904"/>
            <a:ext cx="914400" cy="304800"/>
          </a:xfrm>
          <a:prstGeom prst="rect">
            <a:avLst/>
          </a:prstGeom>
          <a:solidFill>
            <a:schemeClr val="accent3">
              <a:lumMod val="60000"/>
              <a:lumOff val="4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1" compatLnSpc="1">
            <a:prstTxWarp prst="textNoShape">
              <a:avLst/>
            </a:prstTxWarp>
          </a:bodyPr>
          <a:lstStyle/>
          <a:p>
            <a:pPr marL="0" marR="0" indent="0" algn="l" defTabSz="914400" rtl="0" eaLnBrk="0" fontAlgn="base" latinLnBrk="0" hangingPunct="0">
              <a:lnSpc>
                <a:spcPct val="80000"/>
              </a:lnSpc>
              <a:spcBef>
                <a:spcPct val="50000"/>
              </a:spcBef>
              <a:spcAft>
                <a:spcPct val="0"/>
              </a:spcAft>
              <a:buClrTx/>
              <a:buSzTx/>
              <a:buFontTx/>
              <a:buNone/>
              <a:tabLst/>
            </a:pPr>
            <a:r>
              <a:rPr kumimoji="0" lang="en-US" sz="1800" b="1" i="0" u="none" strike="noStrike" cap="none" normalizeH="0" baseline="0" dirty="0" smtClean="0">
                <a:ln>
                  <a:noFill/>
                </a:ln>
                <a:solidFill>
                  <a:schemeClr val="dk1"/>
                </a:solidFill>
                <a:effectLst/>
                <a:latin typeface="Courier New" pitchFamily="49" charset="0"/>
                <a:cs typeface="Courier New" pitchFamily="49" charset="0"/>
              </a:rPr>
              <a:t>16</a:t>
            </a:r>
          </a:p>
        </p:txBody>
      </p:sp>
      <p:sp>
        <p:nvSpPr>
          <p:cNvPr id="74" name="Rectangle 73"/>
          <p:cNvSpPr/>
          <p:nvPr/>
        </p:nvSpPr>
        <p:spPr bwMode="auto">
          <a:xfrm>
            <a:off x="7315200" y="810904"/>
            <a:ext cx="914400" cy="304800"/>
          </a:xfrm>
          <a:prstGeom prst="rect">
            <a:avLst/>
          </a:prstGeom>
          <a:solidFill>
            <a:schemeClr val="accent3">
              <a:lumMod val="60000"/>
              <a:lumOff val="4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1" compatLnSpc="1">
            <a:prstTxWarp prst="textNoShape">
              <a:avLst/>
            </a:prstTxWarp>
          </a:bodyPr>
          <a:lstStyle/>
          <a:p>
            <a:pPr marL="0" marR="0" indent="0" algn="l" defTabSz="914400" rtl="0" eaLnBrk="0" fontAlgn="base" latinLnBrk="0" hangingPunct="0">
              <a:lnSpc>
                <a:spcPct val="80000"/>
              </a:lnSpc>
              <a:spcBef>
                <a:spcPct val="50000"/>
              </a:spcBef>
              <a:spcAft>
                <a:spcPct val="0"/>
              </a:spcAft>
              <a:buClrTx/>
              <a:buSzTx/>
              <a:buFontTx/>
              <a:buNone/>
              <a:tabLst/>
            </a:pPr>
            <a:r>
              <a:rPr kumimoji="0" lang="en-US" sz="1800" b="1" i="0" u="none" strike="noStrike" cap="none" normalizeH="0" baseline="0" dirty="0" smtClean="0">
                <a:ln>
                  <a:noFill/>
                </a:ln>
                <a:solidFill>
                  <a:schemeClr val="dk1"/>
                </a:solidFill>
                <a:effectLst/>
                <a:latin typeface="Courier New" pitchFamily="49" charset="0"/>
                <a:cs typeface="Courier New" pitchFamily="49" charset="0"/>
              </a:rPr>
              <a:t>16</a:t>
            </a:r>
          </a:p>
        </p:txBody>
      </p:sp>
      <p:sp>
        <p:nvSpPr>
          <p:cNvPr id="75" name="Rectangle 74"/>
          <p:cNvSpPr/>
          <p:nvPr/>
        </p:nvSpPr>
        <p:spPr bwMode="auto">
          <a:xfrm>
            <a:off x="914400" y="1115704"/>
            <a:ext cx="1828800" cy="304800"/>
          </a:xfrm>
          <a:prstGeom prst="rect">
            <a:avLst/>
          </a:prstGeom>
          <a:solidFill>
            <a:schemeClr val="accent4">
              <a:lumMod val="20000"/>
              <a:lumOff val="8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1" compatLnSpc="1">
            <a:prstTxWarp prst="textNoShape">
              <a:avLst/>
            </a:prstTxWarp>
          </a:bodyPr>
          <a:lstStyle/>
          <a:p>
            <a:pPr marL="0" marR="0" indent="0" algn="l" defTabSz="914400" rtl="0" eaLnBrk="0" fontAlgn="base" latinLnBrk="0" hangingPunct="0">
              <a:lnSpc>
                <a:spcPct val="80000"/>
              </a:lnSpc>
              <a:spcBef>
                <a:spcPct val="50000"/>
              </a:spcBef>
              <a:spcAft>
                <a:spcPct val="0"/>
              </a:spcAft>
              <a:buClrTx/>
              <a:buSzTx/>
              <a:buFontTx/>
              <a:buNone/>
              <a:tabLst/>
            </a:pPr>
            <a:r>
              <a:rPr kumimoji="0" lang="en-US" sz="1800" b="1" i="0" u="none" strike="noStrike" cap="none" normalizeH="0" baseline="0" dirty="0" smtClean="0">
                <a:ln>
                  <a:noFill/>
                </a:ln>
                <a:solidFill>
                  <a:schemeClr val="dk1"/>
                </a:solidFill>
                <a:effectLst/>
                <a:latin typeface="Courier New" pitchFamily="49" charset="0"/>
                <a:cs typeface="Courier New" pitchFamily="49" charset="0"/>
              </a:rPr>
              <a:t>32</a:t>
            </a:r>
          </a:p>
        </p:txBody>
      </p:sp>
      <p:sp>
        <p:nvSpPr>
          <p:cNvPr id="76" name="Rectangle 75"/>
          <p:cNvSpPr/>
          <p:nvPr/>
        </p:nvSpPr>
        <p:spPr bwMode="auto">
          <a:xfrm>
            <a:off x="2743200" y="1115704"/>
            <a:ext cx="1828800" cy="304800"/>
          </a:xfrm>
          <a:prstGeom prst="rect">
            <a:avLst/>
          </a:prstGeom>
          <a:solidFill>
            <a:schemeClr val="accent4">
              <a:lumMod val="20000"/>
              <a:lumOff val="8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1" compatLnSpc="1">
            <a:prstTxWarp prst="textNoShape">
              <a:avLst/>
            </a:prstTxWarp>
          </a:bodyPr>
          <a:lstStyle/>
          <a:p>
            <a:pPr marL="0" marR="0" indent="0" algn="l" defTabSz="914400" rtl="0" eaLnBrk="0" fontAlgn="base" latinLnBrk="0" hangingPunct="0">
              <a:lnSpc>
                <a:spcPct val="80000"/>
              </a:lnSpc>
              <a:spcBef>
                <a:spcPct val="50000"/>
              </a:spcBef>
              <a:spcAft>
                <a:spcPct val="0"/>
              </a:spcAft>
              <a:buClrTx/>
              <a:buSzTx/>
              <a:buFontTx/>
              <a:buNone/>
              <a:tabLst/>
            </a:pPr>
            <a:r>
              <a:rPr kumimoji="0" lang="en-US" sz="1800" b="1" i="0" u="none" strike="noStrike" cap="none" normalizeH="0" baseline="0" dirty="0" smtClean="0">
                <a:ln>
                  <a:noFill/>
                </a:ln>
                <a:solidFill>
                  <a:schemeClr val="dk1"/>
                </a:solidFill>
                <a:effectLst/>
                <a:latin typeface="Courier New" pitchFamily="49" charset="0"/>
                <a:cs typeface="Courier New" pitchFamily="49" charset="0"/>
              </a:rPr>
              <a:t>32</a:t>
            </a:r>
          </a:p>
        </p:txBody>
      </p:sp>
      <p:sp>
        <p:nvSpPr>
          <p:cNvPr id="77" name="Rectangle 76"/>
          <p:cNvSpPr/>
          <p:nvPr/>
        </p:nvSpPr>
        <p:spPr bwMode="auto">
          <a:xfrm>
            <a:off x="4572000" y="1115704"/>
            <a:ext cx="1828800" cy="304800"/>
          </a:xfrm>
          <a:prstGeom prst="rect">
            <a:avLst/>
          </a:prstGeom>
          <a:solidFill>
            <a:schemeClr val="accent4">
              <a:lumMod val="20000"/>
              <a:lumOff val="8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1" compatLnSpc="1">
            <a:prstTxWarp prst="textNoShape">
              <a:avLst/>
            </a:prstTxWarp>
          </a:bodyPr>
          <a:lstStyle/>
          <a:p>
            <a:pPr marL="0" marR="0" indent="0" algn="l" defTabSz="914400" rtl="0" eaLnBrk="0" fontAlgn="base" latinLnBrk="0" hangingPunct="0">
              <a:lnSpc>
                <a:spcPct val="80000"/>
              </a:lnSpc>
              <a:spcBef>
                <a:spcPct val="50000"/>
              </a:spcBef>
              <a:spcAft>
                <a:spcPct val="0"/>
              </a:spcAft>
              <a:buClrTx/>
              <a:buSzTx/>
              <a:buFontTx/>
              <a:buNone/>
              <a:tabLst/>
            </a:pPr>
            <a:r>
              <a:rPr kumimoji="0" lang="en-US" sz="1800" b="1" i="0" u="none" strike="noStrike" cap="none" normalizeH="0" baseline="0" dirty="0" smtClean="0">
                <a:ln>
                  <a:noFill/>
                </a:ln>
                <a:solidFill>
                  <a:schemeClr val="dk1"/>
                </a:solidFill>
                <a:effectLst/>
                <a:latin typeface="Courier New" pitchFamily="49" charset="0"/>
                <a:cs typeface="Courier New" pitchFamily="49" charset="0"/>
              </a:rPr>
              <a:t>32</a:t>
            </a:r>
          </a:p>
        </p:txBody>
      </p:sp>
      <p:sp>
        <p:nvSpPr>
          <p:cNvPr id="78" name="Rectangle 77"/>
          <p:cNvSpPr/>
          <p:nvPr/>
        </p:nvSpPr>
        <p:spPr bwMode="auto">
          <a:xfrm>
            <a:off x="6400800" y="1115704"/>
            <a:ext cx="1828800" cy="304800"/>
          </a:xfrm>
          <a:prstGeom prst="rect">
            <a:avLst/>
          </a:prstGeom>
          <a:solidFill>
            <a:schemeClr val="accent4">
              <a:lumMod val="20000"/>
              <a:lumOff val="8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1" compatLnSpc="1">
            <a:prstTxWarp prst="textNoShape">
              <a:avLst/>
            </a:prstTxWarp>
          </a:bodyPr>
          <a:lstStyle/>
          <a:p>
            <a:pPr marL="0" marR="0" indent="0" algn="l" defTabSz="914400" rtl="0" eaLnBrk="0" fontAlgn="base" latinLnBrk="0" hangingPunct="0">
              <a:lnSpc>
                <a:spcPct val="80000"/>
              </a:lnSpc>
              <a:spcBef>
                <a:spcPct val="50000"/>
              </a:spcBef>
              <a:spcAft>
                <a:spcPct val="0"/>
              </a:spcAft>
              <a:buClrTx/>
              <a:buSzTx/>
              <a:buFontTx/>
              <a:buNone/>
              <a:tabLst/>
            </a:pPr>
            <a:r>
              <a:rPr kumimoji="0" lang="en-US" sz="1800" b="1" i="0" u="none" strike="noStrike" cap="none" normalizeH="0" baseline="0" dirty="0" smtClean="0">
                <a:ln>
                  <a:noFill/>
                </a:ln>
                <a:solidFill>
                  <a:schemeClr val="dk1"/>
                </a:solidFill>
                <a:effectLst/>
                <a:latin typeface="Courier New" pitchFamily="49" charset="0"/>
                <a:cs typeface="Courier New" pitchFamily="49" charset="0"/>
              </a:rPr>
              <a:t>32</a:t>
            </a:r>
          </a:p>
        </p:txBody>
      </p:sp>
      <p:sp>
        <p:nvSpPr>
          <p:cNvPr id="79" name="Rectangle 78"/>
          <p:cNvSpPr/>
          <p:nvPr/>
        </p:nvSpPr>
        <p:spPr bwMode="auto">
          <a:xfrm>
            <a:off x="914400" y="1420504"/>
            <a:ext cx="1828800" cy="304800"/>
          </a:xfrm>
          <a:prstGeom prst="rect">
            <a:avLst/>
          </a:prstGeom>
          <a:solidFill>
            <a:schemeClr val="accent4">
              <a:lumMod val="20000"/>
              <a:lumOff val="8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1" compatLnSpc="1">
            <a:prstTxWarp prst="textNoShape">
              <a:avLst/>
            </a:prstTxWarp>
          </a:bodyPr>
          <a:lstStyle/>
          <a:p>
            <a:pPr marL="0" marR="0" indent="0" algn="l" defTabSz="914400" rtl="0" eaLnBrk="0" fontAlgn="base" latinLnBrk="0" hangingPunct="0">
              <a:lnSpc>
                <a:spcPct val="80000"/>
              </a:lnSpc>
              <a:spcBef>
                <a:spcPct val="50000"/>
              </a:spcBef>
              <a:spcAft>
                <a:spcPct val="0"/>
              </a:spcAft>
              <a:buClrTx/>
              <a:buSzTx/>
              <a:buFontTx/>
              <a:buNone/>
              <a:tabLst/>
            </a:pPr>
            <a:r>
              <a:rPr kumimoji="0" lang="en-US" sz="1800" b="1" i="0" u="none" strike="noStrike" cap="none" normalizeH="0" baseline="0" dirty="0" smtClean="0">
                <a:ln>
                  <a:noFill/>
                </a:ln>
                <a:solidFill>
                  <a:schemeClr val="dk1"/>
                </a:solidFill>
                <a:effectLst/>
                <a:latin typeface="Courier New" pitchFamily="49" charset="0"/>
                <a:cs typeface="Courier New" pitchFamily="49" charset="0"/>
              </a:rPr>
              <a:t>32</a:t>
            </a:r>
          </a:p>
        </p:txBody>
      </p:sp>
      <p:sp>
        <p:nvSpPr>
          <p:cNvPr id="80" name="Rectangle 79"/>
          <p:cNvSpPr/>
          <p:nvPr/>
        </p:nvSpPr>
        <p:spPr bwMode="auto">
          <a:xfrm>
            <a:off x="2743200" y="1420504"/>
            <a:ext cx="1828800" cy="304800"/>
          </a:xfrm>
          <a:prstGeom prst="rect">
            <a:avLst/>
          </a:prstGeom>
          <a:solidFill>
            <a:schemeClr val="accent4">
              <a:lumMod val="20000"/>
              <a:lumOff val="8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1" compatLnSpc="1">
            <a:prstTxWarp prst="textNoShape">
              <a:avLst/>
            </a:prstTxWarp>
          </a:bodyPr>
          <a:lstStyle/>
          <a:p>
            <a:pPr marL="0" marR="0" indent="0" algn="l" defTabSz="914400" rtl="0" eaLnBrk="0" fontAlgn="base" latinLnBrk="0" hangingPunct="0">
              <a:lnSpc>
                <a:spcPct val="80000"/>
              </a:lnSpc>
              <a:spcBef>
                <a:spcPct val="50000"/>
              </a:spcBef>
              <a:spcAft>
                <a:spcPct val="0"/>
              </a:spcAft>
              <a:buClrTx/>
              <a:buSzTx/>
              <a:buFontTx/>
              <a:buNone/>
              <a:tabLst/>
            </a:pPr>
            <a:r>
              <a:rPr kumimoji="0" lang="en-US" sz="1800" b="1" i="0" u="none" strike="noStrike" cap="none" normalizeH="0" baseline="0" dirty="0" smtClean="0">
                <a:ln>
                  <a:noFill/>
                </a:ln>
                <a:solidFill>
                  <a:schemeClr val="dk1"/>
                </a:solidFill>
                <a:effectLst/>
                <a:latin typeface="Courier New" pitchFamily="49" charset="0"/>
                <a:cs typeface="Courier New" pitchFamily="49" charset="0"/>
              </a:rPr>
              <a:t>32</a:t>
            </a:r>
          </a:p>
        </p:txBody>
      </p:sp>
      <p:sp>
        <p:nvSpPr>
          <p:cNvPr id="81" name="Rectangle 80"/>
          <p:cNvSpPr/>
          <p:nvPr/>
        </p:nvSpPr>
        <p:spPr bwMode="auto">
          <a:xfrm>
            <a:off x="4572000" y="1420504"/>
            <a:ext cx="1828800" cy="304800"/>
          </a:xfrm>
          <a:prstGeom prst="rect">
            <a:avLst/>
          </a:prstGeom>
          <a:solidFill>
            <a:schemeClr val="accent4">
              <a:lumMod val="20000"/>
              <a:lumOff val="8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1" compatLnSpc="1">
            <a:prstTxWarp prst="textNoShape">
              <a:avLst/>
            </a:prstTxWarp>
          </a:bodyPr>
          <a:lstStyle/>
          <a:p>
            <a:pPr marL="0" marR="0" indent="0" algn="l" defTabSz="914400" rtl="0" eaLnBrk="0" fontAlgn="base" latinLnBrk="0" hangingPunct="0">
              <a:lnSpc>
                <a:spcPct val="80000"/>
              </a:lnSpc>
              <a:spcBef>
                <a:spcPct val="50000"/>
              </a:spcBef>
              <a:spcAft>
                <a:spcPct val="0"/>
              </a:spcAft>
              <a:buClrTx/>
              <a:buSzTx/>
              <a:buFontTx/>
              <a:buNone/>
              <a:tabLst/>
            </a:pPr>
            <a:r>
              <a:rPr kumimoji="0" lang="en-US" sz="1800" b="1" i="0" u="none" strike="noStrike" cap="none" normalizeH="0" baseline="0" dirty="0" smtClean="0">
                <a:ln>
                  <a:noFill/>
                </a:ln>
                <a:solidFill>
                  <a:schemeClr val="dk1"/>
                </a:solidFill>
                <a:effectLst/>
                <a:latin typeface="Courier New" pitchFamily="49" charset="0"/>
                <a:cs typeface="Courier New" pitchFamily="49" charset="0"/>
              </a:rPr>
              <a:t>32</a:t>
            </a:r>
          </a:p>
        </p:txBody>
      </p:sp>
      <p:sp>
        <p:nvSpPr>
          <p:cNvPr id="82" name="Rectangle 81"/>
          <p:cNvSpPr/>
          <p:nvPr/>
        </p:nvSpPr>
        <p:spPr bwMode="auto">
          <a:xfrm>
            <a:off x="6400800" y="1420504"/>
            <a:ext cx="1828800" cy="304800"/>
          </a:xfrm>
          <a:prstGeom prst="rect">
            <a:avLst/>
          </a:prstGeom>
          <a:solidFill>
            <a:schemeClr val="accent4">
              <a:lumMod val="20000"/>
              <a:lumOff val="8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1" compatLnSpc="1">
            <a:prstTxWarp prst="textNoShape">
              <a:avLst/>
            </a:prstTxWarp>
          </a:bodyPr>
          <a:lstStyle/>
          <a:p>
            <a:pPr marL="0" marR="0" indent="0" algn="l" defTabSz="914400" rtl="0" eaLnBrk="0" fontAlgn="base" latinLnBrk="0" hangingPunct="0">
              <a:lnSpc>
                <a:spcPct val="80000"/>
              </a:lnSpc>
              <a:spcBef>
                <a:spcPct val="50000"/>
              </a:spcBef>
              <a:spcAft>
                <a:spcPct val="0"/>
              </a:spcAft>
              <a:buClrTx/>
              <a:buSzTx/>
              <a:buFontTx/>
              <a:buNone/>
              <a:tabLst/>
            </a:pPr>
            <a:r>
              <a:rPr kumimoji="0" lang="en-US" sz="1800" b="1" i="0" u="none" strike="noStrike" cap="none" normalizeH="0" baseline="0" dirty="0" smtClean="0">
                <a:ln>
                  <a:noFill/>
                </a:ln>
                <a:solidFill>
                  <a:schemeClr val="dk1"/>
                </a:solidFill>
                <a:effectLst/>
                <a:latin typeface="Courier New" pitchFamily="49" charset="0"/>
                <a:cs typeface="Courier New" pitchFamily="49" charset="0"/>
              </a:rPr>
              <a:t>32</a:t>
            </a:r>
          </a:p>
        </p:txBody>
      </p:sp>
      <p:sp>
        <p:nvSpPr>
          <p:cNvPr id="83" name="Rectangle 82"/>
          <p:cNvSpPr/>
          <p:nvPr/>
        </p:nvSpPr>
        <p:spPr bwMode="auto">
          <a:xfrm>
            <a:off x="914400" y="1725304"/>
            <a:ext cx="7315200" cy="304800"/>
          </a:xfrm>
          <a:prstGeom prst="rect">
            <a:avLst/>
          </a:prstGeom>
          <a:solidFill>
            <a:schemeClr val="accent5">
              <a:lumMod val="20000"/>
              <a:lumOff val="8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1" compatLnSpc="1">
            <a:prstTxWarp prst="textNoShape">
              <a:avLst/>
            </a:prstTxWarp>
          </a:bodyPr>
          <a:lstStyle/>
          <a:p>
            <a:pPr marL="0" marR="0" indent="0" algn="l" defTabSz="914400" rtl="0" eaLnBrk="0" fontAlgn="base" latinLnBrk="0" hangingPunct="0">
              <a:lnSpc>
                <a:spcPct val="80000"/>
              </a:lnSpc>
              <a:spcBef>
                <a:spcPct val="50000"/>
              </a:spcBef>
              <a:spcAft>
                <a:spcPct val="0"/>
              </a:spcAft>
              <a:buClrTx/>
              <a:buSzTx/>
              <a:buFontTx/>
              <a:buNone/>
              <a:tabLst/>
            </a:pPr>
            <a:r>
              <a:rPr kumimoji="0" lang="en-US" sz="1800" b="1" i="0" u="none" strike="noStrike" cap="none" normalizeH="0" baseline="0" dirty="0" smtClean="0">
                <a:ln>
                  <a:noFill/>
                </a:ln>
                <a:solidFill>
                  <a:schemeClr val="dk1"/>
                </a:solidFill>
                <a:effectLst/>
                <a:latin typeface="Courier New" pitchFamily="49" charset="0"/>
                <a:cs typeface="Courier New" pitchFamily="49" charset="0"/>
              </a:rPr>
              <a:t>128</a:t>
            </a:r>
          </a:p>
        </p:txBody>
      </p:sp>
      <p:sp>
        <p:nvSpPr>
          <p:cNvPr id="84" name="Rectangle 83"/>
          <p:cNvSpPr/>
          <p:nvPr/>
        </p:nvSpPr>
        <p:spPr bwMode="auto">
          <a:xfrm>
            <a:off x="914400" y="2030104"/>
            <a:ext cx="7315200" cy="304800"/>
          </a:xfrm>
          <a:prstGeom prst="rect">
            <a:avLst/>
          </a:prstGeom>
          <a:solidFill>
            <a:schemeClr val="accent5">
              <a:lumMod val="20000"/>
              <a:lumOff val="8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1" compatLnSpc="1">
            <a:prstTxWarp prst="textNoShape">
              <a:avLst/>
            </a:prstTxWarp>
          </a:bodyPr>
          <a:lstStyle/>
          <a:p>
            <a:pPr marL="0" marR="0" indent="0" algn="l" defTabSz="914400" rtl="0" eaLnBrk="0" fontAlgn="base" latinLnBrk="0" hangingPunct="0">
              <a:lnSpc>
                <a:spcPct val="80000"/>
              </a:lnSpc>
              <a:spcBef>
                <a:spcPct val="50000"/>
              </a:spcBef>
              <a:spcAft>
                <a:spcPct val="0"/>
              </a:spcAft>
              <a:buClrTx/>
              <a:buSzTx/>
              <a:buFontTx/>
              <a:buNone/>
              <a:tabLst/>
            </a:pPr>
            <a:r>
              <a:rPr kumimoji="0" lang="en-US" sz="1800" b="1" i="0" u="none" strike="noStrike" cap="none" normalizeH="0" baseline="0" dirty="0" smtClean="0">
                <a:ln>
                  <a:noFill/>
                </a:ln>
                <a:solidFill>
                  <a:schemeClr val="dk1"/>
                </a:solidFill>
                <a:effectLst/>
                <a:latin typeface="Courier New" pitchFamily="49" charset="0"/>
                <a:cs typeface="Courier New" pitchFamily="49" charset="0"/>
              </a:rPr>
              <a:t>128</a:t>
            </a:r>
          </a:p>
        </p:txBody>
      </p:sp>
      <p:sp>
        <p:nvSpPr>
          <p:cNvPr id="85" name="Rectangle 84"/>
          <p:cNvSpPr/>
          <p:nvPr/>
        </p:nvSpPr>
        <p:spPr bwMode="auto">
          <a:xfrm>
            <a:off x="914400" y="2334904"/>
            <a:ext cx="7315200" cy="304800"/>
          </a:xfrm>
          <a:prstGeom prst="rect">
            <a:avLst/>
          </a:prstGeom>
          <a:solidFill>
            <a:schemeClr val="accent5">
              <a:lumMod val="20000"/>
              <a:lumOff val="8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1" compatLnSpc="1">
            <a:prstTxWarp prst="textNoShape">
              <a:avLst/>
            </a:prstTxWarp>
          </a:bodyPr>
          <a:lstStyle/>
          <a:p>
            <a:pPr marL="0" marR="0" indent="0" algn="l" defTabSz="914400" rtl="0" eaLnBrk="0" fontAlgn="base" latinLnBrk="0" hangingPunct="0">
              <a:lnSpc>
                <a:spcPct val="80000"/>
              </a:lnSpc>
              <a:spcBef>
                <a:spcPct val="50000"/>
              </a:spcBef>
              <a:spcAft>
                <a:spcPct val="0"/>
              </a:spcAft>
              <a:buClrTx/>
              <a:buSzTx/>
              <a:buFontTx/>
              <a:buNone/>
              <a:tabLst/>
            </a:pPr>
            <a:r>
              <a:rPr kumimoji="0" lang="en-US" sz="1800" b="1" i="0" u="none" strike="noStrike" cap="none" normalizeH="0" baseline="0" dirty="0" smtClean="0">
                <a:ln>
                  <a:noFill/>
                </a:ln>
                <a:solidFill>
                  <a:schemeClr val="dk1"/>
                </a:solidFill>
                <a:effectLst/>
                <a:latin typeface="Courier New" pitchFamily="49" charset="0"/>
                <a:cs typeface="Courier New" pitchFamily="49" charset="0"/>
              </a:rPr>
              <a:t>128</a:t>
            </a:r>
          </a:p>
        </p:txBody>
      </p:sp>
      <p:sp>
        <p:nvSpPr>
          <p:cNvPr id="86" name="Rectangle 85"/>
          <p:cNvSpPr/>
          <p:nvPr/>
        </p:nvSpPr>
        <p:spPr bwMode="auto">
          <a:xfrm>
            <a:off x="914400" y="2639704"/>
            <a:ext cx="7315200" cy="304800"/>
          </a:xfrm>
          <a:prstGeom prst="rect">
            <a:avLst/>
          </a:prstGeom>
          <a:solidFill>
            <a:schemeClr val="accent5">
              <a:lumMod val="20000"/>
              <a:lumOff val="8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1" compatLnSpc="1">
            <a:prstTxWarp prst="textNoShape">
              <a:avLst/>
            </a:prstTxWarp>
          </a:bodyPr>
          <a:lstStyle/>
          <a:p>
            <a:pPr marL="0" marR="0" indent="0" algn="l" defTabSz="914400" rtl="0" eaLnBrk="0" fontAlgn="base" latinLnBrk="0" hangingPunct="0">
              <a:lnSpc>
                <a:spcPct val="80000"/>
              </a:lnSpc>
              <a:spcBef>
                <a:spcPct val="50000"/>
              </a:spcBef>
              <a:spcAft>
                <a:spcPct val="0"/>
              </a:spcAft>
              <a:buClrTx/>
              <a:buSzTx/>
              <a:buFontTx/>
              <a:buNone/>
              <a:tabLst/>
            </a:pPr>
            <a:r>
              <a:rPr kumimoji="0" lang="en-US" sz="1800" b="1" i="0" u="none" strike="noStrike" cap="none" normalizeH="0" baseline="0" dirty="0" smtClean="0">
                <a:ln>
                  <a:noFill/>
                </a:ln>
                <a:solidFill>
                  <a:schemeClr val="dk1"/>
                </a:solidFill>
                <a:effectLst/>
                <a:latin typeface="Courier New" pitchFamily="49" charset="0"/>
                <a:cs typeface="Courier New" pitchFamily="49" charset="0"/>
              </a:rPr>
              <a:t>128</a:t>
            </a:r>
          </a:p>
        </p:txBody>
      </p:sp>
      <p:sp>
        <p:nvSpPr>
          <p:cNvPr id="87" name="Rectangle 86"/>
          <p:cNvSpPr/>
          <p:nvPr/>
        </p:nvSpPr>
        <p:spPr bwMode="auto">
          <a:xfrm>
            <a:off x="914400" y="2944504"/>
            <a:ext cx="7315200" cy="304800"/>
          </a:xfrm>
          <a:prstGeom prst="rect">
            <a:avLst/>
          </a:prstGeom>
          <a:solidFill>
            <a:schemeClr val="accent5">
              <a:lumMod val="20000"/>
              <a:lumOff val="8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1" compatLnSpc="1">
            <a:prstTxWarp prst="textNoShape">
              <a:avLst/>
            </a:prstTxWarp>
          </a:bodyPr>
          <a:lstStyle/>
          <a:p>
            <a:pPr marL="0" marR="0" indent="0" algn="l" defTabSz="914400" rtl="0" eaLnBrk="0" fontAlgn="base" latinLnBrk="0" hangingPunct="0">
              <a:lnSpc>
                <a:spcPct val="80000"/>
              </a:lnSpc>
              <a:spcBef>
                <a:spcPct val="50000"/>
              </a:spcBef>
              <a:spcAft>
                <a:spcPct val="0"/>
              </a:spcAft>
              <a:buClrTx/>
              <a:buSzTx/>
              <a:buFontTx/>
              <a:buNone/>
              <a:tabLst/>
            </a:pPr>
            <a:r>
              <a:rPr kumimoji="0" lang="en-US" sz="1800" b="1" i="0" u="none" strike="noStrike" cap="none" normalizeH="0" baseline="0" dirty="0" smtClean="0">
                <a:ln>
                  <a:noFill/>
                </a:ln>
                <a:solidFill>
                  <a:schemeClr val="dk1"/>
                </a:solidFill>
                <a:effectLst/>
                <a:latin typeface="Courier New" pitchFamily="49" charset="0"/>
                <a:cs typeface="Courier New" pitchFamily="49" charset="0"/>
              </a:rPr>
              <a:t>128</a:t>
            </a:r>
          </a:p>
        </p:txBody>
      </p:sp>
      <p:sp>
        <p:nvSpPr>
          <p:cNvPr id="89" name="TextBox 88"/>
          <p:cNvSpPr txBox="1"/>
          <p:nvPr/>
        </p:nvSpPr>
        <p:spPr>
          <a:xfrm>
            <a:off x="1524000" y="1905000"/>
            <a:ext cx="2133600" cy="1143000"/>
          </a:xfrm>
          <a:prstGeom prst="rect">
            <a:avLst/>
          </a:prstGeom>
          <a:solidFill>
            <a:schemeClr val="accent3">
              <a:lumMod val="60000"/>
              <a:lumOff val="40000"/>
            </a:schemeClr>
          </a:solidFill>
          <a:ln>
            <a:solidFill>
              <a:schemeClr val="tx1"/>
            </a:solidFill>
          </a:ln>
        </p:spPr>
        <p:txBody>
          <a:bodyPr wrap="square" rtlCol="0" anchor="ctr" anchorCtr="0">
            <a:noAutofit/>
          </a:bodyPr>
          <a:lstStyle/>
          <a:p>
            <a:pPr>
              <a:lnSpc>
                <a:spcPct val="50000"/>
              </a:lnSpc>
            </a:pPr>
            <a:r>
              <a:rPr lang="en-US" sz="1600" b="0" dirty="0" smtClean="0">
                <a:solidFill>
                  <a:schemeClr val="dk1"/>
                </a:solidFill>
                <a:latin typeface="Arial Narrow" pitchFamily="34" charset="0"/>
              </a:rPr>
              <a:t>1024 MAUs in 3 Buffers:</a:t>
            </a:r>
          </a:p>
          <a:p>
            <a:pPr marL="109538" indent="-109538">
              <a:lnSpc>
                <a:spcPct val="50000"/>
              </a:lnSpc>
              <a:buFont typeface="Arial" pitchFamily="34" charset="0"/>
              <a:buChar char="•"/>
            </a:pPr>
            <a:r>
              <a:rPr lang="en-US" sz="1600" b="0" dirty="0" smtClean="0">
                <a:solidFill>
                  <a:schemeClr val="dk1"/>
                </a:solidFill>
                <a:latin typeface="Arial Narrow" pitchFamily="34" charset="0"/>
              </a:rPr>
              <a:t>8 x 16-byte</a:t>
            </a:r>
          </a:p>
          <a:p>
            <a:pPr marL="109538" indent="-109538">
              <a:lnSpc>
                <a:spcPct val="50000"/>
              </a:lnSpc>
              <a:buFont typeface="Arial" pitchFamily="34" charset="0"/>
              <a:buChar char="•"/>
            </a:pPr>
            <a:r>
              <a:rPr lang="en-US" sz="1600" b="0" dirty="0" smtClean="0">
                <a:solidFill>
                  <a:schemeClr val="dk1"/>
                </a:solidFill>
                <a:latin typeface="Arial Narrow" pitchFamily="34" charset="0"/>
              </a:rPr>
              <a:t>8 x 32-byte </a:t>
            </a:r>
          </a:p>
          <a:p>
            <a:pPr marL="109538" indent="-109538">
              <a:lnSpc>
                <a:spcPct val="50000"/>
              </a:lnSpc>
              <a:buFont typeface="Arial" pitchFamily="34" charset="0"/>
              <a:buChar char="•"/>
            </a:pPr>
            <a:r>
              <a:rPr lang="en-US" sz="1600" b="0" dirty="0" smtClean="0">
                <a:solidFill>
                  <a:schemeClr val="dk1"/>
                </a:solidFill>
                <a:latin typeface="Arial Narrow" pitchFamily="34" charset="0"/>
              </a:rPr>
              <a:t>5 x 128-byte</a:t>
            </a:r>
          </a:p>
        </p:txBody>
      </p:sp>
      <p:pic>
        <p:nvPicPr>
          <p:cNvPr id="33" name="Animated Logo" descr="tilogo_color_twoline.png"/>
          <p:cNvPicPr>
            <a:picLocks noChangeAspect="1"/>
          </p:cNvPicPr>
          <p:nvPr/>
        </p:nvPicPr>
        <p:blipFill>
          <a:blip r:embed="rId4" cstate="print"/>
          <a:stretch>
            <a:fillRect/>
          </a:stretch>
        </p:blipFill>
        <p:spPr>
          <a:xfrm>
            <a:off x="50800" y="6477000"/>
            <a:ext cx="1438537" cy="347443"/>
          </a:xfrm>
          <a:prstGeom prst="rect">
            <a:avLst/>
          </a:prstGeom>
        </p:spPr>
      </p:pic>
    </p:spTree>
    <p:custDataLst>
      <p:tags r:id="rId1"/>
    </p:custDataLst>
  </p:cSld>
  <p:clrMapOvr>
    <a:masterClrMapping/>
  </p:clrMapOvr>
  <p:transition>
    <p:fad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66"/>
        </a:solidFill>
        <a:effectLst/>
      </p:bgPr>
    </p:bg>
    <p:spTree>
      <p:nvGrpSpPr>
        <p:cNvPr id="1" name=""/>
        <p:cNvGrpSpPr/>
        <p:nvPr/>
      </p:nvGrpSpPr>
      <p:grpSpPr>
        <a:xfrm>
          <a:off x="0" y="0"/>
          <a:ext cx="0" cy="0"/>
          <a:chOff x="0" y="0"/>
          <a:chExt cx="0" cy="0"/>
        </a:xfrm>
      </p:grpSpPr>
      <p:sp>
        <p:nvSpPr>
          <p:cNvPr id="669704" name="Rectangle 8"/>
          <p:cNvSpPr>
            <a:spLocks noChangeArrowheads="1"/>
          </p:cNvSpPr>
          <p:nvPr/>
        </p:nvSpPr>
        <p:spPr bwMode="auto">
          <a:xfrm>
            <a:off x="304800" y="914400"/>
            <a:ext cx="5562600" cy="5410200"/>
          </a:xfrm>
          <a:prstGeom prst="rect">
            <a:avLst/>
          </a:prstGeom>
          <a:solidFill>
            <a:srgbClr val="92D050"/>
          </a:solidFill>
          <a:ln w="19050">
            <a:solidFill>
              <a:schemeClr val="tx1"/>
            </a:solidFill>
            <a:miter lim="800000"/>
            <a:headEnd type="none" w="sm" len="sm"/>
            <a:tailEnd type="none" w="sm" len="sm"/>
          </a:ln>
          <a:effectLst>
            <a:outerShdw blurRad="50800" dist="127000" dir="2700000" algn="tl" rotWithShape="0">
              <a:prstClr val="black">
                <a:alpha val="40000"/>
              </a:prstClr>
            </a:outerShdw>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pic>
        <p:nvPicPr>
          <p:cNvPr id="72706" name="Picture 2" descr="C:\Documents and Settings\a0159877\Desktop\250px-Operating_system_placement.svg.png"/>
          <p:cNvPicPr>
            <a:picLocks noChangeAspect="1" noChangeArrowheads="1"/>
          </p:cNvPicPr>
          <p:nvPr/>
        </p:nvPicPr>
        <p:blipFill>
          <a:blip r:embed="rId13" cstate="print"/>
          <a:srcRect/>
          <a:stretch>
            <a:fillRect/>
          </a:stretch>
        </p:blipFill>
        <p:spPr bwMode="auto">
          <a:xfrm>
            <a:off x="6160824" y="1153041"/>
            <a:ext cx="2819400" cy="4172713"/>
          </a:xfrm>
          <a:prstGeom prst="rect">
            <a:avLst/>
          </a:prstGeom>
          <a:noFill/>
        </p:spPr>
      </p:pic>
      <p:pic>
        <p:nvPicPr>
          <p:cNvPr id="11" name="Animated Logo" descr="tilogo_color_twoline.png"/>
          <p:cNvPicPr>
            <a:picLocks noChangeAspect="1"/>
          </p:cNvPicPr>
          <p:nvPr/>
        </p:nvPicPr>
        <p:blipFill>
          <a:blip r:embed="rId14" cstate="print"/>
          <a:stretch>
            <a:fillRect/>
          </a:stretch>
        </p:blipFill>
        <p:spPr>
          <a:xfrm>
            <a:off x="50800" y="6477000"/>
            <a:ext cx="1438537" cy="347443"/>
          </a:xfrm>
          <a:prstGeom prst="rect">
            <a:avLst/>
          </a:prstGeom>
        </p:spPr>
      </p:pic>
      <p:sp>
        <p:nvSpPr>
          <p:cNvPr id="41987" name="Rectangle 2"/>
          <p:cNvSpPr>
            <a:spLocks noGrp="1" noChangeArrowheads="1"/>
          </p:cNvSpPr>
          <p:nvPr>
            <p:ph type="title"/>
          </p:nvPr>
        </p:nvSpPr>
        <p:spPr/>
        <p:txBody>
          <a:bodyPr/>
          <a:lstStyle/>
          <a:p>
            <a:r>
              <a:rPr lang="en-US" smtClean="0">
                <a:solidFill>
                  <a:schemeClr val="tx1"/>
                </a:solidFill>
              </a:rPr>
              <a:t>Outline</a:t>
            </a:r>
          </a:p>
        </p:txBody>
      </p:sp>
      <p:sp>
        <p:nvSpPr>
          <p:cNvPr id="10" name="Text Box 4">
            <a:hlinkClick r:id="rId15" action="ppaction://hlinksldjump"/>
          </p:cNvPr>
          <p:cNvSpPr txBox="1">
            <a:spLocks noChangeArrowheads="1"/>
          </p:cNvSpPr>
          <p:nvPr>
            <p:custDataLst>
              <p:tags r:id="rId2"/>
            </p:custDataLst>
          </p:nvPr>
        </p:nvSpPr>
        <p:spPr bwMode="auto">
          <a:xfrm>
            <a:off x="301576" y="1018384"/>
            <a:ext cx="5543550" cy="476250"/>
          </a:xfrm>
          <a:prstGeom prst="rect">
            <a:avLst/>
          </a:prstGeom>
          <a:noFill/>
          <a:ln w="12700">
            <a:noFill/>
            <a:miter lim="800000"/>
            <a:headEnd type="none" w="sm" len="sm"/>
            <a:tailEnd type="none" w="sm" len="sm"/>
          </a:ln>
        </p:spPr>
        <p:txBody>
          <a:bodyPr>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Static vs. Dynamic</a:t>
            </a:r>
            <a:endParaRPr lang="en-US" sz="2800" dirty="0">
              <a:solidFill>
                <a:srgbClr val="000000"/>
              </a:solidFill>
            </a:endParaRPr>
          </a:p>
        </p:txBody>
      </p:sp>
      <p:sp>
        <p:nvSpPr>
          <p:cNvPr id="12" name="Text Box 4">
            <a:hlinkClick r:id="rId16" action="ppaction://hlinksldjump"/>
          </p:cNvPr>
          <p:cNvSpPr txBox="1">
            <a:spLocks noChangeArrowheads="1"/>
          </p:cNvSpPr>
          <p:nvPr>
            <p:custDataLst>
              <p:tags r:id="rId3"/>
            </p:custDataLst>
          </p:nvPr>
        </p:nvSpPr>
        <p:spPr bwMode="auto">
          <a:xfrm>
            <a:off x="301576" y="1593186"/>
            <a:ext cx="5543550" cy="476250"/>
          </a:xfrm>
          <a:prstGeom prst="rect">
            <a:avLst/>
          </a:prstGeom>
          <a:noFill/>
          <a:ln w="12700">
            <a:noFill/>
            <a:miter lim="800000"/>
            <a:headEnd type="none" w="sm" len="sm"/>
            <a:tailEnd type="none" w="sm" len="sm"/>
          </a:ln>
        </p:spPr>
        <p:txBody>
          <a:bodyPr>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Dynamic Memory Concepts</a:t>
            </a:r>
            <a:endParaRPr lang="en-US" sz="2800" dirty="0">
              <a:solidFill>
                <a:srgbClr val="000000"/>
              </a:solidFill>
            </a:endParaRPr>
          </a:p>
        </p:txBody>
      </p:sp>
      <p:sp>
        <p:nvSpPr>
          <p:cNvPr id="13" name="Text Box 4">
            <a:hlinkClick r:id="rId17" action="ppaction://hlinksldjump"/>
          </p:cNvPr>
          <p:cNvSpPr txBox="1">
            <a:spLocks noChangeArrowheads="1"/>
          </p:cNvSpPr>
          <p:nvPr>
            <p:custDataLst>
              <p:tags r:id="rId4"/>
            </p:custDataLst>
          </p:nvPr>
        </p:nvSpPr>
        <p:spPr bwMode="auto">
          <a:xfrm>
            <a:off x="301576" y="2167988"/>
            <a:ext cx="5543550" cy="476250"/>
          </a:xfrm>
          <a:prstGeom prst="rect">
            <a:avLst/>
          </a:prstGeom>
          <a:noFill/>
          <a:ln w="12700">
            <a:noFill/>
            <a:miter lim="800000"/>
            <a:headEnd type="none" w="sm" len="sm"/>
            <a:tailEnd type="none" w="sm" len="sm"/>
          </a:ln>
        </p:spPr>
        <p:txBody>
          <a:bodyPr>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Different Types of Heaps</a:t>
            </a:r>
            <a:endParaRPr lang="en-US" sz="2800" dirty="0">
              <a:solidFill>
                <a:srgbClr val="000000"/>
              </a:solidFill>
            </a:endParaRPr>
          </a:p>
        </p:txBody>
      </p:sp>
      <p:sp>
        <p:nvSpPr>
          <p:cNvPr id="14" name="Text Box 6">
            <a:hlinkClick r:id="rId18" action="ppaction://hlinksldjump"/>
          </p:cNvPr>
          <p:cNvSpPr txBox="1">
            <a:spLocks noChangeArrowheads="1"/>
          </p:cNvSpPr>
          <p:nvPr>
            <p:custDataLst>
              <p:tags r:id="rId5"/>
            </p:custDataLst>
          </p:nvPr>
        </p:nvSpPr>
        <p:spPr bwMode="auto">
          <a:xfrm>
            <a:off x="769877" y="2715802"/>
            <a:ext cx="4868924" cy="387798"/>
          </a:xfrm>
          <a:prstGeom prst="rect">
            <a:avLst/>
          </a:prstGeom>
          <a:noFill/>
          <a:ln w="12700">
            <a:noFill/>
            <a:miter lim="800000"/>
            <a:headEnd type="none" w="sm" len="sm"/>
            <a:tailEnd type="none" w="sm" len="sm"/>
          </a:ln>
        </p:spPr>
        <p:txBody>
          <a:bodyPr wrap="square" tIns="27432" bIns="27432">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HeapMem</a:t>
            </a:r>
            <a:endParaRPr lang="en-US" dirty="0">
              <a:solidFill>
                <a:srgbClr val="000000"/>
              </a:solidFill>
            </a:endParaRPr>
          </a:p>
        </p:txBody>
      </p:sp>
      <p:sp>
        <p:nvSpPr>
          <p:cNvPr id="15" name="Text Box 6">
            <a:hlinkClick r:id="rId19" action="ppaction://hlinksldjump"/>
          </p:cNvPr>
          <p:cNvSpPr txBox="1">
            <a:spLocks noChangeArrowheads="1"/>
          </p:cNvSpPr>
          <p:nvPr>
            <p:custDataLst>
              <p:tags r:id="rId6"/>
            </p:custDataLst>
          </p:nvPr>
        </p:nvSpPr>
        <p:spPr bwMode="auto">
          <a:xfrm>
            <a:off x="769877" y="3168116"/>
            <a:ext cx="4868924" cy="387798"/>
          </a:xfrm>
          <a:prstGeom prst="rect">
            <a:avLst/>
          </a:prstGeom>
          <a:noFill/>
          <a:ln w="12700">
            <a:noFill/>
            <a:miter lim="800000"/>
            <a:headEnd type="none" w="sm" len="sm"/>
            <a:tailEnd type="none" w="sm" len="sm"/>
          </a:ln>
        </p:spPr>
        <p:txBody>
          <a:bodyPr wrap="square" tIns="27432" bIns="27432">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HeapBuf</a:t>
            </a:r>
            <a:endParaRPr lang="en-US" dirty="0">
              <a:solidFill>
                <a:srgbClr val="000000"/>
              </a:solidFill>
            </a:endParaRPr>
          </a:p>
        </p:txBody>
      </p:sp>
      <p:sp>
        <p:nvSpPr>
          <p:cNvPr id="16" name="Text Box 6">
            <a:hlinkClick r:id="rId20" action="ppaction://hlinksldjump"/>
          </p:cNvPr>
          <p:cNvSpPr txBox="1">
            <a:spLocks noChangeArrowheads="1"/>
          </p:cNvSpPr>
          <p:nvPr>
            <p:custDataLst>
              <p:tags r:id="rId7"/>
            </p:custDataLst>
          </p:nvPr>
        </p:nvSpPr>
        <p:spPr bwMode="auto">
          <a:xfrm>
            <a:off x="769877" y="3620430"/>
            <a:ext cx="4868924" cy="387798"/>
          </a:xfrm>
          <a:prstGeom prst="rect">
            <a:avLst/>
          </a:prstGeom>
          <a:noFill/>
          <a:ln w="12700">
            <a:noFill/>
            <a:miter lim="800000"/>
            <a:headEnd type="none" w="sm" len="sm"/>
            <a:tailEnd type="none" w="sm" len="sm"/>
          </a:ln>
        </p:spPr>
        <p:txBody>
          <a:bodyPr wrap="square" tIns="27432" bIns="27432">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HeapMultiBuf</a:t>
            </a:r>
            <a:endParaRPr lang="en-US" dirty="0">
              <a:solidFill>
                <a:srgbClr val="000000"/>
              </a:solidFill>
            </a:endParaRPr>
          </a:p>
        </p:txBody>
      </p:sp>
      <p:sp>
        <p:nvSpPr>
          <p:cNvPr id="17" name="Text Box 5">
            <a:hlinkClick r:id="rId21" action="ppaction://hlinksldjump"/>
          </p:cNvPr>
          <p:cNvSpPr txBox="1">
            <a:spLocks noChangeArrowheads="1"/>
          </p:cNvSpPr>
          <p:nvPr>
            <p:custDataLst>
              <p:tags r:id="rId8"/>
            </p:custDataLst>
          </p:nvPr>
        </p:nvSpPr>
        <p:spPr bwMode="auto">
          <a:xfrm>
            <a:off x="774000" y="4072744"/>
            <a:ext cx="4864800" cy="387798"/>
          </a:xfrm>
          <a:prstGeom prst="rect">
            <a:avLst/>
          </a:prstGeom>
          <a:solidFill>
            <a:schemeClr val="bg1"/>
          </a:solidFill>
          <a:ln w="19050">
            <a:solidFill>
              <a:schemeClr val="tx1"/>
            </a:solidFill>
            <a:miter lim="800000"/>
            <a:headEnd type="none" w="sm" len="sm"/>
            <a:tailEnd type="none" w="sm" len="sm"/>
          </a:ln>
        </p:spPr>
        <p:txBody>
          <a:bodyPr wrap="square" tIns="27432" bIns="27432">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Default System Heap</a:t>
            </a:r>
            <a:endParaRPr lang="en-US" dirty="0">
              <a:solidFill>
                <a:srgbClr val="000000"/>
              </a:solidFill>
            </a:endParaRPr>
          </a:p>
        </p:txBody>
      </p:sp>
      <p:sp>
        <p:nvSpPr>
          <p:cNvPr id="18" name="Text Box 4">
            <a:hlinkClick r:id="rId22" action="ppaction://hlinksldjump"/>
          </p:cNvPr>
          <p:cNvSpPr txBox="1">
            <a:spLocks noChangeArrowheads="1"/>
          </p:cNvSpPr>
          <p:nvPr>
            <p:custDataLst>
              <p:tags r:id="rId9"/>
            </p:custDataLst>
          </p:nvPr>
        </p:nvSpPr>
        <p:spPr bwMode="auto">
          <a:xfrm>
            <a:off x="301576" y="4552045"/>
            <a:ext cx="5543550" cy="476250"/>
          </a:xfrm>
          <a:prstGeom prst="rect">
            <a:avLst/>
          </a:prstGeom>
          <a:noFill/>
          <a:ln w="12700">
            <a:noFill/>
            <a:miter lim="800000"/>
            <a:headEnd type="none" w="sm" len="sm"/>
            <a:tailEnd type="none" w="sm" len="sm"/>
          </a:ln>
        </p:spPr>
        <p:txBody>
          <a:bodyPr>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Dynamic Module Creation</a:t>
            </a:r>
            <a:endParaRPr lang="en-US" sz="2800" dirty="0">
              <a:solidFill>
                <a:srgbClr val="000000"/>
              </a:solidFill>
            </a:endParaRPr>
          </a:p>
        </p:txBody>
      </p:sp>
      <p:sp>
        <p:nvSpPr>
          <p:cNvPr id="19" name="Text Box 4">
            <a:hlinkClick r:id="rId23" action="ppaction://hlinksldjump"/>
          </p:cNvPr>
          <p:cNvSpPr txBox="1">
            <a:spLocks noChangeArrowheads="1"/>
          </p:cNvSpPr>
          <p:nvPr>
            <p:custDataLst>
              <p:tags r:id="rId10"/>
            </p:custDataLst>
          </p:nvPr>
        </p:nvSpPr>
        <p:spPr bwMode="auto">
          <a:xfrm>
            <a:off x="301576" y="5126848"/>
            <a:ext cx="5543550" cy="476250"/>
          </a:xfrm>
          <a:prstGeom prst="rect">
            <a:avLst/>
          </a:prstGeom>
          <a:noFill/>
          <a:ln w="12700">
            <a:noFill/>
            <a:miter lim="800000"/>
            <a:headEnd type="none" w="sm" len="sm"/>
            <a:tailEnd type="none" w="sm" len="sm"/>
          </a:ln>
        </p:spPr>
        <p:txBody>
          <a:bodyPr>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Custom Section Placement</a:t>
            </a:r>
            <a:endParaRPr lang="en-US" sz="2800" dirty="0">
              <a:solidFill>
                <a:srgbClr val="000000"/>
              </a:solidFill>
            </a:endParaRPr>
          </a:p>
        </p:txBody>
      </p:sp>
      <p:sp>
        <p:nvSpPr>
          <p:cNvPr id="20" name="Text Box 4">
            <a:hlinkClick r:id="rId24" action="ppaction://hlinksldjump"/>
          </p:cNvPr>
          <p:cNvSpPr txBox="1">
            <a:spLocks noChangeArrowheads="1"/>
          </p:cNvSpPr>
          <p:nvPr>
            <p:custDataLst>
              <p:tags r:id="rId11"/>
            </p:custDataLst>
          </p:nvPr>
        </p:nvSpPr>
        <p:spPr bwMode="auto">
          <a:xfrm>
            <a:off x="301576" y="5701650"/>
            <a:ext cx="5543550" cy="476250"/>
          </a:xfrm>
          <a:prstGeom prst="rect">
            <a:avLst/>
          </a:prstGeom>
          <a:noFill/>
          <a:ln w="12700">
            <a:noFill/>
            <a:miter lim="800000"/>
            <a:headEnd type="none" w="sm" len="sm"/>
            <a:tailEnd type="none" w="sm" len="sm"/>
          </a:ln>
        </p:spPr>
        <p:txBody>
          <a:bodyPr>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Lab</a:t>
            </a:r>
            <a:endParaRPr lang="en-US" sz="2800" dirty="0">
              <a:solidFill>
                <a:srgbClr val="000000"/>
              </a:solidFill>
            </a:endParaRPr>
          </a:p>
        </p:txBody>
      </p:sp>
    </p:spTree>
    <p:custDataLst>
      <p:tags r:id="rId1"/>
    </p:custDataLst>
    <p:extLst>
      <p:ext uri="{BB962C8B-B14F-4D97-AF65-F5344CB8AC3E}">
        <p14:creationId xmlns:p14="http://schemas.microsoft.com/office/powerpoint/2010/main" val="2239462357"/>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a:xfrm>
            <a:off x="0" y="-3792"/>
            <a:ext cx="9144000" cy="609600"/>
          </a:xfrm>
        </p:spPr>
        <p:txBody>
          <a:bodyPr>
            <a:noAutofit/>
          </a:bodyPr>
          <a:lstStyle/>
          <a:p>
            <a:r>
              <a:rPr lang="en-US" dirty="0" smtClean="0"/>
              <a:t>Default System Heap</a:t>
            </a:r>
          </a:p>
        </p:txBody>
      </p:sp>
      <p:sp>
        <p:nvSpPr>
          <p:cNvPr id="7" name="TextBox 6"/>
          <p:cNvSpPr txBox="1"/>
          <p:nvPr/>
        </p:nvSpPr>
        <p:spPr>
          <a:xfrm>
            <a:off x="76200" y="717699"/>
            <a:ext cx="8915400" cy="1348061"/>
          </a:xfrm>
          <a:prstGeom prst="rect">
            <a:avLst/>
          </a:prstGeom>
          <a:noFill/>
        </p:spPr>
        <p:txBody>
          <a:bodyPr wrap="square" rtlCol="0" anchor="ctr" anchorCtr="0">
            <a:spAutoFit/>
          </a:bodyPr>
          <a:lstStyle/>
          <a:p>
            <a:pPr marL="342900" indent="-342900">
              <a:buClr>
                <a:schemeClr val="tx2"/>
              </a:buClr>
              <a:buSzPct val="75000"/>
              <a:buFont typeface="Wingdings"/>
              <a:buChar char=""/>
            </a:pPr>
            <a:r>
              <a:rPr lang="en-US" b="0" dirty="0" smtClean="0">
                <a:solidFill>
                  <a:schemeClr val="dk1"/>
                </a:solidFill>
                <a:latin typeface="Calibri" pitchFamily="34" charset="0"/>
                <a:cs typeface="Calibri" pitchFamily="34" charset="0"/>
              </a:rPr>
              <a:t>BIOS automatically creates a default system </a:t>
            </a:r>
            <a:r>
              <a:rPr lang="en-US" b="0" smtClean="0">
                <a:solidFill>
                  <a:schemeClr val="dk1"/>
                </a:solidFill>
                <a:latin typeface="Calibri" pitchFamily="34" charset="0"/>
                <a:cs typeface="Calibri" pitchFamily="34" charset="0"/>
              </a:rPr>
              <a:t>heap of type </a:t>
            </a:r>
            <a:r>
              <a:rPr lang="en-US" b="0" i="1" dirty="0" err="1" smtClean="0">
                <a:solidFill>
                  <a:schemeClr val="dk1"/>
                </a:solidFill>
                <a:latin typeface="Calibri" pitchFamily="34" charset="0"/>
                <a:cs typeface="Calibri" pitchFamily="34" charset="0"/>
              </a:rPr>
              <a:t>HeapMem</a:t>
            </a:r>
            <a:endParaRPr lang="en-US" b="0" i="1" dirty="0" smtClean="0">
              <a:solidFill>
                <a:schemeClr val="dk1"/>
              </a:solidFill>
              <a:latin typeface="Calibri" pitchFamily="34" charset="0"/>
              <a:cs typeface="Calibri" pitchFamily="34" charset="0"/>
            </a:endParaRPr>
          </a:p>
          <a:p>
            <a:pPr marL="342900" indent="-342900">
              <a:buClr>
                <a:schemeClr val="tx2"/>
              </a:buClr>
              <a:buSzPct val="75000"/>
              <a:buFont typeface="Wingdings"/>
              <a:buChar char=""/>
            </a:pPr>
            <a:r>
              <a:rPr lang="en-US" b="0" dirty="0" smtClean="0">
                <a:solidFill>
                  <a:schemeClr val="dk1"/>
                </a:solidFill>
                <a:latin typeface="Calibri" pitchFamily="34" charset="0"/>
                <a:cs typeface="Calibri" pitchFamily="34" charset="0"/>
              </a:rPr>
              <a:t>How do you configure the default heap?</a:t>
            </a:r>
          </a:p>
          <a:p>
            <a:pPr marL="342900" indent="-342900">
              <a:buClr>
                <a:schemeClr val="tx2"/>
              </a:buClr>
              <a:buSzPct val="75000"/>
              <a:buFont typeface="Wingdings"/>
              <a:buChar char=""/>
            </a:pPr>
            <a:r>
              <a:rPr lang="en-US" b="0" dirty="0" smtClean="0">
                <a:solidFill>
                  <a:schemeClr val="dk1"/>
                </a:solidFill>
                <a:effectLst/>
                <a:latin typeface="Calibri" pitchFamily="34" charset="0"/>
                <a:cs typeface="Calibri" pitchFamily="34" charset="0"/>
              </a:rPr>
              <a:t>In the .CFG GUI, of course:</a:t>
            </a:r>
          </a:p>
        </p:txBody>
      </p:sp>
      <p:sp>
        <p:nvSpPr>
          <p:cNvPr id="8" name="TextBox 7"/>
          <p:cNvSpPr txBox="1"/>
          <p:nvPr/>
        </p:nvSpPr>
        <p:spPr>
          <a:xfrm>
            <a:off x="132903" y="4121438"/>
            <a:ext cx="3352777" cy="387798"/>
          </a:xfrm>
          <a:prstGeom prst="rect">
            <a:avLst/>
          </a:prstGeom>
          <a:noFill/>
        </p:spPr>
        <p:txBody>
          <a:bodyPr wrap="none" rtlCol="0" anchor="ctr" anchorCtr="0">
            <a:spAutoFit/>
          </a:bodyPr>
          <a:lstStyle/>
          <a:p>
            <a:pPr marL="342900" indent="-342900">
              <a:buClr>
                <a:schemeClr val="tx2"/>
              </a:buClr>
              <a:buSzPct val="75000"/>
              <a:buFont typeface="Wingdings"/>
              <a:buChar char=""/>
            </a:pPr>
            <a:r>
              <a:rPr lang="en-US" b="0" dirty="0" smtClean="0">
                <a:solidFill>
                  <a:schemeClr val="dk1"/>
                </a:solidFill>
                <a:latin typeface="Calibri" pitchFamily="34" charset="0"/>
                <a:cs typeface="Calibri" pitchFamily="34" charset="0"/>
              </a:rPr>
              <a:t>How to USE this heap?</a:t>
            </a:r>
          </a:p>
        </p:txBody>
      </p:sp>
      <p:sp>
        <p:nvSpPr>
          <p:cNvPr id="9" name="TextBox 8"/>
          <p:cNvSpPr txBox="1"/>
          <p:nvPr/>
        </p:nvSpPr>
        <p:spPr>
          <a:xfrm>
            <a:off x="718516" y="4536497"/>
            <a:ext cx="7543800" cy="1518928"/>
          </a:xfrm>
          <a:prstGeom prst="rect">
            <a:avLst/>
          </a:prstGeom>
          <a:solidFill>
            <a:schemeClr val="accent4">
              <a:lumMod val="20000"/>
              <a:lumOff val="80000"/>
            </a:schemeClr>
          </a:solidFill>
          <a:ln>
            <a:solidFill>
              <a:schemeClr val="tx1"/>
            </a:solidFill>
          </a:ln>
        </p:spPr>
        <p:txBody>
          <a:bodyPr wrap="none" rtlCol="0" anchor="ctr" anchorCtr="1">
            <a:noAutofit/>
          </a:bodyPr>
          <a:lstStyle/>
          <a:p>
            <a:r>
              <a:rPr lang="en-US" dirty="0" smtClean="0">
                <a:solidFill>
                  <a:schemeClr val="dk1"/>
                </a:solidFill>
                <a:latin typeface="Courier New" pitchFamily="49" charset="0"/>
                <a:cs typeface="Courier New" pitchFamily="49" charset="0"/>
              </a:rPr>
              <a:t>b</a:t>
            </a:r>
            <a:r>
              <a:rPr lang="en-US" dirty="0" smtClean="0">
                <a:solidFill>
                  <a:schemeClr val="dk1"/>
                </a:solidFill>
                <a:effectLst/>
                <a:latin typeface="Courier New" pitchFamily="49" charset="0"/>
                <a:cs typeface="Courier New" pitchFamily="49" charset="0"/>
              </a:rPr>
              <a:t>uf1 = </a:t>
            </a:r>
            <a:r>
              <a:rPr lang="en-US" dirty="0" err="1" smtClean="0">
                <a:solidFill>
                  <a:schemeClr val="dk1"/>
                </a:solidFill>
                <a:effectLst/>
                <a:latin typeface="Courier New" pitchFamily="49" charset="0"/>
                <a:cs typeface="Courier New" pitchFamily="49" charset="0"/>
              </a:rPr>
              <a:t>Memory_alloc</a:t>
            </a:r>
            <a:r>
              <a:rPr lang="en-US" dirty="0" smtClean="0">
                <a:solidFill>
                  <a:schemeClr val="dk1"/>
                </a:solidFill>
                <a:effectLst/>
                <a:latin typeface="Courier New" pitchFamily="49" charset="0"/>
                <a:cs typeface="Courier New" pitchFamily="49" charset="0"/>
              </a:rPr>
              <a:t>(</a:t>
            </a:r>
            <a:r>
              <a:rPr lang="en-US" dirty="0" smtClean="0">
                <a:solidFill>
                  <a:schemeClr val="tx2"/>
                </a:solidFill>
                <a:effectLst/>
                <a:latin typeface="Courier New" pitchFamily="49" charset="0"/>
                <a:cs typeface="Courier New" pitchFamily="49" charset="0"/>
              </a:rPr>
              <a:t>NULL</a:t>
            </a:r>
            <a:r>
              <a:rPr lang="en-US" dirty="0" smtClean="0">
                <a:solidFill>
                  <a:schemeClr val="dk1"/>
                </a:solidFill>
                <a:effectLst/>
                <a:latin typeface="Courier New" pitchFamily="49" charset="0"/>
                <a:cs typeface="Courier New" pitchFamily="49" charset="0"/>
              </a:rPr>
              <a:t>, 128, 0, &amp;</a:t>
            </a:r>
            <a:r>
              <a:rPr lang="en-US" dirty="0" err="1" smtClean="0">
                <a:solidFill>
                  <a:schemeClr val="dk1"/>
                </a:solidFill>
                <a:effectLst/>
                <a:latin typeface="Courier New" pitchFamily="49" charset="0"/>
                <a:cs typeface="Courier New" pitchFamily="49" charset="0"/>
              </a:rPr>
              <a:t>eb</a:t>
            </a:r>
            <a:r>
              <a:rPr lang="en-US" dirty="0" smtClean="0">
                <a:solidFill>
                  <a:schemeClr val="dk1"/>
                </a:solidFill>
                <a:effectLst/>
                <a:latin typeface="Courier New" pitchFamily="49" charset="0"/>
                <a:cs typeface="Courier New" pitchFamily="49" charset="0"/>
              </a:rPr>
              <a:t>);</a:t>
            </a:r>
          </a:p>
          <a:p>
            <a:r>
              <a:rPr lang="en-US" dirty="0" err="1" smtClean="0">
                <a:solidFill>
                  <a:schemeClr val="dk1"/>
                </a:solidFill>
                <a:latin typeface="Courier New" pitchFamily="49" charset="0"/>
                <a:cs typeface="Courier New" pitchFamily="49" charset="0"/>
              </a:rPr>
              <a:t>myAlgo</a:t>
            </a:r>
            <a:r>
              <a:rPr lang="en-US" dirty="0" smtClean="0">
                <a:solidFill>
                  <a:schemeClr val="dk1"/>
                </a:solidFill>
                <a:latin typeface="Courier New" pitchFamily="49" charset="0"/>
                <a:cs typeface="Courier New" pitchFamily="49" charset="0"/>
              </a:rPr>
              <a:t>(buf1);</a:t>
            </a:r>
          </a:p>
          <a:p>
            <a:r>
              <a:rPr lang="en-US" dirty="0" err="1" smtClean="0">
                <a:solidFill>
                  <a:schemeClr val="dk1"/>
                </a:solidFill>
                <a:effectLst/>
                <a:latin typeface="Courier New" pitchFamily="49" charset="0"/>
                <a:cs typeface="Courier New" pitchFamily="49" charset="0"/>
              </a:rPr>
              <a:t>Memory_free</a:t>
            </a:r>
            <a:r>
              <a:rPr lang="en-US" dirty="0" smtClean="0">
                <a:solidFill>
                  <a:schemeClr val="dk1"/>
                </a:solidFill>
                <a:effectLst/>
                <a:latin typeface="Courier New" pitchFamily="49" charset="0"/>
                <a:cs typeface="Courier New" pitchFamily="49" charset="0"/>
              </a:rPr>
              <a:t>(NULL, buf1, 128);</a:t>
            </a:r>
          </a:p>
        </p:txBody>
      </p:sp>
      <p:sp>
        <p:nvSpPr>
          <p:cNvPr id="10" name="TextBox 9"/>
          <p:cNvSpPr txBox="1"/>
          <p:nvPr/>
        </p:nvSpPr>
        <p:spPr>
          <a:xfrm>
            <a:off x="5626028" y="5121089"/>
            <a:ext cx="2819400" cy="324736"/>
          </a:xfrm>
          <a:prstGeom prst="rect">
            <a:avLst/>
          </a:prstGeom>
          <a:solidFill>
            <a:schemeClr val="accent5">
              <a:lumMod val="20000"/>
              <a:lumOff val="80000"/>
            </a:schemeClr>
          </a:solidFill>
          <a:ln w="12700">
            <a:solidFill>
              <a:schemeClr val="tx1"/>
            </a:solidFill>
          </a:ln>
          <a:effectLst>
            <a:outerShdw blurRad="50800" dist="76200" dir="2700000" algn="tl" rotWithShape="0">
              <a:prstClr val="black">
                <a:alpha val="40000"/>
              </a:prstClr>
            </a:outerShdw>
          </a:effectLst>
        </p:spPr>
        <p:txBody>
          <a:bodyPr wrap="square" rtlCol="0" anchor="ctr" anchorCtr="1">
            <a:noAutofit/>
          </a:bodyPr>
          <a:lstStyle/>
          <a:p>
            <a:pPr algn="ctr"/>
            <a:r>
              <a:rPr lang="en-US" sz="1800" b="0" dirty="0" smtClean="0">
                <a:solidFill>
                  <a:schemeClr val="dk1"/>
                </a:solidFill>
                <a:latin typeface="Arial Narrow" pitchFamily="34" charset="0"/>
              </a:rPr>
              <a:t>If NULL, uses default heap</a:t>
            </a:r>
          </a:p>
        </p:txBody>
      </p:sp>
      <p:cxnSp>
        <p:nvCxnSpPr>
          <p:cNvPr id="12" name="Straight Arrow Connector 11"/>
          <p:cNvCxnSpPr/>
          <p:nvPr/>
        </p:nvCxnSpPr>
        <p:spPr bwMode="auto">
          <a:xfrm rot="10800000">
            <a:off x="5138116" y="4988625"/>
            <a:ext cx="653084" cy="304800"/>
          </a:xfrm>
          <a:prstGeom prst="straightConnector1">
            <a:avLst/>
          </a:prstGeom>
          <a:solidFill>
            <a:schemeClr val="accent1"/>
          </a:solidFill>
          <a:ln w="28575" cap="flat" cmpd="sng" algn="ctr">
            <a:solidFill>
              <a:schemeClr val="tx1"/>
            </a:solidFill>
            <a:prstDash val="solid"/>
            <a:round/>
            <a:headEnd type="none" w="sm" len="sm"/>
            <a:tailEnd type="arrow"/>
          </a:ln>
          <a:effectLst/>
        </p:spPr>
      </p:cxnSp>
      <p:sp>
        <p:nvSpPr>
          <p:cNvPr id="14" name="TextBox 13"/>
          <p:cNvSpPr txBox="1"/>
          <p:nvPr/>
        </p:nvSpPr>
        <p:spPr>
          <a:xfrm>
            <a:off x="7010400" y="4114800"/>
            <a:ext cx="825428" cy="352032"/>
          </a:xfrm>
          <a:prstGeom prst="rect">
            <a:avLst/>
          </a:prstGeom>
          <a:solidFill>
            <a:schemeClr val="accent5">
              <a:lumMod val="20000"/>
              <a:lumOff val="80000"/>
            </a:schemeClr>
          </a:solidFill>
          <a:ln w="12700">
            <a:solidFill>
              <a:schemeClr val="tx1"/>
            </a:solidFill>
          </a:ln>
          <a:effectLst>
            <a:outerShdw blurRad="50800" dist="76200" dir="2700000" algn="tl" rotWithShape="0">
              <a:prstClr val="black">
                <a:alpha val="40000"/>
              </a:prstClr>
            </a:outerShdw>
          </a:effectLst>
        </p:spPr>
        <p:txBody>
          <a:bodyPr wrap="square" rtlCol="0" anchor="ctr" anchorCtr="1">
            <a:noAutofit/>
          </a:bodyPr>
          <a:lstStyle/>
          <a:p>
            <a:pPr algn="ctr"/>
            <a:r>
              <a:rPr lang="en-US" sz="1800" b="0" dirty="0" smtClean="0">
                <a:solidFill>
                  <a:schemeClr val="dk1"/>
                </a:solidFill>
                <a:latin typeface="Arial Narrow" pitchFamily="34" charset="0"/>
              </a:rPr>
              <a:t>align</a:t>
            </a:r>
          </a:p>
        </p:txBody>
      </p:sp>
      <p:cxnSp>
        <p:nvCxnSpPr>
          <p:cNvPr id="18" name="Straight Arrow Connector 17"/>
          <p:cNvCxnSpPr/>
          <p:nvPr/>
        </p:nvCxnSpPr>
        <p:spPr bwMode="auto">
          <a:xfrm rot="10800000" flipV="1">
            <a:off x="6781800" y="4379025"/>
            <a:ext cx="381000" cy="304800"/>
          </a:xfrm>
          <a:prstGeom prst="straightConnector1">
            <a:avLst/>
          </a:prstGeom>
          <a:solidFill>
            <a:schemeClr val="accent1"/>
          </a:solidFill>
          <a:ln w="28575" cap="flat" cmpd="sng" algn="ctr">
            <a:solidFill>
              <a:schemeClr val="tx1"/>
            </a:solidFill>
            <a:prstDash val="solid"/>
            <a:round/>
            <a:headEnd type="none" w="sm" len="sm"/>
            <a:tailEnd type="arrow"/>
          </a:ln>
          <a:effectLst/>
        </p:spPr>
      </p:cxnSp>
      <p:pic>
        <p:nvPicPr>
          <p:cNvPr id="19" name="Animated Logo" descr="tilogo_color_twoline.png"/>
          <p:cNvPicPr>
            <a:picLocks noChangeAspect="1"/>
          </p:cNvPicPr>
          <p:nvPr/>
        </p:nvPicPr>
        <p:blipFill>
          <a:blip r:embed="rId4" cstate="print"/>
          <a:stretch>
            <a:fillRect/>
          </a:stretch>
        </p:blipFill>
        <p:spPr>
          <a:xfrm>
            <a:off x="50800" y="6477000"/>
            <a:ext cx="1438537" cy="347443"/>
          </a:xfrm>
          <a:prstGeom prst="rect">
            <a:avLst/>
          </a:prstGeom>
        </p:spPr>
      </p:pic>
      <p:pic>
        <p:nvPicPr>
          <p:cNvPr id="15" name="Picture 4" descr="C:\Users\a0159877\AppData\Local\Temp\SNAGHTML12e983.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0994" y="2154866"/>
            <a:ext cx="1448851" cy="830240"/>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6" descr="C:\Users\a0159877\AppData\Local\Temp\SNAGHTML1373d8.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5167" y="2814914"/>
            <a:ext cx="1441469" cy="739217"/>
          </a:xfrm>
          <a:prstGeom prst="rect">
            <a:avLst/>
          </a:prstGeom>
          <a:noFill/>
          <a:extLst>
            <a:ext uri="{909E8E84-426E-40DD-AFC4-6F175D3DCCD1}">
              <a14:hiddenFill xmlns:a14="http://schemas.microsoft.com/office/drawing/2010/main">
                <a:solidFill>
                  <a:srgbClr val="FFFFFF"/>
                </a:solidFill>
              </a14:hiddenFill>
            </a:ext>
          </a:extLst>
        </p:spPr>
      </p:pic>
      <p:pic>
        <p:nvPicPr>
          <p:cNvPr id="6146" name="Picture 2" descr="C:\Users\a0159877\AppData\Local\Temp\SNAGHTML379f3c.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33600" y="2154866"/>
            <a:ext cx="4652956" cy="1731334"/>
          </a:xfrm>
          <a:prstGeom prst="rect">
            <a:avLst/>
          </a:prstGeom>
          <a:noFill/>
          <a:extLst>
            <a:ext uri="{909E8E84-426E-40DD-AFC4-6F175D3DCCD1}">
              <a14:hiddenFill xmlns:a14="http://schemas.microsoft.com/office/drawing/2010/main">
                <a:solidFill>
                  <a:srgbClr val="FFFFFF"/>
                </a:solidFill>
              </a14:hiddenFill>
            </a:ext>
          </a:extLst>
        </p:spPr>
      </p:pic>
      <p:sp>
        <p:nvSpPr>
          <p:cNvPr id="4" name="Right Arrow 3"/>
          <p:cNvSpPr/>
          <p:nvPr/>
        </p:nvSpPr>
        <p:spPr bwMode="auto">
          <a:xfrm>
            <a:off x="4254798" y="2942574"/>
            <a:ext cx="342900" cy="291494"/>
          </a:xfrm>
          <a:prstGeom prst="rightArrow">
            <a:avLst/>
          </a:prstGeom>
          <a:solidFill>
            <a:schemeClr val="accent5">
              <a:lumMod val="40000"/>
              <a:lumOff val="6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80000"/>
              </a:lnSpc>
              <a:spcBef>
                <a:spcPct val="50000"/>
              </a:spcBef>
              <a:spcAft>
                <a:spcPct val="0"/>
              </a:spcAft>
              <a:buClrTx/>
              <a:buSzTx/>
              <a:buFontTx/>
              <a:buNone/>
              <a:tabLst/>
            </a:pPr>
            <a:endParaRPr kumimoji="0" lang="en-US" sz="2800" b="1" i="0" u="none" strike="noStrike" cap="none" normalizeH="0" baseline="0" dirty="0" smtClean="0">
              <a:ln>
                <a:noFill/>
              </a:ln>
              <a:solidFill>
                <a:schemeClr val="dk1"/>
              </a:solidFill>
              <a:effectLst/>
              <a:latin typeface="Arial Narrow" pitchFamily="34" charset="0"/>
            </a:endParaRPr>
          </a:p>
        </p:txBody>
      </p:sp>
    </p:spTree>
    <p:custDataLst>
      <p:tags r:id="rId1"/>
    </p:custDataLst>
  </p:cSld>
  <p:clrMapOvr>
    <a:masterClrMapping/>
  </p:clrMapOvr>
  <p:transition>
    <p:fad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66"/>
        </a:solidFill>
        <a:effectLst/>
      </p:bgPr>
    </p:bg>
    <p:spTree>
      <p:nvGrpSpPr>
        <p:cNvPr id="1" name=""/>
        <p:cNvGrpSpPr/>
        <p:nvPr/>
      </p:nvGrpSpPr>
      <p:grpSpPr>
        <a:xfrm>
          <a:off x="0" y="0"/>
          <a:ext cx="0" cy="0"/>
          <a:chOff x="0" y="0"/>
          <a:chExt cx="0" cy="0"/>
        </a:xfrm>
      </p:grpSpPr>
      <p:sp>
        <p:nvSpPr>
          <p:cNvPr id="669704" name="Rectangle 8"/>
          <p:cNvSpPr>
            <a:spLocks noChangeArrowheads="1"/>
          </p:cNvSpPr>
          <p:nvPr/>
        </p:nvSpPr>
        <p:spPr bwMode="auto">
          <a:xfrm>
            <a:off x="304800" y="914400"/>
            <a:ext cx="5562600" cy="5410200"/>
          </a:xfrm>
          <a:prstGeom prst="rect">
            <a:avLst/>
          </a:prstGeom>
          <a:solidFill>
            <a:srgbClr val="92D050"/>
          </a:solidFill>
          <a:ln w="19050">
            <a:solidFill>
              <a:schemeClr val="tx1"/>
            </a:solidFill>
            <a:miter lim="800000"/>
            <a:headEnd type="none" w="sm" len="sm"/>
            <a:tailEnd type="none" w="sm" len="sm"/>
          </a:ln>
          <a:effectLst>
            <a:outerShdw blurRad="50800" dist="127000" dir="2700000" algn="tl" rotWithShape="0">
              <a:prstClr val="black">
                <a:alpha val="40000"/>
              </a:prstClr>
            </a:outerShdw>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pic>
        <p:nvPicPr>
          <p:cNvPr id="72706" name="Picture 2" descr="C:\Documents and Settings\a0159877\Desktop\250px-Operating_system_placement.svg.png"/>
          <p:cNvPicPr>
            <a:picLocks noChangeAspect="1" noChangeArrowheads="1"/>
          </p:cNvPicPr>
          <p:nvPr/>
        </p:nvPicPr>
        <p:blipFill>
          <a:blip r:embed="rId9" cstate="print"/>
          <a:srcRect/>
          <a:stretch>
            <a:fillRect/>
          </a:stretch>
        </p:blipFill>
        <p:spPr bwMode="auto">
          <a:xfrm>
            <a:off x="6160824" y="1153041"/>
            <a:ext cx="2819400" cy="4172713"/>
          </a:xfrm>
          <a:prstGeom prst="rect">
            <a:avLst/>
          </a:prstGeom>
          <a:noFill/>
        </p:spPr>
      </p:pic>
      <p:pic>
        <p:nvPicPr>
          <p:cNvPr id="11" name="Animated Logo" descr="tilogo_color_twoline.png"/>
          <p:cNvPicPr>
            <a:picLocks noChangeAspect="1"/>
          </p:cNvPicPr>
          <p:nvPr/>
        </p:nvPicPr>
        <p:blipFill>
          <a:blip r:embed="rId10" cstate="print"/>
          <a:stretch>
            <a:fillRect/>
          </a:stretch>
        </p:blipFill>
        <p:spPr>
          <a:xfrm>
            <a:off x="50800" y="6477000"/>
            <a:ext cx="1438537" cy="347443"/>
          </a:xfrm>
          <a:prstGeom prst="rect">
            <a:avLst/>
          </a:prstGeom>
        </p:spPr>
      </p:pic>
      <p:sp>
        <p:nvSpPr>
          <p:cNvPr id="41987" name="Rectangle 2"/>
          <p:cNvSpPr>
            <a:spLocks noGrp="1" noChangeArrowheads="1"/>
          </p:cNvSpPr>
          <p:nvPr>
            <p:ph type="title"/>
          </p:nvPr>
        </p:nvSpPr>
        <p:spPr/>
        <p:txBody>
          <a:bodyPr/>
          <a:lstStyle/>
          <a:p>
            <a:r>
              <a:rPr lang="en-US" smtClean="0">
                <a:solidFill>
                  <a:schemeClr val="tx1"/>
                </a:solidFill>
              </a:rPr>
              <a:t>Outline</a:t>
            </a:r>
          </a:p>
        </p:txBody>
      </p:sp>
      <p:sp>
        <p:nvSpPr>
          <p:cNvPr id="10" name="Text Box 4">
            <a:hlinkClick r:id="rId11" action="ppaction://hlinksldjump"/>
          </p:cNvPr>
          <p:cNvSpPr txBox="1">
            <a:spLocks noChangeArrowheads="1"/>
          </p:cNvSpPr>
          <p:nvPr>
            <p:custDataLst>
              <p:tags r:id="rId2"/>
            </p:custDataLst>
          </p:nvPr>
        </p:nvSpPr>
        <p:spPr bwMode="auto">
          <a:xfrm>
            <a:off x="301576" y="1018384"/>
            <a:ext cx="5543550" cy="476250"/>
          </a:xfrm>
          <a:prstGeom prst="rect">
            <a:avLst/>
          </a:prstGeom>
          <a:noFill/>
          <a:ln w="12700">
            <a:noFill/>
            <a:miter lim="800000"/>
            <a:headEnd type="none" w="sm" len="sm"/>
            <a:tailEnd type="none" w="sm" len="sm"/>
          </a:ln>
        </p:spPr>
        <p:txBody>
          <a:bodyPr>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Static vs. Dynamic</a:t>
            </a:r>
            <a:endParaRPr lang="en-US" sz="2800" dirty="0">
              <a:solidFill>
                <a:srgbClr val="000000"/>
              </a:solidFill>
            </a:endParaRPr>
          </a:p>
        </p:txBody>
      </p:sp>
      <p:sp>
        <p:nvSpPr>
          <p:cNvPr id="12" name="Text Box 4">
            <a:hlinkClick r:id="rId12" action="ppaction://hlinksldjump"/>
          </p:cNvPr>
          <p:cNvSpPr txBox="1">
            <a:spLocks noChangeArrowheads="1"/>
          </p:cNvSpPr>
          <p:nvPr>
            <p:custDataLst>
              <p:tags r:id="rId3"/>
            </p:custDataLst>
          </p:nvPr>
        </p:nvSpPr>
        <p:spPr bwMode="auto">
          <a:xfrm>
            <a:off x="301576" y="1593186"/>
            <a:ext cx="5543550" cy="476250"/>
          </a:xfrm>
          <a:prstGeom prst="rect">
            <a:avLst/>
          </a:prstGeom>
          <a:noFill/>
          <a:ln w="12700">
            <a:noFill/>
            <a:miter lim="800000"/>
            <a:headEnd type="none" w="sm" len="sm"/>
            <a:tailEnd type="none" w="sm" len="sm"/>
          </a:ln>
        </p:spPr>
        <p:txBody>
          <a:bodyPr>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Dynamic Memory Concepts</a:t>
            </a:r>
            <a:endParaRPr lang="en-US" sz="2800" dirty="0">
              <a:solidFill>
                <a:srgbClr val="000000"/>
              </a:solidFill>
            </a:endParaRPr>
          </a:p>
        </p:txBody>
      </p:sp>
      <p:sp>
        <p:nvSpPr>
          <p:cNvPr id="13" name="Text Box 4">
            <a:hlinkClick r:id="rId13" action="ppaction://hlinksldjump"/>
          </p:cNvPr>
          <p:cNvSpPr txBox="1">
            <a:spLocks noChangeArrowheads="1"/>
          </p:cNvSpPr>
          <p:nvPr>
            <p:custDataLst>
              <p:tags r:id="rId4"/>
            </p:custDataLst>
          </p:nvPr>
        </p:nvSpPr>
        <p:spPr bwMode="auto">
          <a:xfrm>
            <a:off x="301576" y="2167988"/>
            <a:ext cx="5543550" cy="476250"/>
          </a:xfrm>
          <a:prstGeom prst="rect">
            <a:avLst/>
          </a:prstGeom>
          <a:noFill/>
          <a:ln w="12700">
            <a:noFill/>
            <a:miter lim="800000"/>
            <a:headEnd type="none" w="sm" len="sm"/>
            <a:tailEnd type="none" w="sm" len="sm"/>
          </a:ln>
        </p:spPr>
        <p:txBody>
          <a:bodyPr>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Different Types of Heaps</a:t>
            </a:r>
            <a:endParaRPr lang="en-US" sz="2800" dirty="0">
              <a:solidFill>
                <a:srgbClr val="000000"/>
              </a:solidFill>
            </a:endParaRPr>
          </a:p>
        </p:txBody>
      </p:sp>
      <p:sp>
        <p:nvSpPr>
          <p:cNvPr id="14" name="Text Box 3">
            <a:hlinkClick r:id="rId14" action="ppaction://hlinksldjump"/>
          </p:cNvPr>
          <p:cNvSpPr txBox="1">
            <a:spLocks noChangeArrowheads="1"/>
          </p:cNvSpPr>
          <p:nvPr>
            <p:custDataLst>
              <p:tags r:id="rId5"/>
            </p:custDataLst>
          </p:nvPr>
        </p:nvSpPr>
        <p:spPr bwMode="auto">
          <a:xfrm>
            <a:off x="304800" y="2742790"/>
            <a:ext cx="5562600" cy="495300"/>
          </a:xfrm>
          <a:prstGeom prst="rect">
            <a:avLst/>
          </a:prstGeom>
          <a:solidFill>
            <a:schemeClr val="bg1"/>
          </a:solidFill>
          <a:ln w="19050">
            <a:solidFill>
              <a:schemeClr val="tx1"/>
            </a:solidFill>
            <a:miter lim="800000"/>
            <a:headEnd type="none" w="sm" len="sm"/>
            <a:tailEnd type="none" w="sm" len="sm"/>
          </a:ln>
        </p:spPr>
        <p:txBody>
          <a:bodyPr wrap="square">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Dynamic Module Creation</a:t>
            </a:r>
            <a:endParaRPr lang="en-US" sz="2800">
              <a:solidFill>
                <a:srgbClr val="000000"/>
              </a:solidFill>
            </a:endParaRPr>
          </a:p>
        </p:txBody>
      </p:sp>
      <p:sp>
        <p:nvSpPr>
          <p:cNvPr id="15" name="Text Box 4">
            <a:hlinkClick r:id="rId15" action="ppaction://hlinksldjump"/>
          </p:cNvPr>
          <p:cNvSpPr txBox="1">
            <a:spLocks noChangeArrowheads="1"/>
          </p:cNvSpPr>
          <p:nvPr>
            <p:custDataLst>
              <p:tags r:id="rId6"/>
            </p:custDataLst>
          </p:nvPr>
        </p:nvSpPr>
        <p:spPr bwMode="auto">
          <a:xfrm>
            <a:off x="301576" y="3349342"/>
            <a:ext cx="5543550" cy="476250"/>
          </a:xfrm>
          <a:prstGeom prst="rect">
            <a:avLst/>
          </a:prstGeom>
          <a:noFill/>
          <a:ln w="12700">
            <a:noFill/>
            <a:miter lim="800000"/>
            <a:headEnd type="none" w="sm" len="sm"/>
            <a:tailEnd type="none" w="sm" len="sm"/>
          </a:ln>
        </p:spPr>
        <p:txBody>
          <a:bodyPr>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Custom Section Placement</a:t>
            </a:r>
            <a:endParaRPr lang="en-US" sz="2800" dirty="0">
              <a:solidFill>
                <a:srgbClr val="000000"/>
              </a:solidFill>
            </a:endParaRPr>
          </a:p>
        </p:txBody>
      </p:sp>
      <p:sp>
        <p:nvSpPr>
          <p:cNvPr id="16" name="Text Box 4">
            <a:hlinkClick r:id="rId16" action="ppaction://hlinksldjump"/>
          </p:cNvPr>
          <p:cNvSpPr txBox="1">
            <a:spLocks noChangeArrowheads="1"/>
          </p:cNvSpPr>
          <p:nvPr>
            <p:custDataLst>
              <p:tags r:id="rId7"/>
            </p:custDataLst>
          </p:nvPr>
        </p:nvSpPr>
        <p:spPr bwMode="auto">
          <a:xfrm>
            <a:off x="301576" y="3924144"/>
            <a:ext cx="5543550" cy="476250"/>
          </a:xfrm>
          <a:prstGeom prst="rect">
            <a:avLst/>
          </a:prstGeom>
          <a:noFill/>
          <a:ln w="12700">
            <a:noFill/>
            <a:miter lim="800000"/>
            <a:headEnd type="none" w="sm" len="sm"/>
            <a:tailEnd type="none" w="sm" len="sm"/>
          </a:ln>
        </p:spPr>
        <p:txBody>
          <a:bodyPr>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Lab</a:t>
            </a:r>
            <a:endParaRPr lang="en-US" sz="2800" dirty="0">
              <a:solidFill>
                <a:srgbClr val="000000"/>
              </a:solidFill>
            </a:endParaRPr>
          </a:p>
        </p:txBody>
      </p:sp>
    </p:spTree>
    <p:custDataLst>
      <p:tags r:id="rId1"/>
    </p:custDataLst>
    <p:extLst>
      <p:ext uri="{BB962C8B-B14F-4D97-AF65-F5344CB8AC3E}">
        <p14:creationId xmlns:p14="http://schemas.microsoft.com/office/powerpoint/2010/main" val="849834945"/>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794" name="Rectangle 2"/>
          <p:cNvSpPr>
            <a:spLocks noChangeArrowheads="1"/>
          </p:cNvSpPr>
          <p:nvPr/>
        </p:nvSpPr>
        <p:spPr bwMode="auto">
          <a:xfrm>
            <a:off x="685800" y="3079899"/>
            <a:ext cx="6172200" cy="2581274"/>
          </a:xfrm>
          <a:prstGeom prst="rect">
            <a:avLst/>
          </a:prstGeom>
          <a:solidFill>
            <a:schemeClr val="accent4">
              <a:lumMod val="20000"/>
              <a:lumOff val="80000"/>
            </a:schemeClr>
          </a:solidFill>
          <a:ln w="12700">
            <a:solidFill>
              <a:schemeClr val="tx1"/>
            </a:solidFill>
            <a:miter lim="800000"/>
            <a:headEnd/>
            <a:tailEnd/>
          </a:ln>
          <a:effectLst>
            <a:outerShdw dist="107763" dir="2700000" algn="ctr" rotWithShape="0">
              <a:schemeClr val="bg2"/>
            </a:outerShdw>
          </a:effectLst>
        </p:spPr>
        <p:txBody>
          <a:bodyPr lIns="92075" tIns="46038" rIns="92075" bIns="46038" anchor="ctr"/>
          <a:lstStyle/>
          <a:p>
            <a:pPr>
              <a:lnSpc>
                <a:spcPct val="100000"/>
              </a:lnSpc>
              <a:spcBef>
                <a:spcPct val="0"/>
              </a:spcBef>
              <a:defRPr/>
            </a:pPr>
            <a:r>
              <a:rPr lang="en-US" sz="1800" dirty="0">
                <a:solidFill>
                  <a:srgbClr val="000000"/>
                </a:solidFill>
                <a:latin typeface="Courier New" pitchFamily="49" charset="0"/>
              </a:rPr>
              <a:t> #define COUNT 0</a:t>
            </a:r>
          </a:p>
          <a:p>
            <a:pPr>
              <a:lnSpc>
                <a:spcPct val="100000"/>
              </a:lnSpc>
              <a:spcBef>
                <a:spcPct val="0"/>
              </a:spcBef>
              <a:defRPr/>
            </a:pPr>
            <a:r>
              <a:rPr lang="en-US" sz="1800" dirty="0">
                <a:solidFill>
                  <a:srgbClr val="000000"/>
                </a:solidFill>
                <a:latin typeface="Courier New" pitchFamily="49" charset="0"/>
              </a:rPr>
              <a:t> </a:t>
            </a:r>
          </a:p>
          <a:p>
            <a:pPr>
              <a:lnSpc>
                <a:spcPct val="100000"/>
              </a:lnSpc>
              <a:spcBef>
                <a:spcPct val="0"/>
              </a:spcBef>
              <a:defRPr/>
            </a:pPr>
            <a:r>
              <a:rPr lang="en-US" sz="1800" dirty="0">
                <a:solidFill>
                  <a:srgbClr val="000000"/>
                </a:solidFill>
                <a:latin typeface="Courier New" pitchFamily="49" charset="0"/>
              </a:rPr>
              <a:t> </a:t>
            </a:r>
            <a:r>
              <a:rPr lang="en-US" sz="1800" dirty="0" err="1" smtClean="0">
                <a:solidFill>
                  <a:srgbClr val="000000"/>
                </a:solidFill>
                <a:latin typeface="Courier New" pitchFamily="49" charset="0"/>
              </a:rPr>
              <a:t>Semaphore_Handle</a:t>
            </a:r>
            <a:r>
              <a:rPr lang="en-US" sz="1800" dirty="0" smtClean="0">
                <a:solidFill>
                  <a:srgbClr val="000000"/>
                </a:solidFill>
                <a:latin typeface="Courier New" pitchFamily="49" charset="0"/>
              </a:rPr>
              <a:t>  </a:t>
            </a:r>
            <a:r>
              <a:rPr lang="en-US" sz="1800" dirty="0" err="1">
                <a:solidFill>
                  <a:srgbClr val="000000"/>
                </a:solidFill>
                <a:latin typeface="Courier New" pitchFamily="49" charset="0"/>
              </a:rPr>
              <a:t>hMySem</a:t>
            </a:r>
            <a:r>
              <a:rPr lang="en-US" sz="1800" dirty="0">
                <a:solidFill>
                  <a:srgbClr val="000000"/>
                </a:solidFill>
                <a:latin typeface="Courier New" pitchFamily="49" charset="0"/>
              </a:rPr>
              <a:t>;</a:t>
            </a:r>
          </a:p>
          <a:p>
            <a:pPr>
              <a:lnSpc>
                <a:spcPct val="100000"/>
              </a:lnSpc>
              <a:spcBef>
                <a:spcPct val="0"/>
              </a:spcBef>
              <a:defRPr/>
            </a:pPr>
            <a:r>
              <a:rPr lang="en-US" sz="1800" dirty="0">
                <a:solidFill>
                  <a:srgbClr val="000000"/>
                </a:solidFill>
                <a:latin typeface="Courier New" pitchFamily="49" charset="0"/>
              </a:rPr>
              <a:t> </a:t>
            </a:r>
            <a:r>
              <a:rPr lang="en-US" sz="1800" dirty="0" err="1">
                <a:solidFill>
                  <a:srgbClr val="000000"/>
                </a:solidFill>
                <a:latin typeface="Courier New" pitchFamily="49" charset="0"/>
              </a:rPr>
              <a:t>hMySem</a:t>
            </a:r>
            <a:r>
              <a:rPr lang="en-US" sz="1800" dirty="0">
                <a:solidFill>
                  <a:srgbClr val="000000"/>
                </a:solidFill>
                <a:latin typeface="Courier New" pitchFamily="49" charset="0"/>
              </a:rPr>
              <a:t> = </a:t>
            </a:r>
            <a:r>
              <a:rPr lang="en-US" sz="1800" dirty="0" err="1" smtClean="0">
                <a:solidFill>
                  <a:schemeClr val="tx2"/>
                </a:solidFill>
                <a:latin typeface="Courier New" pitchFamily="49" charset="0"/>
              </a:rPr>
              <a:t>Semaphore_create</a:t>
            </a:r>
            <a:r>
              <a:rPr lang="en-US" sz="1800" dirty="0" smtClean="0">
                <a:solidFill>
                  <a:srgbClr val="000000"/>
                </a:solidFill>
                <a:latin typeface="Courier New" pitchFamily="49" charset="0"/>
              </a:rPr>
              <a:t>(</a:t>
            </a:r>
            <a:r>
              <a:rPr lang="en-US" sz="1800" dirty="0" err="1" smtClean="0">
                <a:solidFill>
                  <a:srgbClr val="000000"/>
                </a:solidFill>
                <a:latin typeface="Courier New" pitchFamily="49" charset="0"/>
              </a:rPr>
              <a:t>COUNT,NULL,&amp;eb</a:t>
            </a:r>
            <a:r>
              <a:rPr lang="en-US" sz="1800" dirty="0" smtClean="0">
                <a:solidFill>
                  <a:srgbClr val="000000"/>
                </a:solidFill>
                <a:latin typeface="Courier New" pitchFamily="49" charset="0"/>
              </a:rPr>
              <a:t>);</a:t>
            </a:r>
            <a:endParaRPr lang="en-US" sz="1800" dirty="0">
              <a:solidFill>
                <a:srgbClr val="000000"/>
              </a:solidFill>
              <a:latin typeface="Courier New" pitchFamily="49" charset="0"/>
            </a:endParaRPr>
          </a:p>
          <a:p>
            <a:pPr>
              <a:lnSpc>
                <a:spcPct val="100000"/>
              </a:lnSpc>
              <a:spcBef>
                <a:spcPct val="0"/>
              </a:spcBef>
              <a:defRPr/>
            </a:pPr>
            <a:endParaRPr lang="en-US" sz="1800" dirty="0">
              <a:solidFill>
                <a:srgbClr val="000000"/>
              </a:solidFill>
              <a:latin typeface="Courier New" pitchFamily="49" charset="0"/>
            </a:endParaRPr>
          </a:p>
          <a:p>
            <a:pPr>
              <a:lnSpc>
                <a:spcPct val="100000"/>
              </a:lnSpc>
              <a:spcBef>
                <a:spcPct val="0"/>
              </a:spcBef>
              <a:defRPr/>
            </a:pPr>
            <a:r>
              <a:rPr lang="en-US" sz="1800" dirty="0">
                <a:solidFill>
                  <a:srgbClr val="000000"/>
                </a:solidFill>
                <a:latin typeface="Courier New" pitchFamily="49" charset="0"/>
              </a:rPr>
              <a:t> </a:t>
            </a:r>
            <a:r>
              <a:rPr lang="en-US" sz="1800" dirty="0" err="1" smtClean="0">
                <a:solidFill>
                  <a:srgbClr val="000000"/>
                </a:solidFill>
                <a:latin typeface="Courier New" pitchFamily="49" charset="0"/>
              </a:rPr>
              <a:t>Semaphore_post</a:t>
            </a:r>
            <a:r>
              <a:rPr lang="en-US" sz="1800" dirty="0" smtClean="0">
                <a:solidFill>
                  <a:srgbClr val="000000"/>
                </a:solidFill>
                <a:latin typeface="Courier New" pitchFamily="49" charset="0"/>
              </a:rPr>
              <a:t>(</a:t>
            </a:r>
            <a:r>
              <a:rPr lang="en-US" sz="1800" dirty="0" err="1" smtClean="0">
                <a:solidFill>
                  <a:srgbClr val="000000"/>
                </a:solidFill>
                <a:latin typeface="Courier New" pitchFamily="49" charset="0"/>
              </a:rPr>
              <a:t>hMySem</a:t>
            </a:r>
            <a:r>
              <a:rPr lang="en-US" sz="1800" dirty="0">
                <a:solidFill>
                  <a:srgbClr val="000000"/>
                </a:solidFill>
                <a:latin typeface="Courier New" pitchFamily="49" charset="0"/>
              </a:rPr>
              <a:t>);</a:t>
            </a:r>
          </a:p>
          <a:p>
            <a:pPr>
              <a:lnSpc>
                <a:spcPct val="100000"/>
              </a:lnSpc>
              <a:spcBef>
                <a:spcPct val="0"/>
              </a:spcBef>
              <a:defRPr/>
            </a:pPr>
            <a:endParaRPr lang="en-US" sz="1800" dirty="0">
              <a:solidFill>
                <a:srgbClr val="000000"/>
              </a:solidFill>
              <a:latin typeface="Courier New" pitchFamily="49" charset="0"/>
            </a:endParaRPr>
          </a:p>
          <a:p>
            <a:pPr>
              <a:lnSpc>
                <a:spcPct val="100000"/>
              </a:lnSpc>
              <a:spcBef>
                <a:spcPct val="0"/>
              </a:spcBef>
              <a:defRPr/>
            </a:pPr>
            <a:r>
              <a:rPr lang="en-US" sz="1800" dirty="0">
                <a:solidFill>
                  <a:srgbClr val="000000"/>
                </a:solidFill>
                <a:latin typeface="Courier New" pitchFamily="49" charset="0"/>
              </a:rPr>
              <a:t> </a:t>
            </a:r>
            <a:r>
              <a:rPr lang="en-US" sz="1800" dirty="0" err="1" smtClean="0">
                <a:solidFill>
                  <a:srgbClr val="000000"/>
                </a:solidFill>
                <a:latin typeface="Courier New" pitchFamily="49" charset="0"/>
              </a:rPr>
              <a:t>Semaphore_delete</a:t>
            </a:r>
            <a:r>
              <a:rPr lang="en-US" sz="1800" dirty="0" smtClean="0">
                <a:solidFill>
                  <a:srgbClr val="000000"/>
                </a:solidFill>
                <a:latin typeface="Courier New" pitchFamily="49" charset="0"/>
              </a:rPr>
              <a:t>(&amp;</a:t>
            </a:r>
            <a:r>
              <a:rPr lang="en-US" sz="1800" dirty="0" err="1" smtClean="0">
                <a:solidFill>
                  <a:srgbClr val="000000"/>
                </a:solidFill>
                <a:latin typeface="Courier New" pitchFamily="49" charset="0"/>
              </a:rPr>
              <a:t>hMySem</a:t>
            </a:r>
            <a:r>
              <a:rPr lang="en-US" sz="1800" dirty="0">
                <a:solidFill>
                  <a:srgbClr val="000000"/>
                </a:solidFill>
                <a:latin typeface="Courier New" pitchFamily="49" charset="0"/>
              </a:rPr>
              <a:t>);</a:t>
            </a:r>
          </a:p>
        </p:txBody>
      </p:sp>
      <p:sp>
        <p:nvSpPr>
          <p:cNvPr id="24579" name="Rectangle 3"/>
          <p:cNvSpPr>
            <a:spLocks noGrp="1" noChangeArrowheads="1"/>
          </p:cNvSpPr>
          <p:nvPr>
            <p:ph type="title"/>
          </p:nvPr>
        </p:nvSpPr>
        <p:spPr>
          <a:xfrm>
            <a:off x="0" y="-44736"/>
            <a:ext cx="9144000" cy="609600"/>
          </a:xfrm>
        </p:spPr>
        <p:txBody>
          <a:bodyPr>
            <a:noAutofit/>
          </a:bodyPr>
          <a:lstStyle/>
          <a:p>
            <a:r>
              <a:rPr lang="en-US" dirty="0" smtClean="0"/>
              <a:t>Dynamically Creating SYS/BIOS Objects</a:t>
            </a:r>
          </a:p>
        </p:txBody>
      </p:sp>
      <p:sp>
        <p:nvSpPr>
          <p:cNvPr id="24580" name="Rectangle 4"/>
          <p:cNvSpPr>
            <a:spLocks noGrp="1" noChangeArrowheads="1"/>
          </p:cNvSpPr>
          <p:nvPr>
            <p:ph type="body" sz="half" idx="1"/>
          </p:nvPr>
        </p:nvSpPr>
        <p:spPr>
          <a:xfrm>
            <a:off x="304800" y="685800"/>
            <a:ext cx="8229600" cy="2360613"/>
          </a:xfrm>
          <a:noFill/>
        </p:spPr>
        <p:txBody>
          <a:bodyPr anchorCtr="0">
            <a:noAutofit/>
          </a:bodyPr>
          <a:lstStyle/>
          <a:p>
            <a:pPr marL="290513" indent="-290513"/>
            <a:r>
              <a:rPr lang="en-US" sz="2400" dirty="0" err="1" smtClean="0">
                <a:latin typeface="Calibri" pitchFamily="34" charset="0"/>
                <a:cs typeface="Calibri" pitchFamily="34" charset="0"/>
              </a:rPr>
              <a:t>Module_create</a:t>
            </a:r>
            <a:endParaRPr lang="en-US" sz="2400" dirty="0" smtClean="0">
              <a:latin typeface="Calibri" pitchFamily="34" charset="0"/>
              <a:cs typeface="Calibri" pitchFamily="34" charset="0"/>
            </a:endParaRPr>
          </a:p>
          <a:p>
            <a:pPr marL="760413" lvl="1"/>
            <a:r>
              <a:rPr lang="en-US" sz="1800" b="0" dirty="0" smtClean="0">
                <a:latin typeface="Calibri" pitchFamily="34" charset="0"/>
                <a:cs typeface="Calibri" pitchFamily="34" charset="0"/>
              </a:rPr>
              <a:t>Allocates memory for object out of heap</a:t>
            </a:r>
          </a:p>
          <a:p>
            <a:pPr marL="760413" lvl="1"/>
            <a:r>
              <a:rPr lang="en-US" sz="1800" b="0" dirty="0" smtClean="0">
                <a:latin typeface="Calibri" pitchFamily="34" charset="0"/>
                <a:cs typeface="Calibri" pitchFamily="34" charset="0"/>
              </a:rPr>
              <a:t>Returns a </a:t>
            </a:r>
            <a:r>
              <a:rPr lang="en-US" sz="1800" b="0" dirty="0" err="1" smtClean="0">
                <a:latin typeface="Calibri" pitchFamily="34" charset="0"/>
                <a:cs typeface="Calibri" pitchFamily="34" charset="0"/>
              </a:rPr>
              <a:t>Module_Handle</a:t>
            </a:r>
            <a:r>
              <a:rPr lang="en-US" sz="1800" b="0" dirty="0" smtClean="0">
                <a:latin typeface="Calibri" pitchFamily="34" charset="0"/>
                <a:cs typeface="Calibri" pitchFamily="34" charset="0"/>
              </a:rPr>
              <a:t> to the created object</a:t>
            </a:r>
          </a:p>
          <a:p>
            <a:pPr marL="290513" indent="-290513"/>
            <a:r>
              <a:rPr lang="en-US" sz="2400" dirty="0" err="1" smtClean="0">
                <a:latin typeface="Calibri" pitchFamily="34" charset="0"/>
                <a:cs typeface="Calibri" pitchFamily="34" charset="0"/>
              </a:rPr>
              <a:t>Module_delete</a:t>
            </a:r>
            <a:endParaRPr lang="en-US" sz="2400" dirty="0" smtClean="0">
              <a:latin typeface="Calibri" pitchFamily="34" charset="0"/>
              <a:cs typeface="Calibri" pitchFamily="34" charset="0"/>
            </a:endParaRPr>
          </a:p>
          <a:p>
            <a:pPr marL="760413" lvl="1"/>
            <a:r>
              <a:rPr lang="en-US" sz="1800" b="0" dirty="0" smtClean="0">
                <a:latin typeface="Calibri" pitchFamily="34" charset="0"/>
                <a:cs typeface="Calibri" pitchFamily="34" charset="0"/>
              </a:rPr>
              <a:t>Frees the object’s memory</a:t>
            </a:r>
          </a:p>
          <a:p>
            <a:pPr marL="290513" indent="-290513"/>
            <a:r>
              <a:rPr lang="en-US" sz="2400" dirty="0" smtClean="0">
                <a:latin typeface="Calibri" pitchFamily="34" charset="0"/>
                <a:cs typeface="Calibri" pitchFamily="34" charset="0"/>
              </a:rPr>
              <a:t>Example: </a:t>
            </a:r>
            <a:r>
              <a:rPr lang="en-US" sz="2400" i="1" u="sng" dirty="0" smtClean="0">
                <a:latin typeface="Calibri" pitchFamily="34" charset="0"/>
                <a:cs typeface="Calibri" pitchFamily="34" charset="0"/>
              </a:rPr>
              <a:t>Semaphore</a:t>
            </a:r>
            <a:r>
              <a:rPr lang="en-US" sz="2400" dirty="0" smtClean="0">
                <a:latin typeface="Calibri" pitchFamily="34" charset="0"/>
                <a:cs typeface="Calibri" pitchFamily="34" charset="0"/>
              </a:rPr>
              <a:t> creation/deletion:</a:t>
            </a:r>
          </a:p>
        </p:txBody>
      </p:sp>
      <p:sp>
        <p:nvSpPr>
          <p:cNvPr id="417798" name="Rectangle 6"/>
          <p:cNvSpPr>
            <a:spLocks noChangeArrowheads="1"/>
          </p:cNvSpPr>
          <p:nvPr/>
        </p:nvSpPr>
        <p:spPr bwMode="auto">
          <a:xfrm>
            <a:off x="7520238" y="1205552"/>
            <a:ext cx="1295400" cy="4419600"/>
          </a:xfrm>
          <a:prstGeom prst="rect">
            <a:avLst/>
          </a:prstGeom>
          <a:solidFill>
            <a:schemeClr val="accent5">
              <a:lumMod val="20000"/>
              <a:lumOff val="80000"/>
            </a:schemeClr>
          </a:solidFill>
          <a:ln w="12700">
            <a:solidFill>
              <a:schemeClr val="tx1"/>
            </a:solidFill>
            <a:miter lim="800000"/>
            <a:headEnd type="none" w="sm" len="sm"/>
            <a:tailEnd type="none" w="sm" len="sm"/>
          </a:ln>
          <a:effectLst>
            <a:outerShdw dist="107763" dir="2700000" algn="ctr" rotWithShape="0">
              <a:schemeClr val="bg2">
                <a:alpha val="50000"/>
              </a:schemeClr>
            </a:outerShdw>
          </a:effectLst>
        </p:spPr>
        <p:txBody>
          <a:bodyPr wrap="none" anchor="ctr"/>
          <a:lstStyle/>
          <a:p>
            <a:pPr algn="ctr">
              <a:defRPr/>
            </a:pPr>
            <a:r>
              <a:rPr lang="en-US" sz="2000" b="0" dirty="0" err="1" smtClean="0">
                <a:solidFill>
                  <a:srgbClr val="000000"/>
                </a:solidFill>
                <a:latin typeface="Arial Narrow" pitchFamily="34" charset="0"/>
              </a:rPr>
              <a:t>Hwi</a:t>
            </a:r>
            <a:endParaRPr lang="en-US" sz="2000" b="0" dirty="0" smtClean="0">
              <a:solidFill>
                <a:srgbClr val="000000"/>
              </a:solidFill>
              <a:latin typeface="Arial Narrow" pitchFamily="34" charset="0"/>
            </a:endParaRPr>
          </a:p>
          <a:p>
            <a:pPr algn="ctr">
              <a:defRPr/>
            </a:pPr>
            <a:r>
              <a:rPr lang="en-US" sz="2000" b="0" dirty="0" err="1" smtClean="0">
                <a:solidFill>
                  <a:srgbClr val="000000"/>
                </a:solidFill>
                <a:latin typeface="Arial Narrow" pitchFamily="34" charset="0"/>
              </a:rPr>
              <a:t>Swi</a:t>
            </a:r>
            <a:endParaRPr lang="en-US" sz="2000" b="0" dirty="0" smtClean="0">
              <a:solidFill>
                <a:srgbClr val="000000"/>
              </a:solidFill>
              <a:latin typeface="Arial Narrow" pitchFamily="34" charset="0"/>
            </a:endParaRPr>
          </a:p>
          <a:p>
            <a:pPr algn="ctr">
              <a:defRPr/>
            </a:pPr>
            <a:r>
              <a:rPr lang="en-US" sz="2000" b="0" dirty="0" smtClean="0">
                <a:solidFill>
                  <a:srgbClr val="000000"/>
                </a:solidFill>
                <a:latin typeface="Arial Narrow" pitchFamily="34" charset="0"/>
              </a:rPr>
              <a:t>Task</a:t>
            </a:r>
          </a:p>
          <a:p>
            <a:pPr algn="ctr">
              <a:defRPr/>
            </a:pPr>
            <a:r>
              <a:rPr lang="en-US" sz="2000" b="0" dirty="0" smtClean="0">
                <a:solidFill>
                  <a:srgbClr val="000000"/>
                </a:solidFill>
                <a:latin typeface="Arial Narrow" pitchFamily="34" charset="0"/>
              </a:rPr>
              <a:t>Semaphore</a:t>
            </a:r>
          </a:p>
          <a:p>
            <a:pPr algn="ctr">
              <a:defRPr/>
            </a:pPr>
            <a:r>
              <a:rPr lang="en-US" sz="2000" b="0" dirty="0" smtClean="0">
                <a:solidFill>
                  <a:srgbClr val="000000"/>
                </a:solidFill>
                <a:latin typeface="Arial Narrow" pitchFamily="34" charset="0"/>
              </a:rPr>
              <a:t>Stream</a:t>
            </a:r>
          </a:p>
          <a:p>
            <a:pPr algn="ctr">
              <a:defRPr/>
            </a:pPr>
            <a:r>
              <a:rPr lang="en-US" sz="2000" b="0" dirty="0" smtClean="0">
                <a:solidFill>
                  <a:srgbClr val="000000"/>
                </a:solidFill>
                <a:latin typeface="Arial Narrow" pitchFamily="34" charset="0"/>
              </a:rPr>
              <a:t>Mailbox</a:t>
            </a:r>
          </a:p>
          <a:p>
            <a:pPr algn="ctr">
              <a:defRPr/>
            </a:pPr>
            <a:r>
              <a:rPr lang="en-US" sz="2000" b="0" dirty="0" smtClean="0">
                <a:solidFill>
                  <a:srgbClr val="000000"/>
                </a:solidFill>
                <a:latin typeface="Arial Narrow" pitchFamily="34" charset="0"/>
              </a:rPr>
              <a:t>Timer</a:t>
            </a:r>
          </a:p>
          <a:p>
            <a:pPr algn="ctr">
              <a:defRPr/>
            </a:pPr>
            <a:r>
              <a:rPr lang="en-US" sz="2000" b="0" dirty="0" smtClean="0">
                <a:solidFill>
                  <a:srgbClr val="000000"/>
                </a:solidFill>
                <a:latin typeface="Arial Narrow" pitchFamily="34" charset="0"/>
              </a:rPr>
              <a:t>Clock</a:t>
            </a:r>
          </a:p>
          <a:p>
            <a:pPr algn="ctr">
              <a:defRPr/>
            </a:pPr>
            <a:r>
              <a:rPr lang="en-US" sz="2000" b="0" dirty="0" smtClean="0">
                <a:solidFill>
                  <a:srgbClr val="000000"/>
                </a:solidFill>
                <a:latin typeface="Arial Narrow" pitchFamily="34" charset="0"/>
              </a:rPr>
              <a:t>List</a:t>
            </a:r>
          </a:p>
          <a:p>
            <a:pPr algn="ctr">
              <a:defRPr/>
            </a:pPr>
            <a:r>
              <a:rPr lang="en-US" sz="2000" b="0" dirty="0" smtClean="0">
                <a:solidFill>
                  <a:srgbClr val="000000"/>
                </a:solidFill>
                <a:latin typeface="Arial Narrow" pitchFamily="34" charset="0"/>
              </a:rPr>
              <a:t>Event</a:t>
            </a:r>
          </a:p>
          <a:p>
            <a:pPr algn="ctr">
              <a:defRPr/>
            </a:pPr>
            <a:r>
              <a:rPr lang="en-US" sz="2000" b="0" dirty="0" smtClean="0">
                <a:solidFill>
                  <a:srgbClr val="000000"/>
                </a:solidFill>
                <a:latin typeface="Arial Narrow" pitchFamily="34" charset="0"/>
              </a:rPr>
              <a:t>Gate</a:t>
            </a:r>
            <a:endParaRPr lang="en-US" sz="2000" b="0" dirty="0">
              <a:solidFill>
                <a:srgbClr val="000000"/>
              </a:solidFill>
              <a:latin typeface="Arial Narrow" pitchFamily="34" charset="0"/>
            </a:endParaRPr>
          </a:p>
        </p:txBody>
      </p:sp>
      <p:sp>
        <p:nvSpPr>
          <p:cNvPr id="24594" name="Text Box 9"/>
          <p:cNvSpPr txBox="1">
            <a:spLocks noChangeArrowheads="1"/>
          </p:cNvSpPr>
          <p:nvPr/>
        </p:nvSpPr>
        <p:spPr bwMode="auto">
          <a:xfrm>
            <a:off x="6870700" y="4096230"/>
            <a:ext cx="320922" cy="344710"/>
          </a:xfrm>
          <a:prstGeom prst="rect">
            <a:avLst/>
          </a:prstGeom>
          <a:noFill/>
          <a:ln w="12700">
            <a:noFill/>
            <a:miter lim="800000"/>
            <a:headEnd type="none" w="sm" len="sm"/>
            <a:tailEnd type="none" w="sm" len="sm"/>
          </a:ln>
        </p:spPr>
        <p:txBody>
          <a:bodyPr wrap="none">
            <a:spAutoFit/>
          </a:bodyPr>
          <a:lstStyle/>
          <a:p>
            <a:r>
              <a:rPr lang="en-US" sz="2000" dirty="0">
                <a:solidFill>
                  <a:schemeClr val="tx2"/>
                </a:solidFill>
                <a:latin typeface="Calibri" pitchFamily="34" charset="0"/>
                <a:cs typeface="Calibri" pitchFamily="34" charset="0"/>
              </a:rPr>
              <a:t>C</a:t>
            </a:r>
          </a:p>
        </p:txBody>
      </p:sp>
      <p:sp>
        <p:nvSpPr>
          <p:cNvPr id="24595" name="Text Box 10"/>
          <p:cNvSpPr txBox="1">
            <a:spLocks noChangeArrowheads="1"/>
          </p:cNvSpPr>
          <p:nvPr/>
        </p:nvSpPr>
        <p:spPr bwMode="auto">
          <a:xfrm>
            <a:off x="6877050" y="4637327"/>
            <a:ext cx="325730" cy="344710"/>
          </a:xfrm>
          <a:prstGeom prst="rect">
            <a:avLst/>
          </a:prstGeom>
          <a:noFill/>
          <a:ln w="12700">
            <a:noFill/>
            <a:miter lim="800000"/>
            <a:headEnd type="none" w="sm" len="sm"/>
            <a:tailEnd type="none" w="sm" len="sm"/>
          </a:ln>
        </p:spPr>
        <p:txBody>
          <a:bodyPr wrap="none">
            <a:spAutoFit/>
          </a:bodyPr>
          <a:lstStyle/>
          <a:p>
            <a:r>
              <a:rPr lang="en-US" sz="2000" dirty="0">
                <a:solidFill>
                  <a:schemeClr val="tx2"/>
                </a:solidFill>
                <a:latin typeface="Calibri" pitchFamily="34" charset="0"/>
                <a:cs typeface="Calibri" pitchFamily="34" charset="0"/>
              </a:rPr>
              <a:t>X</a:t>
            </a:r>
          </a:p>
        </p:txBody>
      </p:sp>
      <p:sp>
        <p:nvSpPr>
          <p:cNvPr id="24596" name="Text Box 11"/>
          <p:cNvSpPr txBox="1">
            <a:spLocks noChangeArrowheads="1"/>
          </p:cNvSpPr>
          <p:nvPr/>
        </p:nvSpPr>
        <p:spPr bwMode="auto">
          <a:xfrm>
            <a:off x="6870700" y="5213499"/>
            <a:ext cx="346570" cy="344710"/>
          </a:xfrm>
          <a:prstGeom prst="rect">
            <a:avLst/>
          </a:prstGeom>
          <a:noFill/>
          <a:ln w="12700">
            <a:noFill/>
            <a:miter lim="800000"/>
            <a:headEnd type="none" w="sm" len="sm"/>
            <a:tailEnd type="none" w="sm" len="sm"/>
          </a:ln>
        </p:spPr>
        <p:txBody>
          <a:bodyPr wrap="none">
            <a:spAutoFit/>
          </a:bodyPr>
          <a:lstStyle/>
          <a:p>
            <a:r>
              <a:rPr lang="en-US" sz="2000" dirty="0">
                <a:solidFill>
                  <a:schemeClr val="tx2"/>
                </a:solidFill>
                <a:latin typeface="Calibri" pitchFamily="34" charset="0"/>
                <a:cs typeface="Calibri" pitchFamily="34" charset="0"/>
              </a:rPr>
              <a:t>D</a:t>
            </a:r>
          </a:p>
        </p:txBody>
      </p:sp>
      <p:sp>
        <p:nvSpPr>
          <p:cNvPr id="417804" name="Line 12"/>
          <p:cNvSpPr>
            <a:spLocks noChangeShapeType="1"/>
          </p:cNvSpPr>
          <p:nvPr/>
        </p:nvSpPr>
        <p:spPr bwMode="auto">
          <a:xfrm>
            <a:off x="685800" y="5061099"/>
            <a:ext cx="6553200" cy="0"/>
          </a:xfrm>
          <a:prstGeom prst="line">
            <a:avLst/>
          </a:prstGeom>
          <a:noFill/>
          <a:ln w="12700">
            <a:solidFill>
              <a:schemeClr val="tx2"/>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
        <p:nvSpPr>
          <p:cNvPr id="417805" name="Line 13"/>
          <p:cNvSpPr>
            <a:spLocks noChangeShapeType="1"/>
          </p:cNvSpPr>
          <p:nvPr/>
        </p:nvSpPr>
        <p:spPr bwMode="auto">
          <a:xfrm>
            <a:off x="685800" y="4508363"/>
            <a:ext cx="6553200" cy="0"/>
          </a:xfrm>
          <a:prstGeom prst="line">
            <a:avLst/>
          </a:prstGeom>
          <a:noFill/>
          <a:ln w="12700">
            <a:solidFill>
              <a:schemeClr val="tx2"/>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
        <p:nvSpPr>
          <p:cNvPr id="24585" name="Text Box 31"/>
          <p:cNvSpPr txBox="1">
            <a:spLocks noChangeArrowheads="1"/>
          </p:cNvSpPr>
          <p:nvPr/>
        </p:nvSpPr>
        <p:spPr bwMode="auto">
          <a:xfrm>
            <a:off x="1577975" y="5867400"/>
            <a:ext cx="4748608" cy="313932"/>
          </a:xfrm>
          <a:prstGeom prst="rect">
            <a:avLst/>
          </a:prstGeom>
          <a:noFill/>
          <a:ln w="12700">
            <a:noFill/>
            <a:miter lim="800000"/>
            <a:headEnd type="none" w="sm" len="sm"/>
            <a:tailEnd type="none" w="sm" len="sm"/>
          </a:ln>
        </p:spPr>
        <p:txBody>
          <a:bodyPr wrap="none">
            <a:spAutoFit/>
          </a:bodyPr>
          <a:lstStyle/>
          <a:p>
            <a:r>
              <a:rPr lang="en-US" sz="1800" b="0" i="1" dirty="0">
                <a:solidFill>
                  <a:srgbClr val="000000"/>
                </a:solidFill>
                <a:latin typeface="Calibri" pitchFamily="34" charset="0"/>
                <a:cs typeface="Calibri" pitchFamily="34" charset="0"/>
              </a:rPr>
              <a:t>Note: always check return value of _create APIs !</a:t>
            </a:r>
          </a:p>
        </p:txBody>
      </p:sp>
      <p:sp>
        <p:nvSpPr>
          <p:cNvPr id="24586" name="Text Box 32"/>
          <p:cNvSpPr txBox="1">
            <a:spLocks noChangeArrowheads="1"/>
          </p:cNvSpPr>
          <p:nvPr/>
        </p:nvSpPr>
        <p:spPr bwMode="auto">
          <a:xfrm>
            <a:off x="7494838" y="824552"/>
            <a:ext cx="1277914" cy="387798"/>
          </a:xfrm>
          <a:prstGeom prst="rect">
            <a:avLst/>
          </a:prstGeom>
          <a:noFill/>
          <a:ln w="12700">
            <a:noFill/>
            <a:miter lim="800000"/>
            <a:headEnd type="none" w="sm" len="sm"/>
            <a:tailEnd type="none" w="sm" len="sm"/>
          </a:ln>
        </p:spPr>
        <p:txBody>
          <a:bodyPr wrap="none">
            <a:spAutoFit/>
          </a:bodyPr>
          <a:lstStyle/>
          <a:p>
            <a:r>
              <a:rPr lang="en-US" b="0" dirty="0" smtClean="0">
                <a:solidFill>
                  <a:srgbClr val="000000"/>
                </a:solidFill>
                <a:latin typeface="Calibri" pitchFamily="34" charset="0"/>
                <a:cs typeface="Calibri" pitchFamily="34" charset="0"/>
              </a:rPr>
              <a:t>Modules</a:t>
            </a:r>
            <a:endParaRPr lang="en-US" b="0" dirty="0">
              <a:solidFill>
                <a:srgbClr val="000000"/>
              </a:solidFill>
              <a:latin typeface="Calibri" pitchFamily="34" charset="0"/>
              <a:cs typeface="Calibri" pitchFamily="34" charset="0"/>
            </a:endParaRPr>
          </a:p>
        </p:txBody>
      </p:sp>
      <p:sp>
        <p:nvSpPr>
          <p:cNvPr id="15" name="TextBox 14"/>
          <p:cNvSpPr txBox="1"/>
          <p:nvPr/>
        </p:nvSpPr>
        <p:spPr>
          <a:xfrm>
            <a:off x="5710947" y="3542317"/>
            <a:ext cx="977828" cy="352032"/>
          </a:xfrm>
          <a:prstGeom prst="rect">
            <a:avLst/>
          </a:prstGeom>
          <a:solidFill>
            <a:schemeClr val="accent5">
              <a:lumMod val="20000"/>
              <a:lumOff val="80000"/>
            </a:schemeClr>
          </a:solidFill>
          <a:ln>
            <a:solidFill>
              <a:schemeClr val="tx1"/>
            </a:solidFill>
          </a:ln>
          <a:effectLst>
            <a:outerShdw blurRad="50800" dist="88900" dir="2700000" algn="tl" rotWithShape="0">
              <a:prstClr val="black">
                <a:alpha val="40000"/>
              </a:prstClr>
            </a:outerShdw>
          </a:effectLst>
        </p:spPr>
        <p:txBody>
          <a:bodyPr wrap="square" rtlCol="0" anchor="ctr" anchorCtr="1">
            <a:noAutofit/>
          </a:bodyPr>
          <a:lstStyle/>
          <a:p>
            <a:pPr algn="ctr"/>
            <a:r>
              <a:rPr lang="en-US" sz="1800" b="0" dirty="0" err="1" smtClean="0">
                <a:solidFill>
                  <a:schemeClr val="dk1"/>
                </a:solidFill>
                <a:latin typeface="Arial Narrow" pitchFamily="34" charset="0"/>
              </a:rPr>
              <a:t>params</a:t>
            </a:r>
            <a:endParaRPr lang="en-US" sz="1800" b="0" dirty="0" smtClean="0">
              <a:solidFill>
                <a:schemeClr val="dk1"/>
              </a:solidFill>
              <a:latin typeface="Arial Narrow" pitchFamily="34" charset="0"/>
            </a:endParaRPr>
          </a:p>
        </p:txBody>
      </p:sp>
      <p:cxnSp>
        <p:nvCxnSpPr>
          <p:cNvPr id="19" name="Straight Arrow Connector 18"/>
          <p:cNvCxnSpPr/>
          <p:nvPr/>
        </p:nvCxnSpPr>
        <p:spPr bwMode="auto">
          <a:xfrm rot="5400000">
            <a:off x="5572000" y="3839424"/>
            <a:ext cx="304800" cy="228600"/>
          </a:xfrm>
          <a:prstGeom prst="straightConnector1">
            <a:avLst/>
          </a:prstGeom>
          <a:solidFill>
            <a:schemeClr val="accent1"/>
          </a:solidFill>
          <a:ln w="28575" cap="flat" cmpd="sng" algn="ctr">
            <a:solidFill>
              <a:schemeClr val="tx1"/>
            </a:solidFill>
            <a:prstDash val="solid"/>
            <a:round/>
            <a:headEnd type="none" w="sm" len="sm"/>
            <a:tailEnd type="arrow"/>
          </a:ln>
          <a:effectLst/>
        </p:spPr>
      </p:cxnSp>
      <p:pic>
        <p:nvPicPr>
          <p:cNvPr id="21" name="Animated Logo" descr="tilogo_color_twoline.png"/>
          <p:cNvPicPr>
            <a:picLocks noChangeAspect="1"/>
          </p:cNvPicPr>
          <p:nvPr/>
        </p:nvPicPr>
        <p:blipFill>
          <a:blip r:embed="rId3" cstate="print"/>
          <a:stretch>
            <a:fillRect/>
          </a:stretch>
        </p:blipFill>
        <p:spPr>
          <a:xfrm>
            <a:off x="50800" y="6477000"/>
            <a:ext cx="1438537" cy="347443"/>
          </a:xfrm>
          <a:prstGeom prst="rect">
            <a:avLst/>
          </a:prstGeom>
        </p:spPr>
      </p:pic>
    </p:spTree>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noFill/>
        </p:spPr>
        <p:txBody>
          <a:bodyPr lIns="92075" rIns="92075" anchor="ctr"/>
          <a:lstStyle/>
          <a:p>
            <a:r>
              <a:rPr lang="en-US" dirty="0" smtClean="0"/>
              <a:t>Example – Dynamic Task API</a:t>
            </a:r>
          </a:p>
        </p:txBody>
      </p:sp>
      <p:sp>
        <p:nvSpPr>
          <p:cNvPr id="25603" name="Rectangle 4"/>
          <p:cNvSpPr>
            <a:spLocks noChangeArrowheads="1"/>
          </p:cNvSpPr>
          <p:nvPr/>
        </p:nvSpPr>
        <p:spPr bwMode="auto">
          <a:xfrm>
            <a:off x="228600" y="931863"/>
            <a:ext cx="8305800" cy="4402137"/>
          </a:xfrm>
          <a:prstGeom prst="rect">
            <a:avLst/>
          </a:prstGeom>
          <a:solidFill>
            <a:schemeClr val="accent4">
              <a:lumMod val="20000"/>
              <a:lumOff val="80000"/>
            </a:schemeClr>
          </a:solidFill>
          <a:ln w="9525">
            <a:solidFill>
              <a:schemeClr val="tx1"/>
            </a:solidFill>
            <a:miter lim="800000"/>
            <a:headEnd/>
            <a:tailEnd/>
          </a:ln>
        </p:spPr>
        <p:txBody>
          <a:bodyPr wrap="none" lIns="92075" tIns="46038" rIns="92075" bIns="46038" anchor="ctr"/>
          <a:lstStyle/>
          <a:p>
            <a:pPr>
              <a:lnSpc>
                <a:spcPct val="70000"/>
              </a:lnSpc>
              <a:spcBef>
                <a:spcPct val="0"/>
              </a:spcBef>
              <a:spcAft>
                <a:spcPct val="30000"/>
              </a:spcAft>
            </a:pPr>
            <a:r>
              <a:rPr lang="en-US" dirty="0" err="1" smtClean="0">
                <a:solidFill>
                  <a:srgbClr val="000000"/>
                </a:solidFill>
                <a:latin typeface="Courier New" pitchFamily="49" charset="0"/>
                <a:cs typeface="Courier New" pitchFamily="49" charset="0"/>
              </a:rPr>
              <a:t>Task_Handle</a:t>
            </a:r>
            <a:r>
              <a:rPr lang="en-US" dirty="0">
                <a:solidFill>
                  <a:srgbClr val="000000"/>
                </a:solidFill>
                <a:latin typeface="Courier New" pitchFamily="49" charset="0"/>
                <a:cs typeface="Courier New" pitchFamily="49" charset="0"/>
              </a:rPr>
              <a:t>	</a:t>
            </a:r>
            <a:r>
              <a:rPr lang="en-US" dirty="0" err="1">
                <a:solidFill>
                  <a:srgbClr val="000000"/>
                </a:solidFill>
                <a:latin typeface="Courier New" pitchFamily="49" charset="0"/>
                <a:cs typeface="Courier New" pitchFamily="49" charset="0"/>
              </a:rPr>
              <a:t>hMyTsk</a:t>
            </a:r>
            <a:r>
              <a:rPr lang="en-US" dirty="0">
                <a:solidFill>
                  <a:srgbClr val="000000"/>
                </a:solidFill>
                <a:latin typeface="Courier New" pitchFamily="49" charset="0"/>
                <a:cs typeface="Courier New" pitchFamily="49" charset="0"/>
              </a:rPr>
              <a:t>;</a:t>
            </a:r>
          </a:p>
          <a:p>
            <a:pPr>
              <a:lnSpc>
                <a:spcPct val="70000"/>
              </a:lnSpc>
              <a:spcBef>
                <a:spcPct val="0"/>
              </a:spcBef>
              <a:spcAft>
                <a:spcPct val="30000"/>
              </a:spcAft>
            </a:pPr>
            <a:r>
              <a:rPr lang="en-US" dirty="0" err="1" smtClean="0">
                <a:solidFill>
                  <a:srgbClr val="000000"/>
                </a:solidFill>
                <a:latin typeface="Courier New" pitchFamily="49" charset="0"/>
                <a:cs typeface="Courier New" pitchFamily="49" charset="0"/>
              </a:rPr>
              <a:t>Task_Params</a:t>
            </a:r>
            <a:r>
              <a:rPr lang="en-US" dirty="0" smtClean="0">
                <a:solidFill>
                  <a:srgbClr val="000000"/>
                </a:solidFill>
                <a:latin typeface="Courier New" pitchFamily="49" charset="0"/>
                <a:cs typeface="Courier New" pitchFamily="49" charset="0"/>
              </a:rPr>
              <a:t>	</a:t>
            </a:r>
            <a:r>
              <a:rPr lang="en-US" dirty="0" err="1" smtClean="0">
                <a:solidFill>
                  <a:srgbClr val="000000"/>
                </a:solidFill>
                <a:latin typeface="Courier New" pitchFamily="49" charset="0"/>
                <a:cs typeface="Courier New" pitchFamily="49" charset="0"/>
              </a:rPr>
              <a:t>taskParams</a:t>
            </a:r>
            <a:r>
              <a:rPr lang="en-US" dirty="0" smtClean="0">
                <a:solidFill>
                  <a:srgbClr val="000000"/>
                </a:solidFill>
                <a:latin typeface="Courier New" pitchFamily="49" charset="0"/>
                <a:cs typeface="Courier New" pitchFamily="49" charset="0"/>
              </a:rPr>
              <a:t>; </a:t>
            </a:r>
            <a:endParaRPr lang="en-US" dirty="0">
              <a:solidFill>
                <a:srgbClr val="000000"/>
              </a:solidFill>
              <a:latin typeface="Courier New" pitchFamily="49" charset="0"/>
              <a:cs typeface="Courier New" pitchFamily="49" charset="0"/>
            </a:endParaRPr>
          </a:p>
          <a:p>
            <a:pPr>
              <a:lnSpc>
                <a:spcPct val="70000"/>
              </a:lnSpc>
              <a:spcBef>
                <a:spcPct val="0"/>
              </a:spcBef>
              <a:spcAft>
                <a:spcPct val="30000"/>
              </a:spcAft>
            </a:pPr>
            <a:endParaRPr lang="en-US" dirty="0">
              <a:solidFill>
                <a:srgbClr val="000000"/>
              </a:solidFill>
              <a:latin typeface="Courier New" pitchFamily="49" charset="0"/>
              <a:cs typeface="Courier New" pitchFamily="49" charset="0"/>
            </a:endParaRPr>
          </a:p>
          <a:p>
            <a:pPr>
              <a:lnSpc>
                <a:spcPct val="70000"/>
              </a:lnSpc>
              <a:spcBef>
                <a:spcPct val="0"/>
              </a:spcBef>
              <a:spcAft>
                <a:spcPct val="30000"/>
              </a:spcAft>
            </a:pPr>
            <a:r>
              <a:rPr lang="en-US" dirty="0" err="1" smtClean="0">
                <a:solidFill>
                  <a:srgbClr val="000000"/>
                </a:solidFill>
                <a:latin typeface="Courier New" pitchFamily="49" charset="0"/>
                <a:cs typeface="Courier New" pitchFamily="49" charset="0"/>
              </a:rPr>
              <a:t>Task_Params_init</a:t>
            </a:r>
            <a:r>
              <a:rPr lang="en-US" dirty="0" smtClean="0">
                <a:solidFill>
                  <a:srgbClr val="000000"/>
                </a:solidFill>
                <a:latin typeface="Courier New" pitchFamily="49" charset="0"/>
                <a:cs typeface="Courier New" pitchFamily="49" charset="0"/>
              </a:rPr>
              <a:t>(&amp;</a:t>
            </a:r>
            <a:r>
              <a:rPr lang="en-US" dirty="0" err="1" smtClean="0">
                <a:solidFill>
                  <a:srgbClr val="000000"/>
                </a:solidFill>
                <a:latin typeface="Courier New" pitchFamily="49" charset="0"/>
                <a:cs typeface="Courier New" pitchFamily="49" charset="0"/>
              </a:rPr>
              <a:t>taskParams</a:t>
            </a:r>
            <a:r>
              <a:rPr lang="en-US" dirty="0" smtClean="0">
                <a:solidFill>
                  <a:srgbClr val="000000"/>
                </a:solidFill>
                <a:latin typeface="Courier New" pitchFamily="49" charset="0"/>
                <a:cs typeface="Courier New" pitchFamily="49" charset="0"/>
              </a:rPr>
              <a:t>);</a:t>
            </a:r>
          </a:p>
          <a:p>
            <a:pPr>
              <a:lnSpc>
                <a:spcPct val="70000"/>
              </a:lnSpc>
              <a:spcBef>
                <a:spcPct val="0"/>
              </a:spcBef>
              <a:spcAft>
                <a:spcPct val="30000"/>
              </a:spcAft>
            </a:pPr>
            <a:r>
              <a:rPr lang="en-US" dirty="0" err="1" smtClean="0">
                <a:solidFill>
                  <a:srgbClr val="000000"/>
                </a:solidFill>
                <a:latin typeface="Courier New" pitchFamily="49" charset="0"/>
                <a:cs typeface="Courier New" pitchFamily="49" charset="0"/>
              </a:rPr>
              <a:t>taskParams.priority</a:t>
            </a:r>
            <a:r>
              <a:rPr lang="en-US" dirty="0" smtClean="0">
                <a:solidFill>
                  <a:srgbClr val="000000"/>
                </a:solidFill>
                <a:latin typeface="Courier New" pitchFamily="49" charset="0"/>
                <a:cs typeface="Courier New" pitchFamily="49" charset="0"/>
              </a:rPr>
              <a:t> </a:t>
            </a:r>
            <a:r>
              <a:rPr lang="en-US" dirty="0">
                <a:solidFill>
                  <a:srgbClr val="000000"/>
                </a:solidFill>
                <a:latin typeface="Courier New" pitchFamily="49" charset="0"/>
                <a:cs typeface="Courier New" pitchFamily="49" charset="0"/>
              </a:rPr>
              <a:t>= 3;  </a:t>
            </a:r>
          </a:p>
          <a:p>
            <a:pPr>
              <a:lnSpc>
                <a:spcPct val="100000"/>
              </a:lnSpc>
              <a:spcBef>
                <a:spcPct val="0"/>
              </a:spcBef>
              <a:spcAft>
                <a:spcPct val="30000"/>
              </a:spcAft>
            </a:pPr>
            <a:r>
              <a:rPr lang="en-US" dirty="0">
                <a:solidFill>
                  <a:srgbClr val="000000"/>
                </a:solidFill>
                <a:latin typeface="Courier New" pitchFamily="49" charset="0"/>
                <a:cs typeface="Courier New" pitchFamily="49" charset="0"/>
              </a:rPr>
              <a:t> </a:t>
            </a:r>
          </a:p>
          <a:p>
            <a:pPr>
              <a:lnSpc>
                <a:spcPct val="70000"/>
              </a:lnSpc>
              <a:spcBef>
                <a:spcPct val="0"/>
              </a:spcBef>
              <a:spcAft>
                <a:spcPct val="30000"/>
              </a:spcAft>
            </a:pPr>
            <a:r>
              <a:rPr lang="en-US" dirty="0" err="1" smtClean="0">
                <a:solidFill>
                  <a:srgbClr val="000000"/>
                </a:solidFill>
                <a:latin typeface="Courier New" pitchFamily="49" charset="0"/>
                <a:cs typeface="Courier New" pitchFamily="49" charset="0"/>
              </a:rPr>
              <a:t>hMyTsk</a:t>
            </a:r>
            <a:r>
              <a:rPr lang="en-US" dirty="0" smtClean="0">
                <a:solidFill>
                  <a:srgbClr val="000000"/>
                </a:solidFill>
                <a:latin typeface="Courier New" pitchFamily="49" charset="0"/>
                <a:cs typeface="Courier New" pitchFamily="49" charset="0"/>
              </a:rPr>
              <a:t> = </a:t>
            </a:r>
            <a:r>
              <a:rPr lang="en-US" dirty="0" err="1" smtClean="0">
                <a:solidFill>
                  <a:schemeClr val="tx2"/>
                </a:solidFill>
                <a:latin typeface="Courier New" pitchFamily="49" charset="0"/>
                <a:cs typeface="Courier New" pitchFamily="49" charset="0"/>
              </a:rPr>
              <a:t>Task_create</a:t>
            </a:r>
            <a:r>
              <a:rPr lang="en-US" dirty="0" smtClean="0">
                <a:solidFill>
                  <a:srgbClr val="000000"/>
                </a:solidFill>
                <a:latin typeface="Courier New" pitchFamily="49" charset="0"/>
                <a:cs typeface="Courier New" pitchFamily="49" charset="0"/>
              </a:rPr>
              <a:t>(</a:t>
            </a:r>
            <a:r>
              <a:rPr lang="en-US" dirty="0" err="1" smtClean="0">
                <a:solidFill>
                  <a:srgbClr val="000000"/>
                </a:solidFill>
                <a:latin typeface="Courier New" pitchFamily="49" charset="0"/>
                <a:cs typeface="Courier New" pitchFamily="49" charset="0"/>
              </a:rPr>
              <a:t>myCode,&amp;taskParams,&amp;eb</a:t>
            </a:r>
            <a:r>
              <a:rPr lang="en-US" dirty="0" smtClean="0">
                <a:solidFill>
                  <a:srgbClr val="000000"/>
                </a:solidFill>
                <a:latin typeface="Courier New" pitchFamily="49" charset="0"/>
                <a:cs typeface="Courier New" pitchFamily="49" charset="0"/>
              </a:rPr>
              <a:t>);</a:t>
            </a:r>
            <a:r>
              <a:rPr lang="en-US" dirty="0">
                <a:solidFill>
                  <a:srgbClr val="000000"/>
                </a:solidFill>
                <a:latin typeface="Courier New" pitchFamily="49" charset="0"/>
                <a:cs typeface="Courier New" pitchFamily="49" charset="0"/>
              </a:rPr>
              <a:t/>
            </a:r>
            <a:br>
              <a:rPr lang="en-US" dirty="0">
                <a:solidFill>
                  <a:srgbClr val="000000"/>
                </a:solidFill>
                <a:latin typeface="Courier New" pitchFamily="49" charset="0"/>
                <a:cs typeface="Courier New" pitchFamily="49" charset="0"/>
              </a:rPr>
            </a:br>
            <a:r>
              <a:rPr lang="en-US" dirty="0">
                <a:solidFill>
                  <a:srgbClr val="000000"/>
                </a:solidFill>
                <a:latin typeface="Courier New" pitchFamily="49" charset="0"/>
                <a:cs typeface="Courier New" pitchFamily="49" charset="0"/>
              </a:rPr>
              <a:t/>
            </a:r>
            <a:br>
              <a:rPr lang="en-US" dirty="0">
                <a:solidFill>
                  <a:srgbClr val="000000"/>
                </a:solidFill>
                <a:latin typeface="Courier New" pitchFamily="49" charset="0"/>
                <a:cs typeface="Courier New" pitchFamily="49" charset="0"/>
              </a:rPr>
            </a:br>
            <a:r>
              <a:rPr lang="en-US" dirty="0" smtClean="0">
                <a:solidFill>
                  <a:srgbClr val="000000"/>
                </a:solidFill>
                <a:latin typeface="Courier New" pitchFamily="49" charset="0"/>
                <a:cs typeface="Courier New" pitchFamily="49" charset="0"/>
              </a:rPr>
              <a:t>   </a:t>
            </a:r>
            <a:r>
              <a:rPr lang="en-US" i="1" dirty="0" smtClean="0">
                <a:solidFill>
                  <a:srgbClr val="000000"/>
                </a:solidFill>
                <a:latin typeface="Courier New" pitchFamily="49" charset="0"/>
                <a:cs typeface="Courier New" pitchFamily="49" charset="0"/>
              </a:rPr>
              <a:t>// </a:t>
            </a:r>
            <a:r>
              <a:rPr lang="en-US" i="1" dirty="0">
                <a:solidFill>
                  <a:srgbClr val="000000"/>
                </a:solidFill>
                <a:latin typeface="Courier New" pitchFamily="49" charset="0"/>
                <a:cs typeface="Courier New" pitchFamily="49" charset="0"/>
              </a:rPr>
              <a:t>“</a:t>
            </a:r>
            <a:r>
              <a:rPr lang="en-US" i="1" dirty="0" err="1">
                <a:solidFill>
                  <a:srgbClr val="000000"/>
                </a:solidFill>
                <a:latin typeface="Courier New" pitchFamily="49" charset="0"/>
                <a:cs typeface="Courier New" pitchFamily="49" charset="0"/>
              </a:rPr>
              <a:t>MyTsk</a:t>
            </a:r>
            <a:r>
              <a:rPr lang="en-US" i="1" dirty="0">
                <a:solidFill>
                  <a:srgbClr val="000000"/>
                </a:solidFill>
                <a:latin typeface="Courier New" pitchFamily="49" charset="0"/>
                <a:cs typeface="Courier New" pitchFamily="49" charset="0"/>
              </a:rPr>
              <a:t>” </a:t>
            </a:r>
            <a:r>
              <a:rPr lang="en-US" i="1" dirty="0" smtClean="0">
                <a:solidFill>
                  <a:srgbClr val="000000"/>
                </a:solidFill>
                <a:latin typeface="Courier New" pitchFamily="49" charset="0"/>
                <a:cs typeface="Courier New" pitchFamily="49" charset="0"/>
              </a:rPr>
              <a:t>now </a:t>
            </a:r>
            <a:r>
              <a:rPr lang="en-US" i="1" dirty="0">
                <a:solidFill>
                  <a:srgbClr val="000000"/>
                </a:solidFill>
                <a:latin typeface="Courier New" pitchFamily="49" charset="0"/>
                <a:cs typeface="Courier New" pitchFamily="49" charset="0"/>
              </a:rPr>
              <a:t>active </a:t>
            </a:r>
            <a:r>
              <a:rPr lang="en-US" i="1" dirty="0" smtClean="0">
                <a:solidFill>
                  <a:srgbClr val="000000"/>
                </a:solidFill>
                <a:latin typeface="Courier New" pitchFamily="49" charset="0"/>
                <a:cs typeface="Courier New" pitchFamily="49" charset="0"/>
              </a:rPr>
              <a:t>w/priority </a:t>
            </a:r>
            <a:r>
              <a:rPr lang="en-US" i="1" dirty="0">
                <a:solidFill>
                  <a:srgbClr val="000000"/>
                </a:solidFill>
                <a:latin typeface="Courier New" pitchFamily="49" charset="0"/>
                <a:cs typeface="Courier New" pitchFamily="49" charset="0"/>
              </a:rPr>
              <a:t>= 3 ...</a:t>
            </a:r>
          </a:p>
          <a:p>
            <a:pPr>
              <a:lnSpc>
                <a:spcPct val="70000"/>
              </a:lnSpc>
              <a:spcBef>
                <a:spcPct val="0"/>
              </a:spcBef>
              <a:spcAft>
                <a:spcPct val="30000"/>
              </a:spcAft>
            </a:pPr>
            <a:r>
              <a:rPr lang="en-US" dirty="0">
                <a:solidFill>
                  <a:srgbClr val="000000"/>
                </a:solidFill>
                <a:latin typeface="Courier New" pitchFamily="49" charset="0"/>
                <a:cs typeface="Courier New" pitchFamily="49" charset="0"/>
              </a:rPr>
              <a:t>  </a:t>
            </a:r>
          </a:p>
          <a:p>
            <a:pPr>
              <a:lnSpc>
                <a:spcPct val="70000"/>
              </a:lnSpc>
              <a:spcBef>
                <a:spcPct val="0"/>
              </a:spcBef>
              <a:spcAft>
                <a:spcPct val="30000"/>
              </a:spcAft>
            </a:pPr>
            <a:r>
              <a:rPr lang="en-US" dirty="0">
                <a:solidFill>
                  <a:srgbClr val="000000"/>
                </a:solidFill>
                <a:latin typeface="Courier New" pitchFamily="49" charset="0"/>
                <a:cs typeface="Courier New" pitchFamily="49" charset="0"/>
              </a:rPr>
              <a:t> </a:t>
            </a:r>
            <a:r>
              <a:rPr lang="en-US" dirty="0" err="1" smtClean="0">
                <a:solidFill>
                  <a:schemeClr val="tx2"/>
                </a:solidFill>
                <a:latin typeface="Courier New" pitchFamily="49" charset="0"/>
                <a:cs typeface="Courier New" pitchFamily="49" charset="0"/>
              </a:rPr>
              <a:t>Task_delete</a:t>
            </a:r>
            <a:r>
              <a:rPr lang="en-US" dirty="0" smtClean="0">
                <a:solidFill>
                  <a:srgbClr val="000000"/>
                </a:solidFill>
                <a:latin typeface="Courier New" pitchFamily="49" charset="0"/>
                <a:cs typeface="Courier New" pitchFamily="49" charset="0"/>
              </a:rPr>
              <a:t>(&amp;</a:t>
            </a:r>
            <a:r>
              <a:rPr lang="en-US" dirty="0" err="1" smtClean="0">
                <a:solidFill>
                  <a:srgbClr val="000000"/>
                </a:solidFill>
                <a:latin typeface="Courier New" pitchFamily="49" charset="0"/>
                <a:cs typeface="Courier New" pitchFamily="49" charset="0"/>
              </a:rPr>
              <a:t>hMyTsk</a:t>
            </a:r>
            <a:r>
              <a:rPr lang="en-US" dirty="0">
                <a:solidFill>
                  <a:srgbClr val="000000"/>
                </a:solidFill>
                <a:latin typeface="Courier New" pitchFamily="49" charset="0"/>
                <a:cs typeface="Courier New" pitchFamily="49" charset="0"/>
              </a:rPr>
              <a:t>);</a:t>
            </a:r>
          </a:p>
        </p:txBody>
      </p:sp>
      <p:sp>
        <p:nvSpPr>
          <p:cNvPr id="25604" name="Text Box 5"/>
          <p:cNvSpPr txBox="1">
            <a:spLocks noChangeArrowheads="1"/>
          </p:cNvSpPr>
          <p:nvPr/>
        </p:nvSpPr>
        <p:spPr bwMode="auto">
          <a:xfrm>
            <a:off x="8568708" y="3475220"/>
            <a:ext cx="348172" cy="395173"/>
          </a:xfrm>
          <a:prstGeom prst="rect">
            <a:avLst/>
          </a:prstGeom>
          <a:noFill/>
          <a:ln w="12700">
            <a:noFill/>
            <a:miter lim="800000"/>
            <a:headEnd type="none" w="sm" len="sm"/>
            <a:tailEnd type="none" w="sm" len="sm"/>
          </a:ln>
        </p:spPr>
        <p:txBody>
          <a:bodyPr wrap="none">
            <a:spAutoFit/>
          </a:bodyPr>
          <a:lstStyle/>
          <a:p>
            <a:r>
              <a:rPr lang="en-US" dirty="0">
                <a:solidFill>
                  <a:schemeClr val="tx2"/>
                </a:solidFill>
                <a:latin typeface="Calibri" pitchFamily="34" charset="0"/>
                <a:cs typeface="Calibri" pitchFamily="34" charset="0"/>
              </a:rPr>
              <a:t>C</a:t>
            </a:r>
          </a:p>
        </p:txBody>
      </p:sp>
      <p:sp>
        <p:nvSpPr>
          <p:cNvPr id="25605" name="Text Box 6"/>
          <p:cNvSpPr txBox="1">
            <a:spLocks noChangeArrowheads="1"/>
          </p:cNvSpPr>
          <p:nvPr/>
        </p:nvSpPr>
        <p:spPr bwMode="auto">
          <a:xfrm>
            <a:off x="8563020" y="3985660"/>
            <a:ext cx="354584" cy="395173"/>
          </a:xfrm>
          <a:prstGeom prst="rect">
            <a:avLst/>
          </a:prstGeom>
          <a:noFill/>
          <a:ln w="12700">
            <a:noFill/>
            <a:miter lim="800000"/>
            <a:headEnd type="none" w="sm" len="sm"/>
            <a:tailEnd type="none" w="sm" len="sm"/>
          </a:ln>
        </p:spPr>
        <p:txBody>
          <a:bodyPr wrap="none">
            <a:spAutoFit/>
          </a:bodyPr>
          <a:lstStyle/>
          <a:p>
            <a:r>
              <a:rPr lang="en-US" dirty="0">
                <a:solidFill>
                  <a:schemeClr val="tx2"/>
                </a:solidFill>
                <a:latin typeface="Calibri" pitchFamily="34" charset="0"/>
                <a:cs typeface="Calibri" pitchFamily="34" charset="0"/>
              </a:rPr>
              <a:t>X</a:t>
            </a:r>
          </a:p>
        </p:txBody>
      </p:sp>
      <p:sp>
        <p:nvSpPr>
          <p:cNvPr id="25606" name="Text Box 7"/>
          <p:cNvSpPr txBox="1">
            <a:spLocks noChangeArrowheads="1"/>
          </p:cNvSpPr>
          <p:nvPr/>
        </p:nvSpPr>
        <p:spPr bwMode="auto">
          <a:xfrm>
            <a:off x="8541412" y="4696018"/>
            <a:ext cx="378630" cy="395173"/>
          </a:xfrm>
          <a:prstGeom prst="rect">
            <a:avLst/>
          </a:prstGeom>
          <a:noFill/>
          <a:ln w="12700">
            <a:noFill/>
            <a:miter lim="800000"/>
            <a:headEnd type="none" w="sm" len="sm"/>
            <a:tailEnd type="none" w="sm" len="sm"/>
          </a:ln>
        </p:spPr>
        <p:txBody>
          <a:bodyPr wrap="none">
            <a:spAutoFit/>
          </a:bodyPr>
          <a:lstStyle/>
          <a:p>
            <a:r>
              <a:rPr lang="en-US" dirty="0">
                <a:solidFill>
                  <a:schemeClr val="tx2"/>
                </a:solidFill>
                <a:latin typeface="Calibri" pitchFamily="34" charset="0"/>
                <a:cs typeface="Calibri" pitchFamily="34" charset="0"/>
              </a:rPr>
              <a:t>D</a:t>
            </a:r>
          </a:p>
        </p:txBody>
      </p:sp>
      <p:sp>
        <p:nvSpPr>
          <p:cNvPr id="421897" name="Line 9"/>
          <p:cNvSpPr>
            <a:spLocks noChangeShapeType="1"/>
          </p:cNvSpPr>
          <p:nvPr/>
        </p:nvSpPr>
        <p:spPr bwMode="auto">
          <a:xfrm>
            <a:off x="228600" y="3884821"/>
            <a:ext cx="8686800" cy="0"/>
          </a:xfrm>
          <a:prstGeom prst="line">
            <a:avLst/>
          </a:prstGeom>
          <a:noFill/>
          <a:ln w="19050">
            <a:solidFill>
              <a:schemeClr val="tx2"/>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
        <p:nvSpPr>
          <p:cNvPr id="421919" name="Line 31"/>
          <p:cNvSpPr>
            <a:spLocks noChangeShapeType="1"/>
          </p:cNvSpPr>
          <p:nvPr/>
        </p:nvSpPr>
        <p:spPr bwMode="auto">
          <a:xfrm>
            <a:off x="228600" y="4485598"/>
            <a:ext cx="8686800" cy="0"/>
          </a:xfrm>
          <a:prstGeom prst="line">
            <a:avLst/>
          </a:prstGeom>
          <a:noFill/>
          <a:ln w="19050">
            <a:solidFill>
              <a:schemeClr val="tx2"/>
            </a:solidFill>
            <a:round/>
            <a:headEnd type="none" w="sm" len="sm"/>
            <a:tailEnd type="none" w="sm" len="sm"/>
          </a:ln>
          <a:effectLst/>
        </p:spPr>
        <p:txBody>
          <a:bodyPr/>
          <a:lstStyle/>
          <a:p>
            <a:pPr>
              <a:defRPr/>
            </a:pPr>
            <a:endParaRPr lang="en-US">
              <a:solidFill>
                <a:srgbClr val="000000"/>
              </a:solidFill>
              <a:effectLst>
                <a:outerShdw blurRad="38100" dist="38100" dir="2700000" algn="tl">
                  <a:srgbClr val="000000">
                    <a:alpha val="43137"/>
                  </a:srgbClr>
                </a:outerShdw>
              </a:effectLst>
            </a:endParaRPr>
          </a:p>
        </p:txBody>
      </p:sp>
      <p:sp>
        <p:nvSpPr>
          <p:cNvPr id="25610" name="Text Box 32"/>
          <p:cNvSpPr txBox="1">
            <a:spLocks noChangeArrowheads="1"/>
          </p:cNvSpPr>
          <p:nvPr/>
        </p:nvSpPr>
        <p:spPr bwMode="auto">
          <a:xfrm>
            <a:off x="647700" y="5427663"/>
            <a:ext cx="7083221" cy="289310"/>
          </a:xfrm>
          <a:prstGeom prst="rect">
            <a:avLst/>
          </a:prstGeom>
          <a:noFill/>
          <a:ln w="12700">
            <a:noFill/>
            <a:miter lim="800000"/>
            <a:headEnd type="none" w="sm" len="sm"/>
            <a:tailEnd type="none" w="sm" len="sm"/>
          </a:ln>
        </p:spPr>
        <p:txBody>
          <a:bodyPr wrap="none">
            <a:spAutoFit/>
          </a:bodyPr>
          <a:lstStyle/>
          <a:p>
            <a:r>
              <a:rPr lang="en-US" sz="1600" b="0" i="1" dirty="0" err="1" smtClean="0">
                <a:solidFill>
                  <a:srgbClr val="000000"/>
                </a:solidFill>
                <a:latin typeface="Calibri" pitchFamily="34" charset="0"/>
                <a:cs typeface="Calibri" pitchFamily="34" charset="0"/>
              </a:rPr>
              <a:t>taskParams</a:t>
            </a:r>
            <a:r>
              <a:rPr lang="en-US" sz="1600" b="0" i="1" dirty="0" smtClean="0">
                <a:solidFill>
                  <a:srgbClr val="000000"/>
                </a:solidFill>
                <a:latin typeface="Calibri" pitchFamily="34" charset="0"/>
                <a:cs typeface="Calibri" pitchFamily="34" charset="0"/>
              </a:rPr>
              <a:t> </a:t>
            </a:r>
            <a:r>
              <a:rPr lang="en-US" sz="1600" b="0" i="1" dirty="0">
                <a:solidFill>
                  <a:srgbClr val="000000"/>
                </a:solidFill>
                <a:latin typeface="Calibri" pitchFamily="34" charset="0"/>
                <a:cs typeface="Calibri" pitchFamily="34" charset="0"/>
              </a:rPr>
              <a:t>includes: </a:t>
            </a:r>
            <a:r>
              <a:rPr lang="en-US" sz="1600" b="0" i="1" dirty="0" smtClean="0">
                <a:solidFill>
                  <a:srgbClr val="000000"/>
                </a:solidFill>
                <a:latin typeface="Calibri" pitchFamily="34" charset="0"/>
                <a:cs typeface="Calibri" pitchFamily="34" charset="0"/>
              </a:rPr>
              <a:t>heap location, priority</a:t>
            </a:r>
            <a:r>
              <a:rPr lang="en-US" sz="1600" b="0" i="1" dirty="0">
                <a:solidFill>
                  <a:srgbClr val="000000"/>
                </a:solidFill>
                <a:latin typeface="Calibri" pitchFamily="34" charset="0"/>
                <a:cs typeface="Calibri" pitchFamily="34" charset="0"/>
              </a:rPr>
              <a:t>, stack </a:t>
            </a:r>
            <a:r>
              <a:rPr lang="en-US" sz="1600" b="0" i="1" dirty="0" err="1" smtClean="0">
                <a:solidFill>
                  <a:srgbClr val="000000"/>
                </a:solidFill>
                <a:latin typeface="Calibri" pitchFamily="34" charset="0"/>
                <a:cs typeface="Calibri" pitchFamily="34" charset="0"/>
              </a:rPr>
              <a:t>ptr</a:t>
            </a:r>
            <a:r>
              <a:rPr lang="en-US" sz="1600" b="0" i="1" dirty="0" smtClean="0">
                <a:solidFill>
                  <a:srgbClr val="000000"/>
                </a:solidFill>
                <a:latin typeface="Calibri" pitchFamily="34" charset="0"/>
                <a:cs typeface="Calibri" pitchFamily="34" charset="0"/>
              </a:rPr>
              <a:t>/size, </a:t>
            </a:r>
            <a:r>
              <a:rPr lang="en-US" sz="1600" b="0" i="1" dirty="0">
                <a:solidFill>
                  <a:srgbClr val="000000"/>
                </a:solidFill>
                <a:latin typeface="Calibri" pitchFamily="34" charset="0"/>
                <a:cs typeface="Calibri" pitchFamily="34" charset="0"/>
              </a:rPr>
              <a:t>environment </a:t>
            </a:r>
            <a:r>
              <a:rPr lang="en-US" sz="1600" b="0" i="1" dirty="0" err="1">
                <a:solidFill>
                  <a:srgbClr val="000000"/>
                </a:solidFill>
                <a:latin typeface="Calibri" pitchFamily="34" charset="0"/>
                <a:cs typeface="Calibri" pitchFamily="34" charset="0"/>
              </a:rPr>
              <a:t>ptr</a:t>
            </a:r>
            <a:r>
              <a:rPr lang="en-US" sz="1600" b="0" i="1" dirty="0">
                <a:solidFill>
                  <a:srgbClr val="000000"/>
                </a:solidFill>
                <a:latin typeface="Calibri" pitchFamily="34" charset="0"/>
                <a:cs typeface="Calibri" pitchFamily="34" charset="0"/>
              </a:rPr>
              <a:t>, name  </a:t>
            </a:r>
          </a:p>
        </p:txBody>
      </p:sp>
      <p:pic>
        <p:nvPicPr>
          <p:cNvPr id="15" name="Animated Logo" descr="tilogo_color_twoline.png"/>
          <p:cNvPicPr>
            <a:picLocks noChangeAspect="1"/>
          </p:cNvPicPr>
          <p:nvPr/>
        </p:nvPicPr>
        <p:blipFill>
          <a:blip r:embed="rId3" cstate="print"/>
          <a:stretch>
            <a:fillRect/>
          </a:stretch>
        </p:blipFill>
        <p:spPr>
          <a:xfrm>
            <a:off x="50800" y="6477000"/>
            <a:ext cx="1438537" cy="347443"/>
          </a:xfrm>
          <a:prstGeom prst="rect">
            <a:avLst/>
          </a:prstGeom>
        </p:spPr>
      </p:pic>
    </p:spTree>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5"/>
          <p:cNvSpPr>
            <a:spLocks noGrp="1" noChangeArrowheads="1"/>
          </p:cNvSpPr>
          <p:nvPr>
            <p:ph type="title"/>
          </p:nvPr>
        </p:nvSpPr>
        <p:spPr/>
        <p:txBody>
          <a:bodyPr/>
          <a:lstStyle/>
          <a:p>
            <a:r>
              <a:rPr lang="en-US" smtClean="0"/>
              <a:t> What is Error Block ?</a:t>
            </a:r>
            <a:endParaRPr lang="en-US" dirty="0" smtClean="0"/>
          </a:p>
        </p:txBody>
      </p:sp>
      <p:sp>
        <p:nvSpPr>
          <p:cNvPr id="8" name="TextBox 7"/>
          <p:cNvSpPr txBox="1"/>
          <p:nvPr/>
        </p:nvSpPr>
        <p:spPr>
          <a:xfrm>
            <a:off x="381000" y="990600"/>
            <a:ext cx="5791200" cy="533400"/>
          </a:xfrm>
          <a:prstGeom prst="rect">
            <a:avLst/>
          </a:prstGeom>
          <a:solidFill>
            <a:schemeClr val="accent5">
              <a:lumMod val="20000"/>
              <a:lumOff val="80000"/>
            </a:schemeClr>
          </a:solidFill>
          <a:ln w="28575">
            <a:solidFill>
              <a:schemeClr val="tx1"/>
            </a:solidFill>
          </a:ln>
          <a:effectLst>
            <a:outerShdw blurRad="50800" dist="76200" dir="2700000" algn="tl" rotWithShape="0">
              <a:prstClr val="black">
                <a:alpha val="40000"/>
              </a:prstClr>
            </a:outerShdw>
          </a:effectLst>
        </p:spPr>
        <p:txBody>
          <a:bodyPr wrap="square" rtlCol="0" anchor="ctr" anchorCtr="1">
            <a:noAutofit/>
          </a:bodyPr>
          <a:lstStyle/>
          <a:p>
            <a:pPr eaLnBrk="1" fontAlgn="auto" hangingPunct="1">
              <a:lnSpc>
                <a:spcPct val="100000"/>
              </a:lnSpc>
              <a:spcBef>
                <a:spcPts val="0"/>
              </a:spcBef>
              <a:spcAft>
                <a:spcPts val="0"/>
              </a:spcAft>
              <a:defRPr/>
            </a:pPr>
            <a:r>
              <a:rPr lang="en-US" sz="2800" b="0" kern="0" dirty="0" smtClean="0">
                <a:solidFill>
                  <a:sysClr val="windowText" lastClr="000000"/>
                </a:solidFill>
                <a:latin typeface="Arial Narrow" pitchFamily="34" charset="0"/>
              </a:rPr>
              <a:t>buf1 = </a:t>
            </a:r>
            <a:r>
              <a:rPr lang="en-US" sz="2800" b="0" kern="0" dirty="0" err="1" smtClean="0">
                <a:solidFill>
                  <a:sysClr val="windowText" lastClr="000000"/>
                </a:solidFill>
                <a:latin typeface="Arial Narrow" pitchFamily="34" charset="0"/>
              </a:rPr>
              <a:t>Memory_alloc</a:t>
            </a:r>
            <a:r>
              <a:rPr lang="en-US" sz="2800" b="0" kern="0" dirty="0" smtClean="0">
                <a:solidFill>
                  <a:sysClr val="windowText" lastClr="000000"/>
                </a:solidFill>
                <a:latin typeface="Arial Narrow" pitchFamily="34" charset="0"/>
              </a:rPr>
              <a:t> (</a:t>
            </a:r>
            <a:r>
              <a:rPr lang="en-US" b="0" kern="0" dirty="0" err="1" smtClean="0">
                <a:solidFill>
                  <a:sysClr val="windowText" lastClr="000000"/>
                </a:solidFill>
                <a:latin typeface="Arial Narrow" pitchFamily="34" charset="0"/>
              </a:rPr>
              <a:t>myBuf</a:t>
            </a:r>
            <a:r>
              <a:rPr lang="en-US" sz="2800" b="0" kern="0" dirty="0" smtClean="0">
                <a:solidFill>
                  <a:sysClr val="windowText" lastClr="000000"/>
                </a:solidFill>
                <a:latin typeface="Arial Narrow" pitchFamily="34" charset="0"/>
              </a:rPr>
              <a:t>, 64, 0, </a:t>
            </a:r>
            <a:r>
              <a:rPr lang="en-US" sz="2800" kern="0" dirty="0" smtClean="0">
                <a:solidFill>
                  <a:schemeClr val="tx2"/>
                </a:solidFill>
                <a:latin typeface="Arial Narrow" pitchFamily="34" charset="0"/>
              </a:rPr>
              <a:t>&amp;</a:t>
            </a:r>
            <a:r>
              <a:rPr lang="en-US" sz="2800" kern="0" dirty="0" err="1" smtClean="0">
                <a:solidFill>
                  <a:schemeClr val="tx2"/>
                </a:solidFill>
                <a:latin typeface="Arial Narrow" pitchFamily="34" charset="0"/>
              </a:rPr>
              <a:t>eb</a:t>
            </a:r>
            <a:r>
              <a:rPr lang="en-US" sz="2800" b="0" kern="0" dirty="0" smtClean="0">
                <a:solidFill>
                  <a:sysClr val="windowText" lastClr="000000"/>
                </a:solidFill>
                <a:latin typeface="Arial Narrow" pitchFamily="34" charset="0"/>
              </a:rPr>
              <a:t>)</a:t>
            </a:r>
            <a:endParaRPr lang="en-US" sz="2800" b="0" kern="0" dirty="0">
              <a:solidFill>
                <a:sysClr val="windowText" lastClr="000000"/>
              </a:solidFill>
              <a:latin typeface="Arial Narrow" pitchFamily="34" charset="0"/>
            </a:endParaRPr>
          </a:p>
        </p:txBody>
      </p:sp>
      <p:sp>
        <p:nvSpPr>
          <p:cNvPr id="9" name="TextBox 8"/>
          <p:cNvSpPr txBox="1"/>
          <p:nvPr/>
        </p:nvSpPr>
        <p:spPr>
          <a:xfrm>
            <a:off x="6644604" y="962321"/>
            <a:ext cx="1967205" cy="830997"/>
          </a:xfrm>
          <a:prstGeom prst="rect">
            <a:avLst/>
          </a:prstGeom>
          <a:solidFill>
            <a:schemeClr val="accent3">
              <a:lumMod val="40000"/>
              <a:lumOff val="60000"/>
            </a:schemeClr>
          </a:solidFill>
          <a:ln w="19050">
            <a:solidFill>
              <a:schemeClr val="tx1"/>
            </a:solidFill>
          </a:ln>
          <a:effectLst>
            <a:outerShdw blurRad="50800" dist="88900" dir="2700000" algn="tl" rotWithShape="0">
              <a:prstClr val="black">
                <a:alpha val="40000"/>
              </a:prstClr>
            </a:outerShdw>
          </a:effectLst>
        </p:spPr>
        <p:txBody>
          <a:bodyPr wrap="none" rtlCol="0" anchor="ctr" anchorCtr="0">
            <a:spAutoFit/>
          </a:bodyPr>
          <a:lstStyle/>
          <a:p>
            <a:pPr eaLnBrk="1" hangingPunct="1">
              <a:lnSpc>
                <a:spcPct val="100000"/>
              </a:lnSpc>
              <a:spcBef>
                <a:spcPct val="0"/>
              </a:spcBef>
            </a:pPr>
            <a:r>
              <a:rPr lang="en-US" b="0" dirty="0" err="1" smtClean="0">
                <a:solidFill>
                  <a:srgbClr val="000000"/>
                </a:solidFill>
                <a:latin typeface="Arial Narrow" pitchFamily="34" charset="0"/>
                <a:cs typeface="Courier New" pitchFamily="49" charset="0"/>
              </a:rPr>
              <a:t>Error_Block</a:t>
            </a:r>
            <a:r>
              <a:rPr lang="en-US" b="0" dirty="0" smtClean="0">
                <a:solidFill>
                  <a:srgbClr val="000000"/>
                </a:solidFill>
                <a:latin typeface="Arial Narrow" pitchFamily="34" charset="0"/>
                <a:cs typeface="Courier New" pitchFamily="49" charset="0"/>
              </a:rPr>
              <a:t> </a:t>
            </a:r>
            <a:r>
              <a:rPr lang="en-US" b="0" dirty="0" err="1" smtClean="0">
                <a:solidFill>
                  <a:srgbClr val="000000"/>
                </a:solidFill>
                <a:latin typeface="Arial Narrow" pitchFamily="34" charset="0"/>
                <a:cs typeface="Courier New" pitchFamily="49" charset="0"/>
              </a:rPr>
              <a:t>eb</a:t>
            </a:r>
            <a:r>
              <a:rPr lang="en-US" b="0" dirty="0" smtClean="0">
                <a:solidFill>
                  <a:srgbClr val="000000"/>
                </a:solidFill>
                <a:latin typeface="Arial Narrow" pitchFamily="34" charset="0"/>
                <a:cs typeface="Courier New" pitchFamily="49" charset="0"/>
              </a:rPr>
              <a:t>;</a:t>
            </a:r>
          </a:p>
          <a:p>
            <a:pPr eaLnBrk="1" hangingPunct="1">
              <a:lnSpc>
                <a:spcPct val="100000"/>
              </a:lnSpc>
              <a:spcBef>
                <a:spcPct val="0"/>
              </a:spcBef>
            </a:pPr>
            <a:r>
              <a:rPr lang="en-US" b="0" dirty="0" err="1" smtClean="0">
                <a:solidFill>
                  <a:srgbClr val="000000"/>
                </a:solidFill>
                <a:latin typeface="Arial Narrow" pitchFamily="34" charset="0"/>
                <a:cs typeface="Courier New" pitchFamily="49" charset="0"/>
              </a:rPr>
              <a:t>Error_init</a:t>
            </a:r>
            <a:r>
              <a:rPr lang="en-US" b="0" dirty="0" smtClean="0">
                <a:solidFill>
                  <a:srgbClr val="000000"/>
                </a:solidFill>
                <a:latin typeface="Arial Narrow" pitchFamily="34" charset="0"/>
                <a:cs typeface="Courier New" pitchFamily="49" charset="0"/>
              </a:rPr>
              <a:t> (&amp;</a:t>
            </a:r>
            <a:r>
              <a:rPr lang="en-US" b="0" dirty="0" err="1" smtClean="0">
                <a:solidFill>
                  <a:srgbClr val="000000"/>
                </a:solidFill>
                <a:latin typeface="Arial Narrow" pitchFamily="34" charset="0"/>
                <a:cs typeface="Courier New" pitchFamily="49" charset="0"/>
              </a:rPr>
              <a:t>eb</a:t>
            </a:r>
            <a:r>
              <a:rPr lang="en-US" b="0" dirty="0" smtClean="0">
                <a:solidFill>
                  <a:srgbClr val="000000"/>
                </a:solidFill>
                <a:latin typeface="Arial Narrow" pitchFamily="34" charset="0"/>
                <a:cs typeface="Courier New" pitchFamily="49" charset="0"/>
              </a:rPr>
              <a:t>);</a:t>
            </a:r>
          </a:p>
        </p:txBody>
      </p:sp>
      <p:sp>
        <p:nvSpPr>
          <p:cNvPr id="10" name="TextBox 9"/>
          <p:cNvSpPr txBox="1"/>
          <p:nvPr/>
        </p:nvSpPr>
        <p:spPr>
          <a:xfrm>
            <a:off x="6842796" y="578823"/>
            <a:ext cx="1639680" cy="461665"/>
          </a:xfrm>
          <a:prstGeom prst="rect">
            <a:avLst/>
          </a:prstGeom>
          <a:noFill/>
        </p:spPr>
        <p:txBody>
          <a:bodyPr wrap="none" rtlCol="0" anchor="ctr" anchorCtr="0">
            <a:spAutoFit/>
          </a:bodyPr>
          <a:lstStyle/>
          <a:p>
            <a:pPr eaLnBrk="1" hangingPunct="1">
              <a:lnSpc>
                <a:spcPct val="100000"/>
              </a:lnSpc>
              <a:spcBef>
                <a:spcPct val="0"/>
              </a:spcBef>
            </a:pPr>
            <a:r>
              <a:rPr lang="en-US" dirty="0" smtClean="0">
                <a:solidFill>
                  <a:schemeClr val="tx2"/>
                </a:solidFill>
                <a:latin typeface="Calibri" pitchFamily="34" charset="0"/>
                <a:cs typeface="Calibri" pitchFamily="34" charset="0"/>
              </a:rPr>
              <a:t>Setup Code</a:t>
            </a:r>
          </a:p>
        </p:txBody>
      </p:sp>
      <p:sp>
        <p:nvSpPr>
          <p:cNvPr id="11" name="TextBox 10"/>
          <p:cNvSpPr txBox="1"/>
          <p:nvPr/>
        </p:nvSpPr>
        <p:spPr>
          <a:xfrm>
            <a:off x="664534" y="2029894"/>
            <a:ext cx="7990585" cy="3958007"/>
          </a:xfrm>
          <a:prstGeom prst="rect">
            <a:avLst/>
          </a:prstGeom>
          <a:solidFill>
            <a:schemeClr val="accent4">
              <a:lumMod val="20000"/>
              <a:lumOff val="80000"/>
            </a:schemeClr>
          </a:solidFill>
          <a:ln w="19050">
            <a:solidFill>
              <a:schemeClr val="tx1"/>
            </a:solidFill>
          </a:ln>
          <a:effectLst>
            <a:outerShdw blurRad="50800" dist="76200" dir="2700000" algn="tl" rotWithShape="0">
              <a:prstClr val="black">
                <a:alpha val="40000"/>
              </a:prstClr>
            </a:outerShdw>
          </a:effectLst>
        </p:spPr>
        <p:txBody>
          <a:bodyPr wrap="none" rtlCol="0" anchor="ctr" anchorCtr="0">
            <a:spAutoFit/>
          </a:bodyPr>
          <a:lstStyle/>
          <a:p>
            <a:pPr marL="342900" indent="-342900" eaLnBrk="1" hangingPunct="1">
              <a:spcBef>
                <a:spcPts val="1200"/>
              </a:spcBef>
              <a:buClr>
                <a:schemeClr val="tx2"/>
              </a:buClr>
              <a:buSzPct val="75000"/>
              <a:buFont typeface="Wingdings"/>
              <a:buChar char=""/>
            </a:pPr>
            <a:r>
              <a:rPr lang="en-US" b="0" dirty="0" smtClean="0">
                <a:solidFill>
                  <a:srgbClr val="000000"/>
                </a:solidFill>
                <a:latin typeface="Calibri" pitchFamily="34" charset="0"/>
                <a:cs typeface="Calibri" pitchFamily="34" charset="0"/>
              </a:rPr>
              <a:t>Most SYS/BIOS APIs that </a:t>
            </a:r>
            <a:r>
              <a:rPr lang="en-US" b="0" u="sng" dirty="0" smtClean="0">
                <a:solidFill>
                  <a:srgbClr val="000000"/>
                </a:solidFill>
                <a:latin typeface="Calibri" pitchFamily="34" charset="0"/>
                <a:cs typeface="Calibri" pitchFamily="34" charset="0"/>
              </a:rPr>
              <a:t>expect an error block also return</a:t>
            </a:r>
            <a:br>
              <a:rPr lang="en-US" b="0" u="sng" dirty="0" smtClean="0">
                <a:solidFill>
                  <a:srgbClr val="000000"/>
                </a:solidFill>
                <a:latin typeface="Calibri" pitchFamily="34" charset="0"/>
                <a:cs typeface="Calibri" pitchFamily="34" charset="0"/>
              </a:rPr>
            </a:br>
            <a:r>
              <a:rPr lang="en-US" b="0" u="sng" dirty="0" smtClean="0">
                <a:solidFill>
                  <a:srgbClr val="000000"/>
                </a:solidFill>
                <a:latin typeface="Calibri" pitchFamily="34" charset="0"/>
                <a:cs typeface="Calibri" pitchFamily="34" charset="0"/>
              </a:rPr>
              <a:t>a handle</a:t>
            </a:r>
            <a:r>
              <a:rPr lang="en-US" b="0" dirty="0" smtClean="0">
                <a:solidFill>
                  <a:srgbClr val="000000"/>
                </a:solidFill>
                <a:latin typeface="Calibri" pitchFamily="34" charset="0"/>
                <a:cs typeface="Calibri" pitchFamily="34" charset="0"/>
              </a:rPr>
              <a:t> to the created object or allocated memory</a:t>
            </a:r>
          </a:p>
          <a:p>
            <a:pPr marL="342900" indent="-342900" eaLnBrk="1" hangingPunct="1">
              <a:spcBef>
                <a:spcPts val="1200"/>
              </a:spcBef>
              <a:buClr>
                <a:schemeClr val="tx2"/>
              </a:buClr>
              <a:buSzPct val="75000"/>
              <a:buFont typeface="Wingdings"/>
              <a:buChar char=""/>
            </a:pPr>
            <a:r>
              <a:rPr lang="en-US" b="0" dirty="0" smtClean="0">
                <a:solidFill>
                  <a:srgbClr val="000000"/>
                </a:solidFill>
                <a:latin typeface="Calibri" pitchFamily="34" charset="0"/>
                <a:cs typeface="Calibri" pitchFamily="34" charset="0"/>
              </a:rPr>
              <a:t>If NULL is passed instead of an initialized </a:t>
            </a:r>
            <a:r>
              <a:rPr lang="en-US" b="0" dirty="0" err="1" smtClean="0">
                <a:solidFill>
                  <a:srgbClr val="000000"/>
                </a:solidFill>
                <a:latin typeface="Calibri" pitchFamily="34" charset="0"/>
                <a:cs typeface="Calibri" pitchFamily="34" charset="0"/>
              </a:rPr>
              <a:t>Error_Block</a:t>
            </a:r>
            <a:r>
              <a:rPr lang="en-US" b="0" dirty="0" smtClean="0">
                <a:solidFill>
                  <a:srgbClr val="000000"/>
                </a:solidFill>
                <a:latin typeface="Calibri" pitchFamily="34" charset="0"/>
                <a:cs typeface="Calibri" pitchFamily="34" charset="0"/>
              </a:rPr>
              <a:t> and</a:t>
            </a:r>
            <a:br>
              <a:rPr lang="en-US" b="0" dirty="0" smtClean="0">
                <a:solidFill>
                  <a:srgbClr val="000000"/>
                </a:solidFill>
                <a:latin typeface="Calibri" pitchFamily="34" charset="0"/>
                <a:cs typeface="Calibri" pitchFamily="34" charset="0"/>
              </a:rPr>
            </a:br>
            <a:r>
              <a:rPr lang="en-US" b="0" dirty="0" smtClean="0">
                <a:solidFill>
                  <a:srgbClr val="000000"/>
                </a:solidFill>
                <a:latin typeface="Calibri" pitchFamily="34" charset="0"/>
                <a:cs typeface="Calibri" pitchFamily="34" charset="0"/>
              </a:rPr>
              <a:t>an error occurs, </a:t>
            </a:r>
            <a:r>
              <a:rPr lang="en-US" b="0" u="sng" dirty="0" smtClean="0">
                <a:solidFill>
                  <a:srgbClr val="000000"/>
                </a:solidFill>
                <a:latin typeface="Calibri" pitchFamily="34" charset="0"/>
                <a:cs typeface="Calibri" pitchFamily="34" charset="0"/>
              </a:rPr>
              <a:t>the application aborts</a:t>
            </a:r>
            <a:r>
              <a:rPr lang="en-US" b="0" dirty="0" smtClean="0">
                <a:solidFill>
                  <a:srgbClr val="000000"/>
                </a:solidFill>
                <a:latin typeface="Calibri" pitchFamily="34" charset="0"/>
                <a:cs typeface="Calibri" pitchFamily="34" charset="0"/>
              </a:rPr>
              <a:t> and the </a:t>
            </a:r>
            <a:r>
              <a:rPr lang="en-US" b="0" smtClean="0">
                <a:solidFill>
                  <a:srgbClr val="000000"/>
                </a:solidFill>
                <a:latin typeface="Calibri" pitchFamily="34" charset="0"/>
                <a:cs typeface="Calibri" pitchFamily="34" charset="0"/>
              </a:rPr>
              <a:t>error can be </a:t>
            </a:r>
            <a:r>
              <a:rPr lang="en-US" b="0" dirty="0" smtClean="0">
                <a:solidFill>
                  <a:srgbClr val="000000"/>
                </a:solidFill>
                <a:latin typeface="Calibri" pitchFamily="34" charset="0"/>
                <a:cs typeface="Calibri" pitchFamily="34" charset="0"/>
              </a:rPr>
              <a:t/>
            </a:r>
            <a:br>
              <a:rPr lang="en-US" b="0" dirty="0" smtClean="0">
                <a:solidFill>
                  <a:srgbClr val="000000"/>
                </a:solidFill>
                <a:latin typeface="Calibri" pitchFamily="34" charset="0"/>
                <a:cs typeface="Calibri" pitchFamily="34" charset="0"/>
              </a:rPr>
            </a:br>
            <a:r>
              <a:rPr lang="en-US" b="0" dirty="0" smtClean="0">
                <a:solidFill>
                  <a:srgbClr val="000000"/>
                </a:solidFill>
                <a:latin typeface="Calibri" pitchFamily="34" charset="0"/>
                <a:cs typeface="Calibri" pitchFamily="34" charset="0"/>
              </a:rPr>
              <a:t>output using </a:t>
            </a:r>
            <a:r>
              <a:rPr lang="en-US" b="0" dirty="0" err="1" smtClean="0">
                <a:solidFill>
                  <a:srgbClr val="000000"/>
                </a:solidFill>
                <a:latin typeface="Calibri" pitchFamily="34" charset="0"/>
                <a:cs typeface="Calibri" pitchFamily="34" charset="0"/>
              </a:rPr>
              <a:t>System_printf</a:t>
            </a:r>
            <a:r>
              <a:rPr lang="en-US" b="0" dirty="0" smtClean="0">
                <a:solidFill>
                  <a:srgbClr val="000000"/>
                </a:solidFill>
                <a:latin typeface="Calibri" pitchFamily="34" charset="0"/>
                <a:cs typeface="Calibri" pitchFamily="34" charset="0"/>
              </a:rPr>
              <a:t>().</a:t>
            </a:r>
          </a:p>
          <a:p>
            <a:pPr marL="342900" indent="-342900" eaLnBrk="1" hangingPunct="1">
              <a:spcBef>
                <a:spcPts val="1200"/>
              </a:spcBef>
              <a:buClr>
                <a:schemeClr val="tx2"/>
              </a:buClr>
              <a:buSzPct val="75000"/>
              <a:buFont typeface="Wingdings"/>
              <a:buChar char=""/>
            </a:pPr>
            <a:r>
              <a:rPr lang="en-US" b="0" dirty="0" smtClean="0">
                <a:solidFill>
                  <a:srgbClr val="000000"/>
                </a:solidFill>
                <a:latin typeface="Calibri" pitchFamily="34" charset="0"/>
                <a:cs typeface="Calibri" pitchFamily="34" charset="0"/>
              </a:rPr>
              <a:t>This may be the best behavior in systems where an error is</a:t>
            </a:r>
            <a:br>
              <a:rPr lang="en-US" b="0" dirty="0" smtClean="0">
                <a:solidFill>
                  <a:srgbClr val="000000"/>
                </a:solidFill>
                <a:latin typeface="Calibri" pitchFamily="34" charset="0"/>
                <a:cs typeface="Calibri" pitchFamily="34" charset="0"/>
              </a:rPr>
            </a:br>
            <a:r>
              <a:rPr lang="en-US" b="0" dirty="0" smtClean="0">
                <a:solidFill>
                  <a:srgbClr val="000000"/>
                </a:solidFill>
                <a:latin typeface="Calibri" pitchFamily="34" charset="0"/>
                <a:cs typeface="Calibri" pitchFamily="34" charset="0"/>
              </a:rPr>
              <a:t>fatal and you do not want to do any error checking</a:t>
            </a:r>
          </a:p>
          <a:p>
            <a:pPr marL="342900" indent="-342900" eaLnBrk="1" hangingPunct="1">
              <a:spcBef>
                <a:spcPts val="1200"/>
              </a:spcBef>
              <a:buClr>
                <a:schemeClr val="tx2"/>
              </a:buClr>
              <a:buSzPct val="75000"/>
              <a:buFont typeface="Wingdings"/>
              <a:buChar char=""/>
            </a:pPr>
            <a:r>
              <a:rPr lang="en-US" b="0" dirty="0" smtClean="0">
                <a:solidFill>
                  <a:srgbClr val="000000"/>
                </a:solidFill>
                <a:latin typeface="Calibri" pitchFamily="34" charset="0"/>
                <a:cs typeface="Calibri" pitchFamily="34" charset="0"/>
              </a:rPr>
              <a:t>The main advantage of passing and testing </a:t>
            </a:r>
            <a:r>
              <a:rPr lang="en-US" b="0" dirty="0" err="1" smtClean="0">
                <a:solidFill>
                  <a:srgbClr val="000000"/>
                </a:solidFill>
                <a:latin typeface="Calibri" pitchFamily="34" charset="0"/>
                <a:cs typeface="Calibri" pitchFamily="34" charset="0"/>
              </a:rPr>
              <a:t>Error_block</a:t>
            </a:r>
            <a:r>
              <a:rPr lang="en-US" b="0" dirty="0" smtClean="0">
                <a:solidFill>
                  <a:srgbClr val="000000"/>
                </a:solidFill>
                <a:latin typeface="Calibri" pitchFamily="34" charset="0"/>
                <a:cs typeface="Calibri" pitchFamily="34" charset="0"/>
              </a:rPr>
              <a:t> is</a:t>
            </a:r>
            <a:br>
              <a:rPr lang="en-US" b="0" dirty="0" smtClean="0">
                <a:solidFill>
                  <a:srgbClr val="000000"/>
                </a:solidFill>
                <a:latin typeface="Calibri" pitchFamily="34" charset="0"/>
                <a:cs typeface="Calibri" pitchFamily="34" charset="0"/>
              </a:rPr>
            </a:br>
            <a:r>
              <a:rPr lang="en-US" b="0" dirty="0" smtClean="0">
                <a:solidFill>
                  <a:srgbClr val="000000"/>
                </a:solidFill>
                <a:latin typeface="Calibri" pitchFamily="34" charset="0"/>
                <a:cs typeface="Calibri" pitchFamily="34" charset="0"/>
              </a:rPr>
              <a:t>that your </a:t>
            </a:r>
            <a:r>
              <a:rPr lang="en-US" b="0" u="sng" dirty="0" smtClean="0">
                <a:solidFill>
                  <a:srgbClr val="000000"/>
                </a:solidFill>
                <a:latin typeface="Calibri" pitchFamily="34" charset="0"/>
                <a:cs typeface="Calibri" pitchFamily="34" charset="0"/>
              </a:rPr>
              <a:t>program controls when it aborts</a:t>
            </a:r>
            <a:r>
              <a:rPr lang="en-US" b="0" dirty="0" smtClean="0">
                <a:solidFill>
                  <a:srgbClr val="000000"/>
                </a:solidFill>
                <a:latin typeface="Calibri" pitchFamily="34" charset="0"/>
                <a:cs typeface="Calibri" pitchFamily="34" charset="0"/>
              </a:rPr>
              <a:t>.</a:t>
            </a:r>
          </a:p>
          <a:p>
            <a:pPr marL="342900" indent="-342900" eaLnBrk="1" hangingPunct="1">
              <a:spcBef>
                <a:spcPts val="1200"/>
              </a:spcBef>
              <a:buClr>
                <a:schemeClr val="tx2"/>
              </a:buClr>
              <a:buSzPct val="75000"/>
              <a:buFont typeface="Wingdings"/>
              <a:buChar char=""/>
            </a:pPr>
            <a:r>
              <a:rPr lang="en-US" b="0" i="1" dirty="0" smtClean="0">
                <a:solidFill>
                  <a:srgbClr val="000000"/>
                </a:solidFill>
                <a:latin typeface="Calibri" pitchFamily="34" charset="0"/>
                <a:cs typeface="Calibri" pitchFamily="34" charset="0"/>
              </a:rPr>
              <a:t>Typically, systems pass </a:t>
            </a:r>
            <a:r>
              <a:rPr lang="en-US" b="0" i="1" dirty="0" err="1" smtClean="0">
                <a:solidFill>
                  <a:srgbClr val="000000"/>
                </a:solidFill>
                <a:latin typeface="Calibri" pitchFamily="34" charset="0"/>
                <a:cs typeface="Calibri" pitchFamily="34" charset="0"/>
              </a:rPr>
              <a:t>Error_block</a:t>
            </a:r>
            <a:r>
              <a:rPr lang="en-US" b="0" i="1" dirty="0" smtClean="0">
                <a:solidFill>
                  <a:srgbClr val="000000"/>
                </a:solidFill>
                <a:latin typeface="Calibri" pitchFamily="34" charset="0"/>
                <a:cs typeface="Calibri" pitchFamily="34" charset="0"/>
              </a:rPr>
              <a:t> and check resource</a:t>
            </a:r>
            <a:br>
              <a:rPr lang="en-US" b="0" i="1" dirty="0" smtClean="0">
                <a:solidFill>
                  <a:srgbClr val="000000"/>
                </a:solidFill>
                <a:latin typeface="Calibri" pitchFamily="34" charset="0"/>
                <a:cs typeface="Calibri" pitchFamily="34" charset="0"/>
              </a:rPr>
            </a:br>
            <a:r>
              <a:rPr lang="en-US" b="0" i="1" dirty="0" smtClean="0">
                <a:solidFill>
                  <a:srgbClr val="000000"/>
                </a:solidFill>
                <a:latin typeface="Calibri" pitchFamily="34" charset="0"/>
                <a:cs typeface="Calibri" pitchFamily="34" charset="0"/>
              </a:rPr>
              <a:t>pointer to see if it is NULL, then make a decision… </a:t>
            </a:r>
          </a:p>
        </p:txBody>
      </p:sp>
      <p:sp>
        <p:nvSpPr>
          <p:cNvPr id="12" name="TextBox 11"/>
          <p:cNvSpPr txBox="1"/>
          <p:nvPr/>
        </p:nvSpPr>
        <p:spPr>
          <a:xfrm>
            <a:off x="2730743" y="578823"/>
            <a:ext cx="958789" cy="461665"/>
          </a:xfrm>
          <a:prstGeom prst="rect">
            <a:avLst/>
          </a:prstGeom>
          <a:noFill/>
        </p:spPr>
        <p:txBody>
          <a:bodyPr wrap="none" rtlCol="0" anchor="ctr" anchorCtr="0">
            <a:spAutoFit/>
          </a:bodyPr>
          <a:lstStyle/>
          <a:p>
            <a:pPr eaLnBrk="1" hangingPunct="1">
              <a:lnSpc>
                <a:spcPct val="100000"/>
              </a:lnSpc>
              <a:spcBef>
                <a:spcPct val="0"/>
              </a:spcBef>
            </a:pPr>
            <a:r>
              <a:rPr lang="en-US" dirty="0" smtClean="0">
                <a:solidFill>
                  <a:schemeClr val="tx2"/>
                </a:solidFill>
                <a:latin typeface="Calibri" pitchFamily="34" charset="0"/>
                <a:cs typeface="Calibri" pitchFamily="34" charset="0"/>
              </a:rPr>
              <a:t>Usage</a:t>
            </a:r>
          </a:p>
        </p:txBody>
      </p:sp>
      <p:sp>
        <p:nvSpPr>
          <p:cNvPr id="13" name="TextBox 12"/>
          <p:cNvSpPr txBox="1"/>
          <p:nvPr/>
        </p:nvSpPr>
        <p:spPr>
          <a:xfrm>
            <a:off x="2314539" y="6096000"/>
            <a:ext cx="5297348" cy="400110"/>
          </a:xfrm>
          <a:prstGeom prst="rect">
            <a:avLst/>
          </a:prstGeom>
          <a:noFill/>
        </p:spPr>
        <p:txBody>
          <a:bodyPr wrap="none" rtlCol="0" anchor="ctr" anchorCtr="0">
            <a:spAutoFit/>
          </a:bodyPr>
          <a:lstStyle/>
          <a:p>
            <a:pPr eaLnBrk="1" hangingPunct="1">
              <a:lnSpc>
                <a:spcPct val="100000"/>
              </a:lnSpc>
              <a:spcBef>
                <a:spcPct val="0"/>
              </a:spcBef>
            </a:pPr>
            <a:r>
              <a:rPr lang="en-US" sz="2000" b="0" dirty="0" smtClean="0">
                <a:solidFill>
                  <a:srgbClr val="000000"/>
                </a:solidFill>
                <a:latin typeface="Calibri" pitchFamily="34" charset="0"/>
                <a:cs typeface="Calibri" pitchFamily="34" charset="0"/>
              </a:rPr>
              <a:t>Can check </a:t>
            </a:r>
            <a:r>
              <a:rPr lang="en-US" sz="2000" b="0" dirty="0" err="1" smtClean="0">
                <a:solidFill>
                  <a:srgbClr val="000000"/>
                </a:solidFill>
                <a:latin typeface="Calibri" pitchFamily="34" charset="0"/>
                <a:cs typeface="Calibri" pitchFamily="34" charset="0"/>
              </a:rPr>
              <a:t>Error_Block</a:t>
            </a:r>
            <a:r>
              <a:rPr lang="en-US" sz="2000" b="0" dirty="0" smtClean="0">
                <a:solidFill>
                  <a:srgbClr val="000000"/>
                </a:solidFill>
                <a:latin typeface="Calibri" pitchFamily="34" charset="0"/>
                <a:cs typeface="Calibri" pitchFamily="34" charset="0"/>
              </a:rPr>
              <a:t> using:</a:t>
            </a:r>
            <a:r>
              <a:rPr lang="en-US" sz="2000" b="0" dirty="0" smtClean="0">
                <a:solidFill>
                  <a:srgbClr val="000000"/>
                </a:solidFill>
                <a:latin typeface="Arial Narrow" pitchFamily="34" charset="0"/>
              </a:rPr>
              <a:t>  </a:t>
            </a:r>
            <a:r>
              <a:rPr lang="en-US" sz="2000" b="0" dirty="0" err="1" smtClean="0">
                <a:solidFill>
                  <a:srgbClr val="000000"/>
                </a:solidFill>
                <a:latin typeface="Courier New" pitchFamily="49" charset="0"/>
                <a:cs typeface="Courier New" pitchFamily="49" charset="0"/>
              </a:rPr>
              <a:t>Error_check</a:t>
            </a:r>
            <a:r>
              <a:rPr lang="en-US" sz="2000" b="0" dirty="0" smtClean="0">
                <a:solidFill>
                  <a:srgbClr val="000000"/>
                </a:solidFill>
                <a:latin typeface="Courier New" pitchFamily="49" charset="0"/>
                <a:cs typeface="Courier New" pitchFamily="49" charset="0"/>
              </a:rPr>
              <a:t>()</a:t>
            </a:r>
          </a:p>
        </p:txBody>
      </p:sp>
      <p:pic>
        <p:nvPicPr>
          <p:cNvPr id="17" name="Animated Logo" descr="tilogo_color_twoline.png"/>
          <p:cNvPicPr>
            <a:picLocks noChangeAspect="1"/>
          </p:cNvPicPr>
          <p:nvPr/>
        </p:nvPicPr>
        <p:blipFill>
          <a:blip r:embed="rId3" cstate="print"/>
          <a:stretch>
            <a:fillRect/>
          </a:stretch>
        </p:blipFill>
        <p:spPr>
          <a:xfrm>
            <a:off x="50800" y="6477000"/>
            <a:ext cx="1438537" cy="347443"/>
          </a:xfrm>
          <a:prstGeom prst="rect">
            <a:avLst/>
          </a:prstGeom>
        </p:spPr>
      </p:pic>
    </p:spTree>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66"/>
        </a:solidFill>
        <a:effectLst/>
      </p:bgPr>
    </p:bg>
    <p:spTree>
      <p:nvGrpSpPr>
        <p:cNvPr id="1" name=""/>
        <p:cNvGrpSpPr/>
        <p:nvPr/>
      </p:nvGrpSpPr>
      <p:grpSpPr>
        <a:xfrm>
          <a:off x="0" y="0"/>
          <a:ext cx="0" cy="0"/>
          <a:chOff x="0" y="0"/>
          <a:chExt cx="0" cy="0"/>
        </a:xfrm>
      </p:grpSpPr>
      <p:sp>
        <p:nvSpPr>
          <p:cNvPr id="669704" name="Rectangle 8"/>
          <p:cNvSpPr>
            <a:spLocks noChangeArrowheads="1"/>
          </p:cNvSpPr>
          <p:nvPr/>
        </p:nvSpPr>
        <p:spPr bwMode="auto">
          <a:xfrm>
            <a:off x="304800" y="914400"/>
            <a:ext cx="5562600" cy="5410200"/>
          </a:xfrm>
          <a:prstGeom prst="rect">
            <a:avLst/>
          </a:prstGeom>
          <a:solidFill>
            <a:srgbClr val="92D050"/>
          </a:solidFill>
          <a:ln w="19050">
            <a:solidFill>
              <a:schemeClr val="tx1"/>
            </a:solidFill>
            <a:miter lim="800000"/>
            <a:headEnd type="none" w="sm" len="sm"/>
            <a:tailEnd type="none" w="sm" len="sm"/>
          </a:ln>
          <a:effectLst>
            <a:outerShdw blurRad="50800" dist="127000" dir="2700000" algn="tl" rotWithShape="0">
              <a:prstClr val="black">
                <a:alpha val="40000"/>
              </a:prstClr>
            </a:outerShdw>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pic>
        <p:nvPicPr>
          <p:cNvPr id="72706" name="Picture 2" descr="C:\Documents and Settings\a0159877\Desktop\250px-Operating_system_placement.svg.png"/>
          <p:cNvPicPr>
            <a:picLocks noChangeAspect="1" noChangeArrowheads="1"/>
          </p:cNvPicPr>
          <p:nvPr/>
        </p:nvPicPr>
        <p:blipFill>
          <a:blip r:embed="rId9" cstate="print"/>
          <a:srcRect/>
          <a:stretch>
            <a:fillRect/>
          </a:stretch>
        </p:blipFill>
        <p:spPr bwMode="auto">
          <a:xfrm>
            <a:off x="6160824" y="1153041"/>
            <a:ext cx="2819400" cy="4172713"/>
          </a:xfrm>
          <a:prstGeom prst="rect">
            <a:avLst/>
          </a:prstGeom>
          <a:noFill/>
        </p:spPr>
      </p:pic>
      <p:pic>
        <p:nvPicPr>
          <p:cNvPr id="11" name="Animated Logo" descr="tilogo_color_twoline.png"/>
          <p:cNvPicPr>
            <a:picLocks noChangeAspect="1"/>
          </p:cNvPicPr>
          <p:nvPr/>
        </p:nvPicPr>
        <p:blipFill>
          <a:blip r:embed="rId10" cstate="print"/>
          <a:stretch>
            <a:fillRect/>
          </a:stretch>
        </p:blipFill>
        <p:spPr>
          <a:xfrm>
            <a:off x="50800" y="6477000"/>
            <a:ext cx="1438537" cy="347443"/>
          </a:xfrm>
          <a:prstGeom prst="rect">
            <a:avLst/>
          </a:prstGeom>
        </p:spPr>
      </p:pic>
      <p:sp>
        <p:nvSpPr>
          <p:cNvPr id="41987" name="Rectangle 2"/>
          <p:cNvSpPr>
            <a:spLocks noGrp="1" noChangeArrowheads="1"/>
          </p:cNvSpPr>
          <p:nvPr>
            <p:ph type="title"/>
          </p:nvPr>
        </p:nvSpPr>
        <p:spPr/>
        <p:txBody>
          <a:bodyPr/>
          <a:lstStyle/>
          <a:p>
            <a:r>
              <a:rPr lang="en-US" smtClean="0">
                <a:solidFill>
                  <a:schemeClr val="tx1"/>
                </a:solidFill>
              </a:rPr>
              <a:t>Outline</a:t>
            </a:r>
          </a:p>
        </p:txBody>
      </p:sp>
      <p:sp>
        <p:nvSpPr>
          <p:cNvPr id="10" name="Text Box 4">
            <a:hlinkClick r:id="rId11" action="ppaction://hlinksldjump"/>
          </p:cNvPr>
          <p:cNvSpPr txBox="1">
            <a:spLocks noChangeArrowheads="1"/>
          </p:cNvSpPr>
          <p:nvPr>
            <p:custDataLst>
              <p:tags r:id="rId2"/>
            </p:custDataLst>
          </p:nvPr>
        </p:nvSpPr>
        <p:spPr bwMode="auto">
          <a:xfrm>
            <a:off x="301576" y="1018384"/>
            <a:ext cx="5543550" cy="476250"/>
          </a:xfrm>
          <a:prstGeom prst="rect">
            <a:avLst/>
          </a:prstGeom>
          <a:noFill/>
          <a:ln w="12700">
            <a:noFill/>
            <a:miter lim="800000"/>
            <a:headEnd type="none" w="sm" len="sm"/>
            <a:tailEnd type="none" w="sm" len="sm"/>
          </a:ln>
        </p:spPr>
        <p:txBody>
          <a:bodyPr>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Static vs. Dynamic</a:t>
            </a:r>
            <a:endParaRPr lang="en-US" sz="2800" dirty="0">
              <a:solidFill>
                <a:srgbClr val="000000"/>
              </a:solidFill>
            </a:endParaRPr>
          </a:p>
        </p:txBody>
      </p:sp>
      <p:sp>
        <p:nvSpPr>
          <p:cNvPr id="12" name="Text Box 4">
            <a:hlinkClick r:id="rId12" action="ppaction://hlinksldjump"/>
          </p:cNvPr>
          <p:cNvSpPr txBox="1">
            <a:spLocks noChangeArrowheads="1"/>
          </p:cNvSpPr>
          <p:nvPr>
            <p:custDataLst>
              <p:tags r:id="rId3"/>
            </p:custDataLst>
          </p:nvPr>
        </p:nvSpPr>
        <p:spPr bwMode="auto">
          <a:xfrm>
            <a:off x="301576" y="1593186"/>
            <a:ext cx="5543550" cy="476250"/>
          </a:xfrm>
          <a:prstGeom prst="rect">
            <a:avLst/>
          </a:prstGeom>
          <a:noFill/>
          <a:ln w="12700">
            <a:noFill/>
            <a:miter lim="800000"/>
            <a:headEnd type="none" w="sm" len="sm"/>
            <a:tailEnd type="none" w="sm" len="sm"/>
          </a:ln>
        </p:spPr>
        <p:txBody>
          <a:bodyPr>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Dynamic Memory Concepts</a:t>
            </a:r>
            <a:endParaRPr lang="en-US" sz="2800" dirty="0">
              <a:solidFill>
                <a:srgbClr val="000000"/>
              </a:solidFill>
            </a:endParaRPr>
          </a:p>
        </p:txBody>
      </p:sp>
      <p:sp>
        <p:nvSpPr>
          <p:cNvPr id="13" name="Text Box 4">
            <a:hlinkClick r:id="rId13" action="ppaction://hlinksldjump"/>
          </p:cNvPr>
          <p:cNvSpPr txBox="1">
            <a:spLocks noChangeArrowheads="1"/>
          </p:cNvSpPr>
          <p:nvPr>
            <p:custDataLst>
              <p:tags r:id="rId4"/>
            </p:custDataLst>
          </p:nvPr>
        </p:nvSpPr>
        <p:spPr bwMode="auto">
          <a:xfrm>
            <a:off x="301576" y="2167988"/>
            <a:ext cx="5543550" cy="476250"/>
          </a:xfrm>
          <a:prstGeom prst="rect">
            <a:avLst/>
          </a:prstGeom>
          <a:noFill/>
          <a:ln w="12700">
            <a:noFill/>
            <a:miter lim="800000"/>
            <a:headEnd type="none" w="sm" len="sm"/>
            <a:tailEnd type="none" w="sm" len="sm"/>
          </a:ln>
        </p:spPr>
        <p:txBody>
          <a:bodyPr>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Different Types of Heaps</a:t>
            </a:r>
            <a:endParaRPr lang="en-US" sz="2800" dirty="0">
              <a:solidFill>
                <a:srgbClr val="000000"/>
              </a:solidFill>
            </a:endParaRPr>
          </a:p>
        </p:txBody>
      </p:sp>
      <p:sp>
        <p:nvSpPr>
          <p:cNvPr id="14" name="Text Box 4">
            <a:hlinkClick r:id="rId14" action="ppaction://hlinksldjump"/>
          </p:cNvPr>
          <p:cNvSpPr txBox="1">
            <a:spLocks noChangeArrowheads="1"/>
          </p:cNvSpPr>
          <p:nvPr>
            <p:custDataLst>
              <p:tags r:id="rId5"/>
            </p:custDataLst>
          </p:nvPr>
        </p:nvSpPr>
        <p:spPr bwMode="auto">
          <a:xfrm>
            <a:off x="301576" y="2742790"/>
            <a:ext cx="5543550" cy="476250"/>
          </a:xfrm>
          <a:prstGeom prst="rect">
            <a:avLst/>
          </a:prstGeom>
          <a:noFill/>
          <a:ln w="12700">
            <a:noFill/>
            <a:miter lim="800000"/>
            <a:headEnd type="none" w="sm" len="sm"/>
            <a:tailEnd type="none" w="sm" len="sm"/>
          </a:ln>
        </p:spPr>
        <p:txBody>
          <a:bodyPr>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Dynamic Module Creation</a:t>
            </a:r>
            <a:endParaRPr lang="en-US" sz="2800" dirty="0">
              <a:solidFill>
                <a:srgbClr val="000000"/>
              </a:solidFill>
            </a:endParaRPr>
          </a:p>
        </p:txBody>
      </p:sp>
      <p:sp>
        <p:nvSpPr>
          <p:cNvPr id="15" name="Text Box 3">
            <a:hlinkClick r:id="rId15" action="ppaction://hlinksldjump"/>
          </p:cNvPr>
          <p:cNvSpPr txBox="1">
            <a:spLocks noChangeArrowheads="1"/>
          </p:cNvSpPr>
          <p:nvPr>
            <p:custDataLst>
              <p:tags r:id="rId6"/>
            </p:custDataLst>
          </p:nvPr>
        </p:nvSpPr>
        <p:spPr bwMode="auto">
          <a:xfrm>
            <a:off x="304800" y="3317592"/>
            <a:ext cx="5562600" cy="495300"/>
          </a:xfrm>
          <a:prstGeom prst="rect">
            <a:avLst/>
          </a:prstGeom>
          <a:solidFill>
            <a:schemeClr val="bg1"/>
          </a:solidFill>
          <a:ln w="19050">
            <a:solidFill>
              <a:schemeClr val="tx1"/>
            </a:solidFill>
            <a:miter lim="800000"/>
            <a:headEnd type="none" w="sm" len="sm"/>
            <a:tailEnd type="none" w="sm" len="sm"/>
          </a:ln>
        </p:spPr>
        <p:txBody>
          <a:bodyPr wrap="square">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Custom Section Placement</a:t>
            </a:r>
            <a:endParaRPr lang="en-US" sz="2800">
              <a:solidFill>
                <a:srgbClr val="000000"/>
              </a:solidFill>
            </a:endParaRPr>
          </a:p>
        </p:txBody>
      </p:sp>
      <p:sp>
        <p:nvSpPr>
          <p:cNvPr id="16" name="Text Box 4">
            <a:hlinkClick r:id="rId16" action="ppaction://hlinksldjump"/>
          </p:cNvPr>
          <p:cNvSpPr txBox="1">
            <a:spLocks noChangeArrowheads="1"/>
          </p:cNvSpPr>
          <p:nvPr>
            <p:custDataLst>
              <p:tags r:id="rId7"/>
            </p:custDataLst>
          </p:nvPr>
        </p:nvSpPr>
        <p:spPr bwMode="auto">
          <a:xfrm>
            <a:off x="301576" y="3924144"/>
            <a:ext cx="5543550" cy="476250"/>
          </a:xfrm>
          <a:prstGeom prst="rect">
            <a:avLst/>
          </a:prstGeom>
          <a:noFill/>
          <a:ln w="12700">
            <a:noFill/>
            <a:miter lim="800000"/>
            <a:headEnd type="none" w="sm" len="sm"/>
            <a:tailEnd type="none" w="sm" len="sm"/>
          </a:ln>
        </p:spPr>
        <p:txBody>
          <a:bodyPr>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Lab</a:t>
            </a:r>
            <a:endParaRPr lang="en-US" sz="2800" dirty="0">
              <a:solidFill>
                <a:srgbClr val="000000"/>
              </a:solidFill>
            </a:endParaRPr>
          </a:p>
        </p:txBody>
      </p:sp>
    </p:spTree>
    <p:custDataLst>
      <p:tags r:id="rId1"/>
    </p:custDataLst>
    <p:extLst>
      <p:ext uri="{BB962C8B-B14F-4D97-AF65-F5344CB8AC3E}">
        <p14:creationId xmlns:p14="http://schemas.microsoft.com/office/powerpoint/2010/main" val="3805703300"/>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r>
              <a:rPr lang="en-US" smtClean="0"/>
              <a:t>Custom Placement of Data and Code</a:t>
            </a:r>
          </a:p>
        </p:txBody>
      </p:sp>
      <p:sp>
        <p:nvSpPr>
          <p:cNvPr id="64516" name="Rectangle 12"/>
          <p:cNvSpPr>
            <a:spLocks noChangeArrowheads="1"/>
          </p:cNvSpPr>
          <p:nvPr/>
        </p:nvSpPr>
        <p:spPr bwMode="auto">
          <a:xfrm>
            <a:off x="228600" y="609600"/>
            <a:ext cx="8458200" cy="986746"/>
          </a:xfrm>
          <a:prstGeom prst="rect">
            <a:avLst/>
          </a:prstGeom>
          <a:noFill/>
          <a:ln w="9525">
            <a:noFill/>
            <a:miter lim="800000"/>
            <a:headEnd/>
            <a:tailEnd/>
          </a:ln>
        </p:spPr>
        <p:txBody>
          <a:bodyPr wrap="square" lIns="92075" tIns="46038" rIns="92075" bIns="46038">
            <a:spAutoFit/>
          </a:bodyPr>
          <a:lstStyle/>
          <a:p>
            <a:pPr marL="342900" indent="-342900">
              <a:spcBef>
                <a:spcPts val="1200"/>
              </a:spcBef>
              <a:buClr>
                <a:schemeClr val="tx2"/>
              </a:buClr>
              <a:buSzPct val="75000"/>
              <a:buFont typeface="Wingdings" pitchFamily="2" charset="2"/>
              <a:buChar char=""/>
            </a:pPr>
            <a:r>
              <a:rPr lang="en-US" b="0">
                <a:latin typeface="Calibri" pitchFamily="34" charset="0"/>
                <a:cs typeface="Calibri" pitchFamily="34" charset="0"/>
              </a:rPr>
              <a:t>Problem #1:  </a:t>
            </a:r>
            <a:r>
              <a:rPr lang="en-US" b="0" smtClean="0">
                <a:latin typeface="Calibri" pitchFamily="34" charset="0"/>
                <a:cs typeface="Calibri" pitchFamily="34" charset="0"/>
              </a:rPr>
              <a:t>You have a function or buffer that you want to place at a </a:t>
            </a:r>
            <a:r>
              <a:rPr lang="en-US" b="0" u="sng" smtClean="0">
                <a:latin typeface="Calibri" pitchFamily="34" charset="0"/>
                <a:cs typeface="Calibri" pitchFamily="34" charset="0"/>
              </a:rPr>
              <a:t>specific</a:t>
            </a:r>
            <a:r>
              <a:rPr lang="en-US" b="0" smtClean="0">
                <a:latin typeface="Calibri" pitchFamily="34" charset="0"/>
                <a:cs typeface="Calibri" pitchFamily="34" charset="0"/>
              </a:rPr>
              <a:t> address in the memory map. </a:t>
            </a:r>
            <a:r>
              <a:rPr lang="en-US" b="0">
                <a:solidFill>
                  <a:schemeClr val="tx2"/>
                </a:solidFill>
                <a:latin typeface="Calibri" pitchFamily="34" charset="0"/>
                <a:cs typeface="Calibri" pitchFamily="34" charset="0"/>
              </a:rPr>
              <a:t>How </a:t>
            </a:r>
            <a:r>
              <a:rPr lang="en-US" b="0" smtClean="0">
                <a:solidFill>
                  <a:schemeClr val="tx2"/>
                </a:solidFill>
                <a:latin typeface="Calibri" pitchFamily="34" charset="0"/>
                <a:cs typeface="Calibri" pitchFamily="34" charset="0"/>
              </a:rPr>
              <a:t>is this accomplished?</a:t>
            </a:r>
            <a:endParaRPr lang="en-US" b="0">
              <a:latin typeface="Calibri" pitchFamily="34" charset="0"/>
              <a:cs typeface="Calibri" pitchFamily="34" charset="0"/>
            </a:endParaRPr>
          </a:p>
        </p:txBody>
      </p:sp>
      <p:sp>
        <p:nvSpPr>
          <p:cNvPr id="64517" name="Rectangle 18"/>
          <p:cNvSpPr>
            <a:spLocks noChangeArrowheads="1"/>
          </p:cNvSpPr>
          <p:nvPr/>
        </p:nvSpPr>
        <p:spPr bwMode="auto">
          <a:xfrm>
            <a:off x="1121734" y="1945977"/>
            <a:ext cx="1676400" cy="504825"/>
          </a:xfrm>
          <a:prstGeom prst="rect">
            <a:avLst/>
          </a:prstGeom>
          <a:solidFill>
            <a:schemeClr val="accent5">
              <a:lumMod val="20000"/>
              <a:lumOff val="80000"/>
            </a:schemeClr>
          </a:solidFill>
          <a:ln w="12700" algn="ctr">
            <a:solidFill>
              <a:schemeClr val="tx1"/>
            </a:solidFill>
            <a:round/>
            <a:headEnd type="none" w="sm" len="sm"/>
            <a:tailEnd type="none" w="sm" len="sm"/>
          </a:ln>
        </p:spPr>
        <p:txBody>
          <a:bodyPr anchor="ctr" anchorCtr="1"/>
          <a:lstStyle/>
          <a:p>
            <a:pPr algn="ctr"/>
            <a:r>
              <a:rPr lang="en-US" sz="2000" b="0" smtClean="0"/>
              <a:t>myFxn</a:t>
            </a:r>
            <a:endParaRPr lang="en-US" sz="2000" b="0"/>
          </a:p>
        </p:txBody>
      </p:sp>
      <p:sp>
        <p:nvSpPr>
          <p:cNvPr id="64519" name="Rectangle 24"/>
          <p:cNvSpPr>
            <a:spLocks noChangeArrowheads="1"/>
          </p:cNvSpPr>
          <p:nvPr/>
        </p:nvSpPr>
        <p:spPr bwMode="auto">
          <a:xfrm>
            <a:off x="1121734" y="2936577"/>
            <a:ext cx="1676400" cy="504825"/>
          </a:xfrm>
          <a:prstGeom prst="rect">
            <a:avLst/>
          </a:prstGeom>
          <a:solidFill>
            <a:schemeClr val="accent4">
              <a:lumMod val="20000"/>
              <a:lumOff val="80000"/>
            </a:schemeClr>
          </a:solidFill>
          <a:ln w="12700" algn="ctr">
            <a:solidFill>
              <a:schemeClr val="tx1"/>
            </a:solidFill>
            <a:round/>
            <a:headEnd type="none" w="sm" len="sm"/>
            <a:tailEnd type="none" w="sm" len="sm"/>
          </a:ln>
        </p:spPr>
        <p:txBody>
          <a:bodyPr anchor="ctr" anchorCtr="1"/>
          <a:lstStyle/>
          <a:p>
            <a:pPr algn="ctr"/>
            <a:r>
              <a:rPr lang="en-US" sz="2000" b="0" smtClean="0"/>
              <a:t>myBuffer</a:t>
            </a:r>
            <a:endParaRPr lang="en-US" sz="2000" b="0"/>
          </a:p>
        </p:txBody>
      </p:sp>
      <p:sp>
        <p:nvSpPr>
          <p:cNvPr id="64520" name="TextBox 25"/>
          <p:cNvSpPr txBox="1">
            <a:spLocks noChangeArrowheads="1"/>
          </p:cNvSpPr>
          <p:nvPr/>
        </p:nvSpPr>
        <p:spPr bwMode="auto">
          <a:xfrm>
            <a:off x="1238697" y="1606401"/>
            <a:ext cx="1417376" cy="387798"/>
          </a:xfrm>
          <a:prstGeom prst="rect">
            <a:avLst/>
          </a:prstGeom>
          <a:noFill/>
          <a:ln w="9525">
            <a:noFill/>
            <a:miter lim="800000"/>
            <a:headEnd/>
            <a:tailEnd/>
          </a:ln>
        </p:spPr>
        <p:txBody>
          <a:bodyPr wrap="none">
            <a:spAutoFit/>
          </a:bodyPr>
          <a:lstStyle/>
          <a:p>
            <a:r>
              <a:rPr lang="en-US" b="0" smtClean="0">
                <a:solidFill>
                  <a:schemeClr val="tx2"/>
                </a:solidFill>
              </a:rPr>
              <a:t>.myCode</a:t>
            </a:r>
            <a:endParaRPr lang="en-US" b="0">
              <a:solidFill>
                <a:schemeClr val="tx2"/>
              </a:solidFill>
            </a:endParaRPr>
          </a:p>
        </p:txBody>
      </p:sp>
      <p:sp>
        <p:nvSpPr>
          <p:cNvPr id="64524" name="TextBox 29"/>
          <p:cNvSpPr txBox="1">
            <a:spLocks noChangeArrowheads="1"/>
          </p:cNvSpPr>
          <p:nvPr/>
        </p:nvSpPr>
        <p:spPr bwMode="auto">
          <a:xfrm>
            <a:off x="4138284" y="2019664"/>
            <a:ext cx="1040670" cy="387798"/>
          </a:xfrm>
          <a:prstGeom prst="rect">
            <a:avLst/>
          </a:prstGeom>
          <a:noFill/>
          <a:ln w="9525">
            <a:noFill/>
            <a:miter lim="800000"/>
            <a:headEnd/>
            <a:tailEnd/>
          </a:ln>
        </p:spPr>
        <p:txBody>
          <a:bodyPr wrap="none">
            <a:spAutoFit/>
          </a:bodyPr>
          <a:lstStyle/>
          <a:p>
            <a:r>
              <a:rPr lang="en-US" b="0" smtClean="0">
                <a:solidFill>
                  <a:schemeClr val="tx2"/>
                </a:solidFill>
              </a:rPr>
              <a:t>Mem1</a:t>
            </a:r>
            <a:endParaRPr lang="en-US" b="0">
              <a:solidFill>
                <a:schemeClr val="tx2"/>
              </a:solidFill>
            </a:endParaRPr>
          </a:p>
        </p:txBody>
      </p:sp>
      <p:sp>
        <p:nvSpPr>
          <p:cNvPr id="32" name="Right Arrow 31"/>
          <p:cNvSpPr/>
          <p:nvPr/>
        </p:nvSpPr>
        <p:spPr bwMode="auto">
          <a:xfrm>
            <a:off x="3236284" y="1974330"/>
            <a:ext cx="628650" cy="457200"/>
          </a:xfrm>
          <a:prstGeom prst="rightArrow">
            <a:avLst/>
          </a:prstGeom>
          <a:solidFill>
            <a:schemeClr val="bg1">
              <a:lumMod val="85000"/>
            </a:schemeClr>
          </a:solidFill>
          <a:ln w="12700" cap="flat" cmpd="sng" algn="ctr">
            <a:solidFill>
              <a:schemeClr val="tx1"/>
            </a:solidFill>
            <a:prstDash val="solid"/>
            <a:round/>
            <a:headEnd type="none" w="sm" len="sm"/>
            <a:tailEnd type="none" w="sm" len="sm"/>
          </a:ln>
          <a:effectLst/>
        </p:spPr>
        <p:txBody>
          <a:bodyPr/>
          <a:lstStyle/>
          <a:p>
            <a:pPr>
              <a:defRPr/>
            </a:pPr>
            <a:endParaRPr lang="en-US">
              <a:effectLst>
                <a:outerShdw blurRad="38100" dist="38100" dir="2700000" algn="tl">
                  <a:srgbClr val="000000">
                    <a:alpha val="43137"/>
                  </a:srgbClr>
                </a:outerShdw>
              </a:effectLst>
            </a:endParaRPr>
          </a:p>
        </p:txBody>
      </p:sp>
      <p:sp>
        <p:nvSpPr>
          <p:cNvPr id="64527" name="Rectangle 12"/>
          <p:cNvSpPr>
            <a:spLocks noChangeArrowheads="1"/>
          </p:cNvSpPr>
          <p:nvPr/>
        </p:nvSpPr>
        <p:spPr bwMode="auto">
          <a:xfrm>
            <a:off x="228600" y="3763930"/>
            <a:ext cx="8610600" cy="986746"/>
          </a:xfrm>
          <a:prstGeom prst="rect">
            <a:avLst/>
          </a:prstGeom>
          <a:noFill/>
          <a:ln w="9525">
            <a:noFill/>
            <a:miter lim="800000"/>
            <a:headEnd/>
            <a:tailEnd/>
          </a:ln>
        </p:spPr>
        <p:txBody>
          <a:bodyPr wrap="square" lIns="92075" tIns="46038" rIns="92075" bIns="46038">
            <a:spAutoFit/>
          </a:bodyPr>
          <a:lstStyle/>
          <a:p>
            <a:pPr marL="342900" indent="-342900">
              <a:spcBef>
                <a:spcPct val="0"/>
              </a:spcBef>
              <a:buClr>
                <a:schemeClr val="tx2"/>
              </a:buClr>
              <a:buSzPct val="75000"/>
              <a:buFont typeface="Wingdings" pitchFamily="2" charset="2"/>
              <a:buChar char=""/>
            </a:pPr>
            <a:r>
              <a:rPr lang="en-US" b="0">
                <a:latin typeface="Calibri" pitchFamily="34" charset="0"/>
                <a:cs typeface="Calibri" pitchFamily="34" charset="0"/>
              </a:rPr>
              <a:t>Problem #2: have two </a:t>
            </a:r>
            <a:r>
              <a:rPr lang="en-US" b="0" smtClean="0">
                <a:latin typeface="Calibri" pitchFamily="34" charset="0"/>
                <a:cs typeface="Calibri" pitchFamily="34" charset="0"/>
              </a:rPr>
              <a:t>buffers, you want one to be linked at Ram1 and the other at Ram2. </a:t>
            </a:r>
            <a:r>
              <a:rPr lang="en-US" b="0">
                <a:solidFill>
                  <a:schemeClr val="tx2"/>
                </a:solidFill>
                <a:latin typeface="Calibri" pitchFamily="34" charset="0"/>
                <a:cs typeface="Calibri" pitchFamily="34" charset="0"/>
              </a:rPr>
              <a:t>How do you “split” the </a:t>
            </a:r>
            <a:r>
              <a:rPr lang="en-US" b="0" smtClean="0">
                <a:solidFill>
                  <a:schemeClr val="tx2"/>
                </a:solidFill>
                <a:latin typeface="Calibri" pitchFamily="34" charset="0"/>
                <a:cs typeface="Calibri" pitchFamily="34" charset="0"/>
              </a:rPr>
              <a:t>.bss (compiler’s default) </a:t>
            </a:r>
            <a:r>
              <a:rPr lang="en-US" b="0">
                <a:solidFill>
                  <a:schemeClr val="tx2"/>
                </a:solidFill>
                <a:latin typeface="Calibri" pitchFamily="34" charset="0"/>
                <a:cs typeface="Calibri" pitchFamily="34" charset="0"/>
              </a:rPr>
              <a:t>section??</a:t>
            </a:r>
            <a:r>
              <a:rPr lang="en-US" b="0">
                <a:latin typeface="Calibri" pitchFamily="34" charset="0"/>
                <a:cs typeface="Calibri" pitchFamily="34" charset="0"/>
              </a:rPr>
              <a:t> </a:t>
            </a:r>
          </a:p>
        </p:txBody>
      </p:sp>
      <p:sp>
        <p:nvSpPr>
          <p:cNvPr id="64528" name="Rectangle 33"/>
          <p:cNvSpPr>
            <a:spLocks noChangeArrowheads="1"/>
          </p:cNvSpPr>
          <p:nvPr/>
        </p:nvSpPr>
        <p:spPr bwMode="auto">
          <a:xfrm>
            <a:off x="1143000" y="5086350"/>
            <a:ext cx="1676400" cy="504825"/>
          </a:xfrm>
          <a:prstGeom prst="rect">
            <a:avLst/>
          </a:prstGeom>
          <a:solidFill>
            <a:schemeClr val="accent5">
              <a:lumMod val="20000"/>
              <a:lumOff val="80000"/>
            </a:schemeClr>
          </a:solidFill>
          <a:ln w="12700" algn="ctr">
            <a:solidFill>
              <a:schemeClr val="tx1"/>
            </a:solidFill>
            <a:round/>
            <a:headEnd type="none" w="sm" len="sm"/>
            <a:tailEnd type="none" w="sm" len="sm"/>
          </a:ln>
        </p:spPr>
        <p:txBody>
          <a:bodyPr anchor="ctr" anchorCtr="1"/>
          <a:lstStyle/>
          <a:p>
            <a:pPr algn="ctr"/>
            <a:r>
              <a:rPr lang="en-US" sz="2000" b="0" smtClean="0"/>
              <a:t>buf1</a:t>
            </a:r>
            <a:endParaRPr lang="en-US" sz="2000" b="0"/>
          </a:p>
        </p:txBody>
      </p:sp>
      <p:sp>
        <p:nvSpPr>
          <p:cNvPr id="64529" name="Rectangle 35"/>
          <p:cNvSpPr>
            <a:spLocks noChangeArrowheads="1"/>
          </p:cNvSpPr>
          <p:nvPr/>
        </p:nvSpPr>
        <p:spPr bwMode="auto">
          <a:xfrm>
            <a:off x="1143000" y="5591175"/>
            <a:ext cx="1676400" cy="504825"/>
          </a:xfrm>
          <a:prstGeom prst="rect">
            <a:avLst/>
          </a:prstGeom>
          <a:solidFill>
            <a:schemeClr val="accent4">
              <a:lumMod val="20000"/>
              <a:lumOff val="80000"/>
            </a:schemeClr>
          </a:solidFill>
          <a:ln w="12700" algn="ctr">
            <a:solidFill>
              <a:schemeClr val="tx1"/>
            </a:solidFill>
            <a:round/>
            <a:headEnd type="none" w="sm" len="sm"/>
            <a:tailEnd type="none" w="sm" len="sm"/>
          </a:ln>
        </p:spPr>
        <p:txBody>
          <a:bodyPr anchor="ctr" anchorCtr="1"/>
          <a:lstStyle/>
          <a:p>
            <a:pPr algn="ctr"/>
            <a:r>
              <a:rPr lang="en-US" sz="2000" b="0" smtClean="0"/>
              <a:t>buf2</a:t>
            </a:r>
            <a:endParaRPr lang="en-US" sz="2000" b="0"/>
          </a:p>
        </p:txBody>
      </p:sp>
      <p:sp>
        <p:nvSpPr>
          <p:cNvPr id="64530" name="TextBox 36"/>
          <p:cNvSpPr txBox="1">
            <a:spLocks noChangeArrowheads="1"/>
          </p:cNvSpPr>
          <p:nvPr/>
        </p:nvSpPr>
        <p:spPr bwMode="auto">
          <a:xfrm>
            <a:off x="1524000" y="4714875"/>
            <a:ext cx="843501" cy="437043"/>
          </a:xfrm>
          <a:prstGeom prst="rect">
            <a:avLst/>
          </a:prstGeom>
          <a:noFill/>
          <a:ln w="9525">
            <a:noFill/>
            <a:miter lim="800000"/>
            <a:headEnd/>
            <a:tailEnd/>
          </a:ln>
        </p:spPr>
        <p:txBody>
          <a:bodyPr wrap="none">
            <a:spAutoFit/>
          </a:bodyPr>
          <a:lstStyle/>
          <a:p>
            <a:r>
              <a:rPr lang="en-US" sz="2800" b="0" smtClean="0">
                <a:solidFill>
                  <a:schemeClr val="tx2"/>
                </a:solidFill>
              </a:rPr>
              <a:t>.bss</a:t>
            </a:r>
            <a:endParaRPr lang="en-US" sz="2800" b="0">
              <a:solidFill>
                <a:schemeClr val="tx2"/>
              </a:solidFill>
            </a:endParaRPr>
          </a:p>
        </p:txBody>
      </p:sp>
      <p:sp>
        <p:nvSpPr>
          <p:cNvPr id="64531" name="Rectangle 37"/>
          <p:cNvSpPr>
            <a:spLocks noChangeArrowheads="1"/>
          </p:cNvSpPr>
          <p:nvPr/>
        </p:nvSpPr>
        <p:spPr bwMode="auto">
          <a:xfrm>
            <a:off x="4419600" y="5362575"/>
            <a:ext cx="1676400" cy="514350"/>
          </a:xfrm>
          <a:prstGeom prst="rect">
            <a:avLst/>
          </a:prstGeom>
          <a:solidFill>
            <a:schemeClr val="accent5">
              <a:lumMod val="20000"/>
              <a:lumOff val="80000"/>
            </a:schemeClr>
          </a:solidFill>
          <a:ln w="12700" algn="ctr">
            <a:solidFill>
              <a:schemeClr val="tx1"/>
            </a:solidFill>
            <a:round/>
            <a:headEnd type="none" w="sm" len="sm"/>
            <a:tailEnd type="none" w="sm" len="sm"/>
          </a:ln>
        </p:spPr>
        <p:txBody>
          <a:bodyPr anchor="ctr" anchorCtr="1"/>
          <a:lstStyle/>
          <a:p>
            <a:pPr algn="ctr"/>
            <a:r>
              <a:rPr lang="en-US" sz="2000" b="0" smtClean="0"/>
              <a:t>buf1</a:t>
            </a:r>
            <a:endParaRPr lang="en-US" sz="2000" b="0"/>
          </a:p>
        </p:txBody>
      </p:sp>
      <p:sp>
        <p:nvSpPr>
          <p:cNvPr id="64532" name="Rectangle 39"/>
          <p:cNvSpPr>
            <a:spLocks noChangeArrowheads="1"/>
          </p:cNvSpPr>
          <p:nvPr/>
        </p:nvSpPr>
        <p:spPr bwMode="auto">
          <a:xfrm>
            <a:off x="6553200" y="5389563"/>
            <a:ext cx="1676400" cy="457200"/>
          </a:xfrm>
          <a:prstGeom prst="rect">
            <a:avLst/>
          </a:prstGeom>
          <a:solidFill>
            <a:schemeClr val="accent4">
              <a:lumMod val="20000"/>
              <a:lumOff val="80000"/>
            </a:schemeClr>
          </a:solidFill>
          <a:ln w="12700" algn="ctr">
            <a:solidFill>
              <a:schemeClr val="tx1"/>
            </a:solidFill>
            <a:round/>
            <a:headEnd type="none" w="sm" len="sm"/>
            <a:tailEnd type="none" w="sm" len="sm"/>
          </a:ln>
        </p:spPr>
        <p:txBody>
          <a:bodyPr anchor="ctr" anchorCtr="1"/>
          <a:lstStyle/>
          <a:p>
            <a:pPr algn="ctr"/>
            <a:r>
              <a:rPr lang="en-US" sz="2000" b="0" smtClean="0"/>
              <a:t>buf2</a:t>
            </a:r>
            <a:endParaRPr lang="en-US" sz="2000" b="0"/>
          </a:p>
        </p:txBody>
      </p:sp>
      <p:sp>
        <p:nvSpPr>
          <p:cNvPr id="64533" name="TextBox 40"/>
          <p:cNvSpPr txBox="1">
            <a:spLocks noChangeArrowheads="1"/>
          </p:cNvSpPr>
          <p:nvPr/>
        </p:nvSpPr>
        <p:spPr bwMode="auto">
          <a:xfrm>
            <a:off x="4724400" y="5033632"/>
            <a:ext cx="1007007" cy="387798"/>
          </a:xfrm>
          <a:prstGeom prst="rect">
            <a:avLst/>
          </a:prstGeom>
          <a:noFill/>
          <a:ln w="9525">
            <a:noFill/>
            <a:miter lim="800000"/>
            <a:headEnd/>
            <a:tailEnd/>
          </a:ln>
        </p:spPr>
        <p:txBody>
          <a:bodyPr wrap="none">
            <a:spAutoFit/>
          </a:bodyPr>
          <a:lstStyle/>
          <a:p>
            <a:r>
              <a:rPr lang="en-US" b="0" smtClean="0">
                <a:solidFill>
                  <a:schemeClr val="tx2"/>
                </a:solidFill>
              </a:rPr>
              <a:t>Ram1</a:t>
            </a:r>
            <a:endParaRPr lang="en-US" b="0">
              <a:solidFill>
                <a:schemeClr val="tx2"/>
              </a:solidFill>
            </a:endParaRPr>
          </a:p>
        </p:txBody>
      </p:sp>
      <p:sp>
        <p:nvSpPr>
          <p:cNvPr id="64534" name="TextBox 41"/>
          <p:cNvSpPr txBox="1">
            <a:spLocks noChangeArrowheads="1"/>
          </p:cNvSpPr>
          <p:nvPr/>
        </p:nvSpPr>
        <p:spPr bwMode="auto">
          <a:xfrm>
            <a:off x="6819900" y="5029200"/>
            <a:ext cx="1007007" cy="387798"/>
          </a:xfrm>
          <a:prstGeom prst="rect">
            <a:avLst/>
          </a:prstGeom>
          <a:noFill/>
          <a:ln w="9525">
            <a:noFill/>
            <a:miter lim="800000"/>
            <a:headEnd/>
            <a:tailEnd/>
          </a:ln>
        </p:spPr>
        <p:txBody>
          <a:bodyPr wrap="none">
            <a:spAutoFit/>
          </a:bodyPr>
          <a:lstStyle/>
          <a:p>
            <a:r>
              <a:rPr lang="en-US" b="0" smtClean="0">
                <a:solidFill>
                  <a:schemeClr val="tx2"/>
                </a:solidFill>
              </a:rPr>
              <a:t>Ram2</a:t>
            </a:r>
            <a:endParaRPr lang="en-US" b="0">
              <a:solidFill>
                <a:schemeClr val="tx2"/>
              </a:solidFill>
            </a:endParaRPr>
          </a:p>
        </p:txBody>
      </p:sp>
      <p:sp>
        <p:nvSpPr>
          <p:cNvPr id="43" name="Right Arrow 42"/>
          <p:cNvSpPr/>
          <p:nvPr/>
        </p:nvSpPr>
        <p:spPr bwMode="auto">
          <a:xfrm>
            <a:off x="3181350" y="5295900"/>
            <a:ext cx="838200" cy="609600"/>
          </a:xfrm>
          <a:prstGeom prst="rightArrow">
            <a:avLst/>
          </a:prstGeom>
          <a:solidFill>
            <a:schemeClr val="bg1">
              <a:lumMod val="85000"/>
            </a:schemeClr>
          </a:solidFill>
          <a:ln w="12700" cap="flat" cmpd="sng" algn="ctr">
            <a:solidFill>
              <a:schemeClr val="tx1"/>
            </a:solidFill>
            <a:prstDash val="solid"/>
            <a:round/>
            <a:headEnd type="none" w="sm" len="sm"/>
            <a:tailEnd type="none" w="sm" len="sm"/>
          </a:ln>
          <a:effectLst/>
        </p:spPr>
        <p:txBody>
          <a:bodyPr/>
          <a:lstStyle/>
          <a:p>
            <a:pPr>
              <a:defRPr/>
            </a:pPr>
            <a:endParaRPr lang="en-US">
              <a:effectLst>
                <a:outerShdw blurRad="38100" dist="38100" dir="2700000" algn="tl">
                  <a:srgbClr val="000000">
                    <a:alpha val="43137"/>
                  </a:srgbClr>
                </a:outerShdw>
              </a:effectLst>
            </a:endParaRPr>
          </a:p>
        </p:txBody>
      </p:sp>
      <p:pic>
        <p:nvPicPr>
          <p:cNvPr id="26" name="Animated Logo" descr="tilogo_color_twoline.png"/>
          <p:cNvPicPr>
            <a:picLocks noChangeAspect="1"/>
          </p:cNvPicPr>
          <p:nvPr/>
        </p:nvPicPr>
        <p:blipFill>
          <a:blip r:embed="rId4" cstate="print"/>
          <a:stretch>
            <a:fillRect/>
          </a:stretch>
        </p:blipFill>
        <p:spPr>
          <a:xfrm>
            <a:off x="50800" y="6477000"/>
            <a:ext cx="1438537" cy="347443"/>
          </a:xfrm>
          <a:prstGeom prst="rect">
            <a:avLst/>
          </a:prstGeom>
        </p:spPr>
      </p:pic>
      <p:sp>
        <p:nvSpPr>
          <p:cNvPr id="27" name="TextBox 25"/>
          <p:cNvSpPr txBox="1">
            <a:spLocks noChangeArrowheads="1"/>
          </p:cNvSpPr>
          <p:nvPr/>
        </p:nvSpPr>
        <p:spPr bwMode="auto">
          <a:xfrm>
            <a:off x="1427875" y="2590203"/>
            <a:ext cx="1141659" cy="387798"/>
          </a:xfrm>
          <a:prstGeom prst="rect">
            <a:avLst/>
          </a:prstGeom>
          <a:noFill/>
          <a:ln w="9525">
            <a:noFill/>
            <a:miter lim="800000"/>
            <a:headEnd/>
            <a:tailEnd/>
          </a:ln>
        </p:spPr>
        <p:txBody>
          <a:bodyPr wrap="none">
            <a:spAutoFit/>
          </a:bodyPr>
          <a:lstStyle/>
          <a:p>
            <a:r>
              <a:rPr lang="en-US" b="0" smtClean="0">
                <a:solidFill>
                  <a:schemeClr val="tx2"/>
                </a:solidFill>
              </a:rPr>
              <a:t>.myBuf</a:t>
            </a:r>
            <a:endParaRPr lang="en-US" b="0">
              <a:solidFill>
                <a:schemeClr val="tx2"/>
              </a:solidFill>
            </a:endParaRPr>
          </a:p>
        </p:txBody>
      </p:sp>
      <p:sp>
        <p:nvSpPr>
          <p:cNvPr id="28" name="TextBox 29"/>
          <p:cNvSpPr txBox="1">
            <a:spLocks noChangeArrowheads="1"/>
          </p:cNvSpPr>
          <p:nvPr/>
        </p:nvSpPr>
        <p:spPr bwMode="auto">
          <a:xfrm>
            <a:off x="4138284" y="2988155"/>
            <a:ext cx="1040670" cy="387798"/>
          </a:xfrm>
          <a:prstGeom prst="rect">
            <a:avLst/>
          </a:prstGeom>
          <a:noFill/>
          <a:ln w="9525">
            <a:noFill/>
            <a:miter lim="800000"/>
            <a:headEnd/>
            <a:tailEnd/>
          </a:ln>
        </p:spPr>
        <p:txBody>
          <a:bodyPr wrap="none">
            <a:spAutoFit/>
          </a:bodyPr>
          <a:lstStyle/>
          <a:p>
            <a:r>
              <a:rPr lang="en-US" b="0" smtClean="0">
                <a:solidFill>
                  <a:schemeClr val="tx2"/>
                </a:solidFill>
              </a:rPr>
              <a:t>Mem2</a:t>
            </a:r>
            <a:endParaRPr lang="en-US" b="0">
              <a:solidFill>
                <a:schemeClr val="tx2"/>
              </a:solidFill>
            </a:endParaRPr>
          </a:p>
        </p:txBody>
      </p:sp>
      <p:sp>
        <p:nvSpPr>
          <p:cNvPr id="29" name="Right Arrow 28"/>
          <p:cNvSpPr/>
          <p:nvPr/>
        </p:nvSpPr>
        <p:spPr bwMode="auto">
          <a:xfrm>
            <a:off x="3236284" y="2942821"/>
            <a:ext cx="628650" cy="457200"/>
          </a:xfrm>
          <a:prstGeom prst="rightArrow">
            <a:avLst/>
          </a:prstGeom>
          <a:solidFill>
            <a:schemeClr val="bg1">
              <a:lumMod val="85000"/>
            </a:schemeClr>
          </a:solidFill>
          <a:ln w="12700" cap="flat" cmpd="sng" algn="ctr">
            <a:solidFill>
              <a:schemeClr val="tx1"/>
            </a:solidFill>
            <a:prstDash val="solid"/>
            <a:round/>
            <a:headEnd type="none" w="sm" len="sm"/>
            <a:tailEnd type="none" w="sm" len="sm"/>
          </a:ln>
          <a:effectLst/>
        </p:spPr>
        <p:txBody>
          <a:bodyPr/>
          <a:lstStyle/>
          <a:p>
            <a:pPr>
              <a:defRPr/>
            </a:pPr>
            <a:endParaRPr lang="en-US">
              <a:effectLst>
                <a:outerShdw blurRad="38100" dist="38100" dir="2700000" algn="tl">
                  <a:srgbClr val="000000">
                    <a:alpha val="43137"/>
                  </a:srgbClr>
                </a:outerShdw>
              </a:effectLst>
            </a:endParaRPr>
          </a:p>
        </p:txBody>
      </p:sp>
    </p:spTree>
    <p:custDataLst>
      <p:tags r:id="rId1"/>
    </p:custDataLst>
    <p:extLst>
      <p:ext uri="{BB962C8B-B14F-4D97-AF65-F5344CB8AC3E}">
        <p14:creationId xmlns:p14="http://schemas.microsoft.com/office/powerpoint/2010/main" val="1569286063"/>
      </p:ext>
    </p:extLst>
  </p:cSld>
  <p:clrMapOvr>
    <a:masterClrMapping/>
  </p:clrMapOvr>
  <p:transition>
    <p:fad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lstStyle/>
          <a:p>
            <a:r>
              <a:rPr lang="en-US" smtClean="0"/>
              <a:t>Making Custom Sections</a:t>
            </a:r>
          </a:p>
        </p:txBody>
      </p:sp>
      <p:sp>
        <p:nvSpPr>
          <p:cNvPr id="408587" name="Rectangle 11"/>
          <p:cNvSpPr>
            <a:spLocks noChangeArrowheads="1"/>
          </p:cNvSpPr>
          <p:nvPr/>
        </p:nvSpPr>
        <p:spPr bwMode="auto">
          <a:xfrm>
            <a:off x="914400" y="1210336"/>
            <a:ext cx="7620000" cy="1524000"/>
          </a:xfrm>
          <a:prstGeom prst="rect">
            <a:avLst/>
          </a:prstGeom>
          <a:solidFill>
            <a:schemeClr val="accent4">
              <a:lumMod val="20000"/>
              <a:lumOff val="80000"/>
            </a:schemeClr>
          </a:solidFill>
          <a:ln w="19050">
            <a:solidFill>
              <a:schemeClr val="tx1"/>
            </a:solidFill>
            <a:miter lim="800000"/>
            <a:headEnd type="none" w="sm" len="sm"/>
            <a:tailEnd type="none" w="sm" len="sm"/>
          </a:ln>
          <a:effectLst>
            <a:outerShdw dist="107763" dir="2700000" algn="ctr" rotWithShape="0">
              <a:schemeClr val="bg2">
                <a:alpha val="50000"/>
              </a:schemeClr>
            </a:outerShdw>
          </a:effectLst>
        </p:spPr>
        <p:txBody>
          <a:bodyPr wrap="none" lIns="182880" tIns="137160" anchor="b"/>
          <a:lstStyle/>
          <a:p>
            <a:pPr>
              <a:lnSpc>
                <a:spcPct val="120000"/>
              </a:lnSpc>
              <a:spcBef>
                <a:spcPct val="0"/>
              </a:spcBef>
              <a:defRPr/>
            </a:pPr>
            <a:r>
              <a:rPr lang="en-US" sz="2000" dirty="0">
                <a:solidFill>
                  <a:schemeClr val="tx2"/>
                </a:solidFill>
                <a:latin typeface="Courier New" pitchFamily="49" charset="0"/>
              </a:rPr>
              <a:t>#</a:t>
            </a:r>
            <a:r>
              <a:rPr lang="en-US" sz="2000" err="1">
                <a:solidFill>
                  <a:schemeClr val="tx2"/>
                </a:solidFill>
                <a:latin typeface="Courier New" pitchFamily="49" charset="0"/>
              </a:rPr>
              <a:t>pragma</a:t>
            </a:r>
            <a:r>
              <a:rPr lang="en-US" sz="2000">
                <a:latin typeface="Courier New" pitchFamily="49" charset="0"/>
              </a:rPr>
              <a:t> </a:t>
            </a:r>
            <a:r>
              <a:rPr lang="en-US" sz="2000" smtClean="0">
                <a:solidFill>
                  <a:schemeClr val="tx2"/>
                </a:solidFill>
                <a:latin typeface="Courier New" pitchFamily="49" charset="0"/>
              </a:rPr>
              <a:t>CODE_SECTION</a:t>
            </a:r>
            <a:r>
              <a:rPr lang="en-US" sz="2000" smtClean="0">
                <a:latin typeface="Courier New" pitchFamily="49" charset="0"/>
              </a:rPr>
              <a:t> (myFxn, “.myCode”);</a:t>
            </a:r>
            <a:endParaRPr lang="en-US" sz="2000" dirty="0">
              <a:latin typeface="Courier New" pitchFamily="49" charset="0"/>
            </a:endParaRPr>
          </a:p>
          <a:p>
            <a:pPr>
              <a:lnSpc>
                <a:spcPct val="120000"/>
              </a:lnSpc>
              <a:spcBef>
                <a:spcPct val="0"/>
              </a:spcBef>
              <a:defRPr/>
            </a:pPr>
            <a:r>
              <a:rPr lang="en-US" sz="2000">
                <a:latin typeface="Courier New" pitchFamily="49" charset="0"/>
              </a:rPr>
              <a:t>v</a:t>
            </a:r>
            <a:r>
              <a:rPr lang="en-US" sz="2000" smtClean="0">
                <a:latin typeface="Courier New" pitchFamily="49" charset="0"/>
              </a:rPr>
              <a:t>oid myFxn(*ptr, *ptr2, …){ };</a:t>
            </a:r>
            <a:endParaRPr lang="en-US" sz="2000" dirty="0">
              <a:latin typeface="Courier New" pitchFamily="49" charset="0"/>
            </a:endParaRPr>
          </a:p>
          <a:p>
            <a:pPr>
              <a:lnSpc>
                <a:spcPct val="120000"/>
              </a:lnSpc>
              <a:spcBef>
                <a:spcPct val="0"/>
              </a:spcBef>
              <a:defRPr/>
            </a:pPr>
            <a:r>
              <a:rPr lang="en-US" sz="2000" dirty="0">
                <a:solidFill>
                  <a:schemeClr val="tx2"/>
                </a:solidFill>
                <a:latin typeface="Courier New" pitchFamily="49" charset="0"/>
              </a:rPr>
              <a:t>#</a:t>
            </a:r>
            <a:r>
              <a:rPr lang="en-US" sz="2000" dirty="0" err="1">
                <a:solidFill>
                  <a:schemeClr val="tx2"/>
                </a:solidFill>
                <a:latin typeface="Courier New" pitchFamily="49" charset="0"/>
              </a:rPr>
              <a:t>pragma</a:t>
            </a:r>
            <a:r>
              <a:rPr lang="en-US" sz="2000" dirty="0">
                <a:latin typeface="Courier New" pitchFamily="49" charset="0"/>
              </a:rPr>
              <a:t> </a:t>
            </a:r>
            <a:r>
              <a:rPr lang="en-US" sz="2000">
                <a:solidFill>
                  <a:schemeClr val="tx2"/>
                </a:solidFill>
                <a:latin typeface="Courier New" pitchFamily="49" charset="0"/>
              </a:rPr>
              <a:t>DATA_SECTION</a:t>
            </a:r>
            <a:r>
              <a:rPr lang="en-US" sz="2000">
                <a:latin typeface="Courier New" pitchFamily="49" charset="0"/>
              </a:rPr>
              <a:t> </a:t>
            </a:r>
            <a:r>
              <a:rPr lang="en-US" sz="2000" smtClean="0">
                <a:latin typeface="Courier New" pitchFamily="49" charset="0"/>
              </a:rPr>
              <a:t>(myBuffer, “.myBuf”);</a:t>
            </a:r>
            <a:endParaRPr lang="en-US" sz="2000" dirty="0">
              <a:latin typeface="Courier New" pitchFamily="49" charset="0"/>
            </a:endParaRPr>
          </a:p>
          <a:p>
            <a:pPr>
              <a:lnSpc>
                <a:spcPct val="120000"/>
              </a:lnSpc>
              <a:spcBef>
                <a:spcPct val="0"/>
              </a:spcBef>
              <a:defRPr/>
            </a:pPr>
            <a:r>
              <a:rPr lang="en-US" sz="2000">
                <a:latin typeface="Courier New" pitchFamily="49" charset="0"/>
              </a:rPr>
              <a:t>i</a:t>
            </a:r>
            <a:r>
              <a:rPr lang="en-US" sz="2000" smtClean="0">
                <a:latin typeface="Courier New" pitchFamily="49" charset="0"/>
              </a:rPr>
              <a:t>nt16_t myBuffer[32</a:t>
            </a:r>
            <a:r>
              <a:rPr lang="en-US" sz="2000" dirty="0">
                <a:latin typeface="Courier New" pitchFamily="49" charset="0"/>
              </a:rPr>
              <a:t>];</a:t>
            </a:r>
          </a:p>
        </p:txBody>
      </p:sp>
      <p:sp>
        <p:nvSpPr>
          <p:cNvPr id="65541" name="Rectangle 12"/>
          <p:cNvSpPr>
            <a:spLocks noChangeArrowheads="1"/>
          </p:cNvSpPr>
          <p:nvPr/>
        </p:nvSpPr>
        <p:spPr bwMode="auto">
          <a:xfrm>
            <a:off x="228600" y="685800"/>
            <a:ext cx="7772400" cy="461963"/>
          </a:xfrm>
          <a:prstGeom prst="rect">
            <a:avLst/>
          </a:prstGeom>
          <a:noFill/>
          <a:ln w="9525">
            <a:noFill/>
            <a:miter lim="800000"/>
            <a:headEnd/>
            <a:tailEnd/>
          </a:ln>
        </p:spPr>
        <p:txBody>
          <a:bodyPr lIns="92075" tIns="46038" rIns="92075" bIns="46038">
            <a:spAutoFit/>
          </a:bodyPr>
          <a:lstStyle/>
          <a:p>
            <a:pPr marL="342900" indent="-342900">
              <a:lnSpc>
                <a:spcPct val="100000"/>
              </a:lnSpc>
              <a:spcBef>
                <a:spcPct val="0"/>
              </a:spcBef>
              <a:buClr>
                <a:schemeClr val="tx2"/>
              </a:buClr>
              <a:buSzPct val="75000"/>
              <a:buFont typeface="Wingdings" pitchFamily="2" charset="2"/>
              <a:buChar char=""/>
            </a:pPr>
            <a:r>
              <a:rPr lang="en-US"/>
              <a:t> Create custom </a:t>
            </a:r>
            <a:r>
              <a:rPr lang="en-US" u="sng" smtClean="0">
                <a:solidFill>
                  <a:schemeClr val="tx2"/>
                </a:solidFill>
              </a:rPr>
              <a:t>code &amp; data sections</a:t>
            </a:r>
            <a:r>
              <a:rPr lang="en-US" smtClean="0">
                <a:solidFill>
                  <a:schemeClr val="tx2"/>
                </a:solidFill>
              </a:rPr>
              <a:t> </a:t>
            </a:r>
            <a:r>
              <a:rPr lang="en-US"/>
              <a:t>using:</a:t>
            </a:r>
          </a:p>
        </p:txBody>
      </p:sp>
      <p:sp>
        <p:nvSpPr>
          <p:cNvPr id="408589" name="Rectangle 13"/>
          <p:cNvSpPr>
            <a:spLocks noChangeArrowheads="1"/>
          </p:cNvSpPr>
          <p:nvPr/>
        </p:nvSpPr>
        <p:spPr bwMode="auto">
          <a:xfrm>
            <a:off x="914400" y="4332948"/>
            <a:ext cx="7772400" cy="1676400"/>
          </a:xfrm>
          <a:prstGeom prst="rect">
            <a:avLst/>
          </a:prstGeom>
          <a:solidFill>
            <a:schemeClr val="accent5">
              <a:lumMod val="20000"/>
              <a:lumOff val="80000"/>
            </a:schemeClr>
          </a:solidFill>
          <a:ln w="19050">
            <a:solidFill>
              <a:schemeClr val="tx1"/>
            </a:solidFill>
            <a:miter lim="800000"/>
            <a:headEnd type="none" w="sm" len="sm"/>
            <a:tailEnd type="none" w="sm" len="sm"/>
          </a:ln>
          <a:effectLst>
            <a:outerShdw dist="107763" dir="2700000" algn="ctr" rotWithShape="0">
              <a:schemeClr val="bg2">
                <a:alpha val="50000"/>
              </a:schemeClr>
            </a:outerShdw>
          </a:effectLst>
        </p:spPr>
        <p:txBody>
          <a:bodyPr wrap="none" lIns="182880" tIns="137160" anchor="ctr"/>
          <a:lstStyle/>
          <a:p>
            <a:pPr>
              <a:lnSpc>
                <a:spcPct val="110000"/>
              </a:lnSpc>
              <a:spcBef>
                <a:spcPct val="0"/>
              </a:spcBef>
              <a:defRPr/>
            </a:pPr>
            <a:r>
              <a:rPr lang="en-US" sz="2000" dirty="0">
                <a:solidFill>
                  <a:schemeClr val="tx2"/>
                </a:solidFill>
                <a:latin typeface="Courier New" pitchFamily="49" charset="0"/>
              </a:rPr>
              <a:t>#</a:t>
            </a:r>
            <a:r>
              <a:rPr lang="en-US" sz="2000" err="1">
                <a:solidFill>
                  <a:schemeClr val="tx2"/>
                </a:solidFill>
                <a:latin typeface="Courier New" pitchFamily="49" charset="0"/>
              </a:rPr>
              <a:t>pragma</a:t>
            </a:r>
            <a:r>
              <a:rPr lang="en-US" sz="2000">
                <a:latin typeface="Courier New" pitchFamily="49" charset="0"/>
              </a:rPr>
              <a:t> </a:t>
            </a:r>
            <a:r>
              <a:rPr lang="en-US" sz="2000" smtClean="0">
                <a:solidFill>
                  <a:schemeClr val="tx2"/>
                </a:solidFill>
                <a:latin typeface="Courier New" pitchFamily="49" charset="0"/>
              </a:rPr>
              <a:t>DATA_SECTION</a:t>
            </a:r>
            <a:r>
              <a:rPr lang="en-US" sz="2000" smtClean="0">
                <a:latin typeface="Courier New" pitchFamily="49" charset="0"/>
              </a:rPr>
              <a:t>(buf1, “.bss:buf1”);</a:t>
            </a:r>
          </a:p>
          <a:p>
            <a:pPr>
              <a:lnSpc>
                <a:spcPct val="110000"/>
              </a:lnSpc>
              <a:spcBef>
                <a:spcPct val="0"/>
              </a:spcBef>
              <a:defRPr/>
            </a:pPr>
            <a:r>
              <a:rPr lang="en-US" sz="2000">
                <a:latin typeface="Courier New" pitchFamily="49" charset="0"/>
              </a:rPr>
              <a:t>i</a:t>
            </a:r>
            <a:r>
              <a:rPr lang="en-US" sz="2000" smtClean="0">
                <a:latin typeface="Courier New" pitchFamily="49" charset="0"/>
              </a:rPr>
              <a:t>nt16_t buf1[8];</a:t>
            </a:r>
          </a:p>
          <a:p>
            <a:pPr>
              <a:lnSpc>
                <a:spcPct val="110000"/>
              </a:lnSpc>
              <a:spcBef>
                <a:spcPct val="0"/>
              </a:spcBef>
              <a:defRPr/>
            </a:pPr>
            <a:r>
              <a:rPr lang="en-US" sz="2000">
                <a:solidFill>
                  <a:schemeClr val="tx2"/>
                </a:solidFill>
                <a:latin typeface="Courier New" pitchFamily="49" charset="0"/>
              </a:rPr>
              <a:t>#pragma</a:t>
            </a:r>
            <a:r>
              <a:rPr lang="en-US" sz="2000">
                <a:latin typeface="Courier New" pitchFamily="49" charset="0"/>
              </a:rPr>
              <a:t> </a:t>
            </a:r>
            <a:r>
              <a:rPr lang="en-US" sz="2000" smtClean="0">
                <a:solidFill>
                  <a:schemeClr val="tx2"/>
                </a:solidFill>
                <a:latin typeface="Courier New" pitchFamily="49" charset="0"/>
              </a:rPr>
              <a:t>DATA_SECTION</a:t>
            </a:r>
            <a:r>
              <a:rPr lang="en-US" sz="2000" smtClean="0">
                <a:latin typeface="Courier New" pitchFamily="49" charset="0"/>
              </a:rPr>
              <a:t>(buf2, </a:t>
            </a:r>
            <a:r>
              <a:rPr lang="en-US" sz="2000">
                <a:latin typeface="Courier New" pitchFamily="49" charset="0"/>
              </a:rPr>
              <a:t>“.</a:t>
            </a:r>
            <a:r>
              <a:rPr lang="en-US" sz="2000" smtClean="0">
                <a:latin typeface="Courier New" pitchFamily="49" charset="0"/>
              </a:rPr>
              <a:t>bss:buf2”);</a:t>
            </a:r>
            <a:endParaRPr lang="en-US" sz="2000">
              <a:latin typeface="Courier New" pitchFamily="49" charset="0"/>
            </a:endParaRPr>
          </a:p>
          <a:p>
            <a:pPr>
              <a:lnSpc>
                <a:spcPct val="110000"/>
              </a:lnSpc>
              <a:spcBef>
                <a:spcPct val="0"/>
              </a:spcBef>
              <a:defRPr/>
            </a:pPr>
            <a:r>
              <a:rPr lang="en-US" sz="2000">
                <a:latin typeface="Courier New" pitchFamily="49" charset="0"/>
              </a:rPr>
              <a:t>int16_t </a:t>
            </a:r>
            <a:r>
              <a:rPr lang="en-US" sz="2000" smtClean="0">
                <a:latin typeface="Courier New" pitchFamily="49" charset="0"/>
              </a:rPr>
              <a:t>buf2[8];</a:t>
            </a:r>
            <a:endParaRPr lang="en-US" sz="2000">
              <a:latin typeface="Courier New" pitchFamily="49" charset="0"/>
            </a:endParaRPr>
          </a:p>
        </p:txBody>
      </p:sp>
      <p:sp>
        <p:nvSpPr>
          <p:cNvPr id="65543" name="Rectangle 14"/>
          <p:cNvSpPr>
            <a:spLocks noChangeArrowheads="1"/>
          </p:cNvSpPr>
          <p:nvPr/>
        </p:nvSpPr>
        <p:spPr bwMode="auto">
          <a:xfrm>
            <a:off x="228600" y="3810000"/>
            <a:ext cx="8097838" cy="462307"/>
          </a:xfrm>
          <a:prstGeom prst="rect">
            <a:avLst/>
          </a:prstGeom>
          <a:noFill/>
          <a:ln w="9525">
            <a:noFill/>
            <a:miter lim="800000"/>
            <a:headEnd/>
            <a:tailEnd/>
          </a:ln>
        </p:spPr>
        <p:txBody>
          <a:bodyPr wrap="square" lIns="92075" tIns="46038" rIns="92075" bIns="46038">
            <a:spAutoFit/>
          </a:bodyPr>
          <a:lstStyle/>
          <a:p>
            <a:pPr marL="342900" indent="-342900">
              <a:lnSpc>
                <a:spcPct val="100000"/>
              </a:lnSpc>
              <a:spcBef>
                <a:spcPct val="0"/>
              </a:spcBef>
              <a:buClr>
                <a:schemeClr val="tx2"/>
              </a:buClr>
              <a:buSzPct val="75000"/>
              <a:buFont typeface="Wingdings" pitchFamily="2" charset="2"/>
              <a:buChar char=""/>
            </a:pPr>
            <a:r>
              <a:rPr lang="en-US"/>
              <a:t> </a:t>
            </a:r>
            <a:r>
              <a:rPr lang="en-US" smtClean="0"/>
              <a:t>Split default compiler section using </a:t>
            </a:r>
            <a:r>
              <a:rPr lang="en-US" u="sng" smtClean="0">
                <a:solidFill>
                  <a:schemeClr val="tx2"/>
                </a:solidFill>
              </a:rPr>
              <a:t>SUB sections</a:t>
            </a:r>
            <a:r>
              <a:rPr lang="en-US" smtClean="0"/>
              <a:t>:</a:t>
            </a:r>
          </a:p>
        </p:txBody>
      </p:sp>
      <p:sp>
        <p:nvSpPr>
          <p:cNvPr id="65544" name="Text Box 15"/>
          <p:cNvSpPr txBox="1">
            <a:spLocks noChangeArrowheads="1"/>
          </p:cNvSpPr>
          <p:nvPr/>
        </p:nvSpPr>
        <p:spPr bwMode="auto">
          <a:xfrm>
            <a:off x="4178598" y="6362359"/>
            <a:ext cx="4455066" cy="341632"/>
          </a:xfrm>
          <a:prstGeom prst="rect">
            <a:avLst/>
          </a:prstGeom>
          <a:noFill/>
          <a:ln w="12700">
            <a:noFill/>
            <a:miter lim="800000"/>
            <a:headEnd type="none" w="sm" len="sm"/>
            <a:tailEnd type="none" w="sm" len="sm"/>
          </a:ln>
        </p:spPr>
        <p:txBody>
          <a:bodyPr wrap="none" anchor="ctr">
            <a:spAutoFit/>
          </a:bodyPr>
          <a:lstStyle/>
          <a:p>
            <a:pPr>
              <a:lnSpc>
                <a:spcPct val="90000"/>
              </a:lnSpc>
              <a:spcBef>
                <a:spcPct val="0"/>
              </a:spcBef>
            </a:pPr>
            <a:r>
              <a:rPr lang="en-US" sz="1800" b="0">
                <a:solidFill>
                  <a:schemeClr val="tx2"/>
                </a:solidFill>
              </a:rPr>
              <a:t>How do </a:t>
            </a:r>
            <a:r>
              <a:rPr lang="en-US" sz="1800" b="0" smtClean="0">
                <a:solidFill>
                  <a:schemeClr val="tx2"/>
                </a:solidFill>
              </a:rPr>
              <a:t>you </a:t>
            </a:r>
            <a:r>
              <a:rPr lang="en-US" sz="1800" b="0" u="sng" smtClean="0">
                <a:solidFill>
                  <a:schemeClr val="tx2"/>
                </a:solidFill>
              </a:rPr>
              <a:t>LINK</a:t>
            </a:r>
            <a:r>
              <a:rPr lang="en-US" sz="1800" b="0" smtClean="0">
                <a:solidFill>
                  <a:schemeClr val="tx2"/>
                </a:solidFill>
              </a:rPr>
              <a:t> </a:t>
            </a:r>
            <a:r>
              <a:rPr lang="en-US" sz="1800" b="0">
                <a:solidFill>
                  <a:schemeClr val="tx2"/>
                </a:solidFill>
              </a:rPr>
              <a:t>these custom sections?</a:t>
            </a:r>
          </a:p>
        </p:txBody>
      </p:sp>
      <p:sp>
        <p:nvSpPr>
          <p:cNvPr id="65545" name="Text Box 16"/>
          <p:cNvSpPr txBox="1">
            <a:spLocks noChangeArrowheads="1"/>
          </p:cNvSpPr>
          <p:nvPr/>
        </p:nvSpPr>
        <p:spPr bwMode="auto">
          <a:xfrm>
            <a:off x="1058565" y="2909771"/>
            <a:ext cx="7039941" cy="677108"/>
          </a:xfrm>
          <a:prstGeom prst="rect">
            <a:avLst/>
          </a:prstGeom>
          <a:noFill/>
          <a:ln w="12700">
            <a:noFill/>
            <a:miter lim="800000"/>
            <a:headEnd type="none" w="sm" len="sm"/>
            <a:tailEnd type="none" w="sm" len="sm"/>
          </a:ln>
        </p:spPr>
        <p:txBody>
          <a:bodyPr wrap="none">
            <a:spAutoFit/>
          </a:bodyPr>
          <a:lstStyle/>
          <a:p>
            <a:pPr marL="171450" indent="-171450">
              <a:lnSpc>
                <a:spcPct val="70000"/>
              </a:lnSpc>
              <a:buSzPct val="110000"/>
              <a:buFont typeface="Arial" charset="0"/>
              <a:buChar char="•"/>
            </a:pPr>
            <a:r>
              <a:rPr lang="en-US" sz="2000" b="0"/>
              <a:t> </a:t>
            </a:r>
            <a:r>
              <a:rPr lang="en-US" sz="2000" b="0" smtClean="0">
                <a:latin typeface="Courier New" pitchFamily="49" charset="0"/>
                <a:cs typeface="Courier New" pitchFamily="49" charset="0"/>
              </a:rPr>
              <a:t>myFxn &amp; myBuffer</a:t>
            </a:r>
            <a:r>
              <a:rPr lang="en-US" sz="2000" b="0" smtClean="0"/>
              <a:t> </a:t>
            </a:r>
            <a:r>
              <a:rPr lang="en-US" sz="2000" b="0">
                <a:latin typeface="Calibri" pitchFamily="34" charset="0"/>
                <a:cs typeface="Calibri" pitchFamily="34" charset="0"/>
              </a:rPr>
              <a:t>is the name of the </a:t>
            </a:r>
            <a:r>
              <a:rPr lang="en-US" sz="2000" b="0" smtClean="0">
                <a:latin typeface="Calibri" pitchFamily="34" charset="0"/>
                <a:cs typeface="Calibri" pitchFamily="34" charset="0"/>
              </a:rPr>
              <a:t>fxn/var</a:t>
            </a:r>
            <a:endParaRPr lang="en-US" sz="2000" b="0">
              <a:latin typeface="Calibri" pitchFamily="34" charset="0"/>
              <a:cs typeface="Calibri" pitchFamily="34" charset="0"/>
            </a:endParaRPr>
          </a:p>
          <a:p>
            <a:pPr marL="171450" indent="-171450">
              <a:lnSpc>
                <a:spcPct val="70000"/>
              </a:lnSpc>
              <a:buSzPct val="110000"/>
              <a:buFont typeface="Arial" charset="0"/>
              <a:buChar char="•"/>
            </a:pPr>
            <a:r>
              <a:rPr lang="en-US" sz="2000" b="0"/>
              <a:t> </a:t>
            </a:r>
            <a:r>
              <a:rPr lang="en-US" sz="2000" b="0" smtClean="0"/>
              <a:t>“</a:t>
            </a:r>
            <a:r>
              <a:rPr lang="en-US" sz="2000" b="0" smtClean="0">
                <a:latin typeface="Courier New" pitchFamily="49" charset="0"/>
                <a:cs typeface="Courier New" pitchFamily="49" charset="0"/>
              </a:rPr>
              <a:t>.myCode &amp; .myBuf</a:t>
            </a:r>
            <a:r>
              <a:rPr lang="en-US" sz="2000" b="0" smtClean="0"/>
              <a:t>” </a:t>
            </a:r>
            <a:r>
              <a:rPr lang="en-US" sz="2000" b="0" smtClean="0">
                <a:latin typeface="Calibri" pitchFamily="34" charset="0"/>
                <a:cs typeface="Calibri" pitchFamily="34" charset="0"/>
              </a:rPr>
              <a:t>are </a:t>
            </a:r>
            <a:r>
              <a:rPr lang="en-US" sz="2000" b="0">
                <a:latin typeface="Calibri" pitchFamily="34" charset="0"/>
                <a:cs typeface="Calibri" pitchFamily="34" charset="0"/>
              </a:rPr>
              <a:t>the </a:t>
            </a:r>
            <a:r>
              <a:rPr lang="en-US" sz="2000" b="0" smtClean="0">
                <a:latin typeface="Calibri" pitchFamily="34" charset="0"/>
                <a:cs typeface="Calibri" pitchFamily="34" charset="0"/>
              </a:rPr>
              <a:t>names </a:t>
            </a:r>
            <a:r>
              <a:rPr lang="en-US" sz="2000" b="0">
                <a:latin typeface="Calibri" pitchFamily="34" charset="0"/>
                <a:cs typeface="Calibri" pitchFamily="34" charset="0"/>
              </a:rPr>
              <a:t>of the custom </a:t>
            </a:r>
            <a:r>
              <a:rPr lang="en-US" sz="2000" b="0" smtClean="0">
                <a:latin typeface="Calibri" pitchFamily="34" charset="0"/>
                <a:cs typeface="Calibri" pitchFamily="34" charset="0"/>
              </a:rPr>
              <a:t>sections</a:t>
            </a:r>
            <a:endParaRPr lang="en-US" sz="2000" b="0">
              <a:latin typeface="Calibri" pitchFamily="34" charset="0"/>
              <a:cs typeface="Calibri" pitchFamily="34" charset="0"/>
            </a:endParaRPr>
          </a:p>
        </p:txBody>
      </p:sp>
      <p:pic>
        <p:nvPicPr>
          <p:cNvPr id="12" name="Animated Logo" descr="tilogo_color_twoline.png"/>
          <p:cNvPicPr>
            <a:picLocks noChangeAspect="1"/>
          </p:cNvPicPr>
          <p:nvPr/>
        </p:nvPicPr>
        <p:blipFill>
          <a:blip r:embed="rId4" cstate="print"/>
          <a:stretch>
            <a:fillRect/>
          </a:stretch>
        </p:blipFill>
        <p:spPr>
          <a:xfrm>
            <a:off x="50800" y="6477000"/>
            <a:ext cx="1438537" cy="347443"/>
          </a:xfrm>
          <a:prstGeom prst="rect">
            <a:avLst/>
          </a:prstGeom>
        </p:spPr>
      </p:pic>
    </p:spTree>
    <p:custDataLst>
      <p:tags r:id="rId1"/>
    </p:custDataLst>
    <p:extLst>
      <p:ext uri="{BB962C8B-B14F-4D97-AF65-F5344CB8AC3E}">
        <p14:creationId xmlns:p14="http://schemas.microsoft.com/office/powerpoint/2010/main" val="3576835072"/>
      </p:ext>
    </p:extLst>
  </p:cSld>
  <p:clrMapOvr>
    <a:masterClrMapping/>
  </p:clrMapOvr>
  <p:transition>
    <p:fad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r>
              <a:rPr lang="en-US" smtClean="0"/>
              <a:t>Linking Custom Sections</a:t>
            </a:r>
          </a:p>
        </p:txBody>
      </p:sp>
      <p:sp>
        <p:nvSpPr>
          <p:cNvPr id="66563" name="AutoShape 3"/>
          <p:cNvSpPr>
            <a:spLocks noChangeArrowheads="1"/>
          </p:cNvSpPr>
          <p:nvPr/>
        </p:nvSpPr>
        <p:spPr bwMode="auto">
          <a:xfrm>
            <a:off x="152400" y="984250"/>
            <a:ext cx="1905000" cy="914400"/>
          </a:xfrm>
          <a:prstGeom prst="flowChartDocument">
            <a:avLst/>
          </a:prstGeom>
          <a:solidFill>
            <a:schemeClr val="accent3">
              <a:lumMod val="40000"/>
              <a:lumOff val="60000"/>
            </a:schemeClr>
          </a:solidFill>
          <a:ln w="12700">
            <a:solidFill>
              <a:schemeClr val="tx1"/>
            </a:solidFill>
            <a:miter lim="800000"/>
            <a:headEnd type="none" w="sm" len="sm"/>
            <a:tailEnd type="none" w="sm" len="sm"/>
          </a:ln>
        </p:spPr>
        <p:txBody>
          <a:bodyPr wrap="none" anchor="ctr"/>
          <a:lstStyle/>
          <a:p>
            <a:pPr algn="ctr"/>
            <a:r>
              <a:rPr lang="en-US" sz="2000" dirty="0" smtClean="0">
                <a:latin typeface="Arial Narrow" pitchFamily="34" charset="0"/>
              </a:rPr>
              <a:t>app.cfg</a:t>
            </a:r>
            <a:endParaRPr lang="en-US" sz="2000" dirty="0">
              <a:latin typeface="Arial Narrow" pitchFamily="34" charset="0"/>
            </a:endParaRPr>
          </a:p>
        </p:txBody>
      </p:sp>
      <p:sp>
        <p:nvSpPr>
          <p:cNvPr id="66564" name="AutoShape 4"/>
          <p:cNvSpPr>
            <a:spLocks noChangeArrowheads="1"/>
          </p:cNvSpPr>
          <p:nvPr/>
        </p:nvSpPr>
        <p:spPr bwMode="auto">
          <a:xfrm>
            <a:off x="6280150" y="958850"/>
            <a:ext cx="1066800" cy="1676400"/>
          </a:xfrm>
          <a:prstGeom prst="can">
            <a:avLst>
              <a:gd name="adj" fmla="val 23841"/>
            </a:avLst>
          </a:prstGeom>
          <a:solidFill>
            <a:schemeClr val="accent2"/>
          </a:solidFill>
          <a:ln w="12700">
            <a:solidFill>
              <a:schemeClr val="tx1"/>
            </a:solidFill>
            <a:round/>
            <a:headEnd type="none" w="sm" len="sm"/>
            <a:tailEnd type="none" w="sm" len="sm"/>
          </a:ln>
        </p:spPr>
        <p:txBody>
          <a:bodyPr wrap="none" anchor="ctr"/>
          <a:lstStyle/>
          <a:p>
            <a:pPr algn="ctr"/>
            <a:r>
              <a:rPr lang="en-US">
                <a:solidFill>
                  <a:schemeClr val="tx2"/>
                </a:solidFill>
              </a:rPr>
              <a:t>Linker</a:t>
            </a:r>
          </a:p>
        </p:txBody>
      </p:sp>
      <p:sp>
        <p:nvSpPr>
          <p:cNvPr id="66565" name="AutoShape 5"/>
          <p:cNvSpPr>
            <a:spLocks noChangeArrowheads="1"/>
          </p:cNvSpPr>
          <p:nvPr/>
        </p:nvSpPr>
        <p:spPr bwMode="auto">
          <a:xfrm>
            <a:off x="2514600" y="984250"/>
            <a:ext cx="2895600" cy="1219200"/>
          </a:xfrm>
          <a:prstGeom prst="flowChartDocument">
            <a:avLst/>
          </a:prstGeom>
          <a:solidFill>
            <a:schemeClr val="accent4">
              <a:lumMod val="20000"/>
              <a:lumOff val="80000"/>
            </a:schemeClr>
          </a:solidFill>
          <a:ln w="12700">
            <a:solidFill>
              <a:schemeClr val="tx1"/>
            </a:solidFill>
            <a:miter lim="800000"/>
            <a:headEnd type="none" w="sm" len="sm"/>
            <a:tailEnd type="none" w="sm" len="sm"/>
          </a:ln>
        </p:spPr>
        <p:txBody>
          <a:bodyPr wrap="none" anchor="ctr"/>
          <a:lstStyle/>
          <a:p>
            <a:pPr algn="ctr"/>
            <a:endParaRPr lang="en-US" sz="2000" i="1"/>
          </a:p>
        </p:txBody>
      </p:sp>
      <p:sp>
        <p:nvSpPr>
          <p:cNvPr id="66566" name="AutoShape 6"/>
          <p:cNvSpPr>
            <a:spLocks noChangeArrowheads="1"/>
          </p:cNvSpPr>
          <p:nvPr/>
        </p:nvSpPr>
        <p:spPr bwMode="auto">
          <a:xfrm>
            <a:off x="5932488" y="2922588"/>
            <a:ext cx="1752600" cy="838200"/>
          </a:xfrm>
          <a:prstGeom prst="flowChartProcess">
            <a:avLst/>
          </a:prstGeom>
          <a:solidFill>
            <a:schemeClr val="accent2"/>
          </a:solidFill>
          <a:ln w="12700">
            <a:solidFill>
              <a:schemeClr val="tx1"/>
            </a:solidFill>
            <a:miter lim="800000"/>
            <a:headEnd type="none" w="sm" len="sm"/>
            <a:tailEnd type="none" w="sm" len="sm"/>
          </a:ln>
        </p:spPr>
        <p:txBody>
          <a:bodyPr wrap="none" anchor="ctr"/>
          <a:lstStyle/>
          <a:p>
            <a:pPr algn="ctr"/>
            <a:r>
              <a:rPr lang="en-US" sz="2000">
                <a:latin typeface="Arial Narrow" pitchFamily="34" charset="0"/>
              </a:rPr>
              <a:t>app.out</a:t>
            </a:r>
          </a:p>
        </p:txBody>
      </p:sp>
      <p:cxnSp>
        <p:nvCxnSpPr>
          <p:cNvPr id="66567" name="AutoShape 7"/>
          <p:cNvCxnSpPr>
            <a:cxnSpLocks noChangeShapeType="1"/>
            <a:stCxn id="66564" idx="3"/>
            <a:endCxn id="66566" idx="0"/>
          </p:cNvCxnSpPr>
          <p:nvPr/>
        </p:nvCxnSpPr>
        <p:spPr bwMode="auto">
          <a:xfrm rot="5400000">
            <a:off x="6667500" y="2776538"/>
            <a:ext cx="287338" cy="4762"/>
          </a:xfrm>
          <a:prstGeom prst="straightConnector1">
            <a:avLst/>
          </a:prstGeom>
          <a:noFill/>
          <a:ln w="38100">
            <a:solidFill>
              <a:schemeClr val="tx1"/>
            </a:solidFill>
            <a:round/>
            <a:headEnd type="none" w="sm" len="sm"/>
            <a:tailEnd type="triangle" w="sm" len="sm"/>
          </a:ln>
        </p:spPr>
      </p:cxnSp>
      <p:sp>
        <p:nvSpPr>
          <p:cNvPr id="66568" name="Text Box 8"/>
          <p:cNvSpPr txBox="1">
            <a:spLocks noChangeArrowheads="1"/>
          </p:cNvSpPr>
          <p:nvPr/>
        </p:nvSpPr>
        <p:spPr bwMode="auto">
          <a:xfrm>
            <a:off x="76200" y="4572908"/>
            <a:ext cx="9131987" cy="2123658"/>
          </a:xfrm>
          <a:prstGeom prst="rect">
            <a:avLst/>
          </a:prstGeom>
          <a:noFill/>
          <a:ln w="12700">
            <a:noFill/>
            <a:miter lim="800000"/>
            <a:headEnd type="none" w="sm" len="sm"/>
            <a:tailEnd type="none" w="sm" len="sm"/>
          </a:ln>
        </p:spPr>
        <p:txBody>
          <a:bodyPr wrap="none">
            <a:spAutoFit/>
          </a:bodyPr>
          <a:lstStyle/>
          <a:p>
            <a:pPr marL="342900" indent="-342900">
              <a:lnSpc>
                <a:spcPct val="70000"/>
              </a:lnSpc>
              <a:buClr>
                <a:schemeClr val="tx2"/>
              </a:buClr>
              <a:buSzPct val="75000"/>
              <a:buFont typeface="Wingdings" pitchFamily="2" charset="2"/>
              <a:buChar char=""/>
            </a:pPr>
            <a:r>
              <a:rPr lang="en-US" b="0" dirty="0">
                <a:latin typeface="Calibri" pitchFamily="34" charset="0"/>
                <a:cs typeface="Calibri" pitchFamily="34" charset="0"/>
              </a:rPr>
              <a:t>Create your own linker.cmd file for custom sections</a:t>
            </a:r>
          </a:p>
          <a:p>
            <a:pPr marL="342900" indent="-342900">
              <a:lnSpc>
                <a:spcPct val="70000"/>
              </a:lnSpc>
              <a:buClr>
                <a:schemeClr val="tx2"/>
              </a:buClr>
              <a:buSzPct val="75000"/>
              <a:buFont typeface="Wingdings" pitchFamily="2" charset="2"/>
              <a:buChar char=""/>
            </a:pPr>
            <a:r>
              <a:rPr lang="en-US" b="0" dirty="0">
                <a:latin typeface="Calibri" pitchFamily="34" charset="0"/>
                <a:cs typeface="Calibri" pitchFamily="34" charset="0"/>
              </a:rPr>
              <a:t>CCS projects can have multiple linker CMD files</a:t>
            </a:r>
          </a:p>
          <a:p>
            <a:pPr marL="342900" indent="-342900">
              <a:lnSpc>
                <a:spcPct val="70000"/>
              </a:lnSpc>
              <a:buClr>
                <a:schemeClr val="tx2"/>
              </a:buClr>
              <a:buSzPct val="75000"/>
              <a:buFont typeface="Wingdings" pitchFamily="2" charset="2"/>
              <a:buChar char=""/>
            </a:pPr>
            <a:r>
              <a:rPr lang="en-US" b="0" smtClean="0">
                <a:latin typeface="Calibri" pitchFamily="34" charset="0"/>
                <a:cs typeface="Calibri" pitchFamily="34" charset="0"/>
              </a:rPr>
              <a:t>May need to create custom MEMORY segments also (device-specific)</a:t>
            </a:r>
            <a:endParaRPr lang="en-US" b="0" dirty="0">
              <a:latin typeface="Calibri" pitchFamily="34" charset="0"/>
              <a:cs typeface="Calibri" pitchFamily="34" charset="0"/>
            </a:endParaRPr>
          </a:p>
          <a:p>
            <a:pPr marL="342900" indent="-342900">
              <a:lnSpc>
                <a:spcPct val="70000"/>
              </a:lnSpc>
              <a:buClr>
                <a:schemeClr val="tx2"/>
              </a:buClr>
              <a:buSzPct val="75000"/>
              <a:buFont typeface="Wingdings" pitchFamily="2" charset="2"/>
              <a:buChar char=""/>
            </a:pPr>
            <a:r>
              <a:rPr lang="en-US" b="0" smtClean="0">
                <a:latin typeface="Calibri" pitchFamily="34" charset="0"/>
                <a:cs typeface="Calibri" pitchFamily="34" charset="0"/>
              </a:rPr>
              <a:t>“.bss:” </a:t>
            </a:r>
            <a:r>
              <a:rPr lang="en-US" b="0">
                <a:latin typeface="Calibri" pitchFamily="34" charset="0"/>
                <a:cs typeface="Calibri" pitchFamily="34" charset="0"/>
              </a:rPr>
              <a:t>used </a:t>
            </a:r>
            <a:r>
              <a:rPr lang="en-US" b="0" smtClean="0">
                <a:latin typeface="Calibri" pitchFamily="34" charset="0"/>
                <a:cs typeface="Calibri" pitchFamily="34" charset="0"/>
              </a:rPr>
              <a:t>as protection against custom section not being linked</a:t>
            </a:r>
            <a:endParaRPr lang="en-US" b="0" dirty="0">
              <a:latin typeface="Calibri" pitchFamily="34" charset="0"/>
              <a:cs typeface="Calibri" pitchFamily="34" charset="0"/>
            </a:endParaRPr>
          </a:p>
          <a:p>
            <a:pPr marL="342900" indent="-342900">
              <a:lnSpc>
                <a:spcPct val="70000"/>
              </a:lnSpc>
              <a:buClr>
                <a:schemeClr val="tx2"/>
              </a:buClr>
              <a:buSzPct val="75000"/>
              <a:buFont typeface="Wingdings" pitchFamily="2" charset="2"/>
              <a:buChar char=""/>
            </a:pPr>
            <a:r>
              <a:rPr lang="en-US" b="0" smtClean="0">
                <a:latin typeface="Calibri" pitchFamily="34" charset="0"/>
                <a:cs typeface="Calibri" pitchFamily="34" charset="0"/>
              </a:rPr>
              <a:t>–</a:t>
            </a:r>
            <a:r>
              <a:rPr lang="en-US" b="0" dirty="0">
                <a:latin typeface="Calibri" pitchFamily="34" charset="0"/>
                <a:cs typeface="Calibri" pitchFamily="34" charset="0"/>
              </a:rPr>
              <a:t>w warns if unexpected section encountered</a:t>
            </a:r>
          </a:p>
        </p:txBody>
      </p:sp>
      <p:sp>
        <p:nvSpPr>
          <p:cNvPr id="66569" name="Text Box 9"/>
          <p:cNvSpPr txBox="1">
            <a:spLocks noChangeArrowheads="1"/>
          </p:cNvSpPr>
          <p:nvPr/>
        </p:nvSpPr>
        <p:spPr bwMode="auto">
          <a:xfrm>
            <a:off x="6269540" y="601481"/>
            <a:ext cx="1107996" cy="395173"/>
          </a:xfrm>
          <a:prstGeom prst="rect">
            <a:avLst/>
          </a:prstGeom>
          <a:noFill/>
          <a:ln w="12700">
            <a:noFill/>
            <a:miter lim="800000"/>
            <a:headEnd type="none" w="sm" len="sm"/>
            <a:tailEnd type="none" w="sm" len="sm"/>
          </a:ln>
        </p:spPr>
        <p:txBody>
          <a:bodyPr wrap="none">
            <a:spAutoFit/>
          </a:bodyPr>
          <a:lstStyle/>
          <a:p>
            <a:pPr algn="ctr"/>
            <a:r>
              <a:rPr lang="en-US">
                <a:solidFill>
                  <a:schemeClr val="tx2"/>
                </a:solidFill>
                <a:latin typeface="Calibri" pitchFamily="34" charset="0"/>
                <a:cs typeface="Calibri" pitchFamily="34" charset="0"/>
              </a:rPr>
              <a:t>“Build”</a:t>
            </a:r>
          </a:p>
        </p:txBody>
      </p:sp>
      <p:sp>
        <p:nvSpPr>
          <p:cNvPr id="66571" name="AutoShape 19"/>
          <p:cNvSpPr>
            <a:spLocks noChangeArrowheads="1"/>
          </p:cNvSpPr>
          <p:nvPr/>
        </p:nvSpPr>
        <p:spPr bwMode="auto">
          <a:xfrm>
            <a:off x="1066800" y="2432050"/>
            <a:ext cx="4572000" cy="1987550"/>
          </a:xfrm>
          <a:prstGeom prst="foldedCorner">
            <a:avLst>
              <a:gd name="adj" fmla="val 12500"/>
            </a:avLst>
          </a:prstGeom>
          <a:solidFill>
            <a:schemeClr val="accent5">
              <a:lumMod val="20000"/>
              <a:lumOff val="80000"/>
            </a:schemeClr>
          </a:solidFill>
          <a:ln w="12700">
            <a:solidFill>
              <a:schemeClr val="tx1"/>
            </a:solidFill>
            <a:round/>
            <a:headEnd type="none" w="sm" len="sm"/>
            <a:tailEnd type="none" w="sm" len="sm"/>
          </a:ln>
        </p:spPr>
        <p:txBody>
          <a:bodyPr wrap="none" tIns="137160"/>
          <a:lstStyle/>
          <a:p>
            <a:pPr>
              <a:lnSpc>
                <a:spcPct val="100000"/>
              </a:lnSpc>
              <a:spcBef>
                <a:spcPct val="0"/>
              </a:spcBef>
              <a:tabLst>
                <a:tab pos="223838" algn="l"/>
              </a:tabLst>
            </a:pPr>
            <a:r>
              <a:rPr lang="en-US" sz="2000">
                <a:latin typeface="Courier New" pitchFamily="49" charset="0"/>
              </a:rPr>
              <a:t>SECTIONS </a:t>
            </a:r>
          </a:p>
          <a:p>
            <a:pPr>
              <a:lnSpc>
                <a:spcPct val="100000"/>
              </a:lnSpc>
              <a:spcBef>
                <a:spcPct val="0"/>
              </a:spcBef>
              <a:tabLst>
                <a:tab pos="223838" algn="l"/>
              </a:tabLst>
            </a:pPr>
            <a:r>
              <a:rPr lang="en-US" sz="2000">
                <a:latin typeface="Courier New" pitchFamily="49" charset="0"/>
              </a:rPr>
              <a:t>{ </a:t>
            </a:r>
            <a:r>
              <a:rPr lang="en-US" sz="2000" smtClean="0">
                <a:latin typeface="Courier New" pitchFamily="49" charset="0"/>
              </a:rPr>
              <a:t>.myCode:   </a:t>
            </a:r>
            <a:r>
              <a:rPr lang="en-US" sz="2000">
                <a:latin typeface="Courier New" pitchFamily="49" charset="0"/>
              </a:rPr>
              <a:t>&gt; </a:t>
            </a:r>
            <a:r>
              <a:rPr lang="en-US" sz="2000" smtClean="0">
                <a:latin typeface="Courier New" pitchFamily="49" charset="0"/>
              </a:rPr>
              <a:t>Mem1</a:t>
            </a:r>
            <a:endParaRPr lang="en-US" sz="2000">
              <a:latin typeface="Courier New" pitchFamily="49" charset="0"/>
            </a:endParaRPr>
          </a:p>
          <a:p>
            <a:pPr>
              <a:lnSpc>
                <a:spcPct val="100000"/>
              </a:lnSpc>
              <a:spcBef>
                <a:spcPct val="0"/>
              </a:spcBef>
              <a:tabLst>
                <a:tab pos="223838" algn="l"/>
              </a:tabLst>
            </a:pPr>
            <a:r>
              <a:rPr lang="en-US" sz="2000">
                <a:latin typeface="Courier New" pitchFamily="49" charset="0"/>
              </a:rPr>
              <a:t>  </a:t>
            </a:r>
            <a:r>
              <a:rPr lang="en-US" sz="2000" smtClean="0">
                <a:latin typeface="Courier New" pitchFamily="49" charset="0"/>
              </a:rPr>
              <a:t>.myBuf:    &gt; Mem2</a:t>
            </a:r>
          </a:p>
          <a:p>
            <a:pPr>
              <a:lnSpc>
                <a:spcPct val="100000"/>
              </a:lnSpc>
              <a:spcBef>
                <a:spcPct val="0"/>
              </a:spcBef>
              <a:tabLst>
                <a:tab pos="223838" algn="l"/>
              </a:tabLst>
            </a:pPr>
            <a:r>
              <a:rPr lang="en-US" sz="2000" smtClean="0">
                <a:latin typeface="Courier New" pitchFamily="49" charset="0"/>
              </a:rPr>
              <a:t>  .bss:buf1  &gt; Ram1</a:t>
            </a:r>
          </a:p>
          <a:p>
            <a:pPr>
              <a:lnSpc>
                <a:spcPct val="100000"/>
              </a:lnSpc>
              <a:spcBef>
                <a:spcPct val="0"/>
              </a:spcBef>
              <a:tabLst>
                <a:tab pos="223838" algn="l"/>
              </a:tabLst>
            </a:pPr>
            <a:r>
              <a:rPr lang="en-US" sz="2000">
                <a:latin typeface="Courier New" pitchFamily="49" charset="0"/>
              </a:rPr>
              <a:t> </a:t>
            </a:r>
            <a:r>
              <a:rPr lang="en-US" sz="2000" smtClean="0">
                <a:latin typeface="Courier New" pitchFamily="49" charset="0"/>
              </a:rPr>
              <a:t> .bss:buf2  &gt; Ram2</a:t>
            </a:r>
            <a:endParaRPr lang="en-US" sz="2000">
              <a:latin typeface="Courier New" pitchFamily="49" charset="0"/>
            </a:endParaRPr>
          </a:p>
          <a:p>
            <a:pPr>
              <a:lnSpc>
                <a:spcPct val="100000"/>
              </a:lnSpc>
              <a:spcBef>
                <a:spcPct val="0"/>
              </a:spcBef>
              <a:tabLst>
                <a:tab pos="223838" algn="l"/>
              </a:tabLst>
            </a:pPr>
            <a:r>
              <a:rPr lang="en-US" sz="2000">
                <a:latin typeface="Courier New" pitchFamily="49" charset="0"/>
              </a:rPr>
              <a:t>}</a:t>
            </a:r>
          </a:p>
        </p:txBody>
      </p:sp>
      <p:sp>
        <p:nvSpPr>
          <p:cNvPr id="410644" name="Line 20"/>
          <p:cNvSpPr>
            <a:spLocks noChangeShapeType="1"/>
          </p:cNvSpPr>
          <p:nvPr/>
        </p:nvSpPr>
        <p:spPr bwMode="auto">
          <a:xfrm>
            <a:off x="2057400" y="1289050"/>
            <a:ext cx="457200" cy="0"/>
          </a:xfrm>
          <a:prstGeom prst="line">
            <a:avLst/>
          </a:prstGeom>
          <a:noFill/>
          <a:ln w="12700">
            <a:solidFill>
              <a:schemeClr val="tx1"/>
            </a:solidFill>
            <a:round/>
            <a:headEnd type="none" w="sm" len="sm"/>
            <a:tailEnd type="triangle" w="med" len="med"/>
          </a:ln>
          <a:effectLst/>
        </p:spPr>
        <p:txBody>
          <a:bodyPr/>
          <a:lstStyle/>
          <a:p>
            <a:pPr>
              <a:defRPr/>
            </a:pPr>
            <a:endParaRPr lang="en-US">
              <a:effectLst>
                <a:outerShdw blurRad="38100" dist="38100" dir="2700000" algn="tl">
                  <a:srgbClr val="000000">
                    <a:alpha val="43137"/>
                  </a:srgbClr>
                </a:outerShdw>
              </a:effectLst>
            </a:endParaRPr>
          </a:p>
        </p:txBody>
      </p:sp>
      <p:sp>
        <p:nvSpPr>
          <p:cNvPr id="410645" name="Line 21"/>
          <p:cNvSpPr>
            <a:spLocks noChangeShapeType="1"/>
          </p:cNvSpPr>
          <p:nvPr/>
        </p:nvSpPr>
        <p:spPr bwMode="auto">
          <a:xfrm>
            <a:off x="5410200" y="1295400"/>
            <a:ext cx="990600" cy="152400"/>
          </a:xfrm>
          <a:prstGeom prst="line">
            <a:avLst/>
          </a:prstGeom>
          <a:noFill/>
          <a:ln w="12700">
            <a:solidFill>
              <a:schemeClr val="tx1"/>
            </a:solidFill>
            <a:round/>
            <a:headEnd type="none" w="sm" len="sm"/>
            <a:tailEnd type="triangle" w="med" len="med"/>
          </a:ln>
          <a:effectLst/>
        </p:spPr>
        <p:txBody>
          <a:bodyPr/>
          <a:lstStyle/>
          <a:p>
            <a:pPr>
              <a:defRPr/>
            </a:pPr>
            <a:endParaRPr lang="en-US">
              <a:effectLst>
                <a:outerShdw blurRad="38100" dist="38100" dir="2700000" algn="tl">
                  <a:srgbClr val="000000">
                    <a:alpha val="43137"/>
                  </a:srgbClr>
                </a:outerShdw>
              </a:effectLst>
            </a:endParaRPr>
          </a:p>
        </p:txBody>
      </p:sp>
      <p:sp>
        <p:nvSpPr>
          <p:cNvPr id="410646" name="Line 22"/>
          <p:cNvSpPr>
            <a:spLocks noChangeShapeType="1"/>
          </p:cNvSpPr>
          <p:nvPr/>
        </p:nvSpPr>
        <p:spPr bwMode="auto">
          <a:xfrm flipV="1">
            <a:off x="5638800" y="2362200"/>
            <a:ext cx="762000" cy="228600"/>
          </a:xfrm>
          <a:prstGeom prst="line">
            <a:avLst/>
          </a:prstGeom>
          <a:noFill/>
          <a:ln w="12700">
            <a:solidFill>
              <a:schemeClr val="tx1"/>
            </a:solidFill>
            <a:round/>
            <a:headEnd type="none" w="sm" len="sm"/>
            <a:tailEnd type="triangle" w="med" len="med"/>
          </a:ln>
          <a:effectLst/>
        </p:spPr>
        <p:txBody>
          <a:bodyPr/>
          <a:lstStyle/>
          <a:p>
            <a:pPr>
              <a:defRPr/>
            </a:pPr>
            <a:endParaRPr lang="en-US">
              <a:effectLst>
                <a:outerShdw blurRad="38100" dist="38100" dir="2700000" algn="tl">
                  <a:srgbClr val="000000">
                    <a:alpha val="43137"/>
                  </a:srgbClr>
                </a:outerShdw>
              </a:effectLst>
            </a:endParaRPr>
          </a:p>
        </p:txBody>
      </p:sp>
      <p:sp>
        <p:nvSpPr>
          <p:cNvPr id="66575" name="Text Box 23"/>
          <p:cNvSpPr txBox="1">
            <a:spLocks noChangeArrowheads="1"/>
          </p:cNvSpPr>
          <p:nvPr/>
        </p:nvSpPr>
        <p:spPr bwMode="auto">
          <a:xfrm>
            <a:off x="2743200" y="1136650"/>
            <a:ext cx="2144713" cy="733425"/>
          </a:xfrm>
          <a:prstGeom prst="rect">
            <a:avLst/>
          </a:prstGeom>
          <a:noFill/>
          <a:ln w="12700">
            <a:noFill/>
            <a:miter lim="800000"/>
            <a:headEnd type="none" w="sm" len="sm"/>
            <a:tailEnd type="none" w="sm" len="sm"/>
          </a:ln>
        </p:spPr>
        <p:txBody>
          <a:bodyPr wrap="none">
            <a:spAutoFit/>
          </a:bodyPr>
          <a:lstStyle/>
          <a:p>
            <a:r>
              <a:rPr lang="en-US" sz="2000"/>
              <a:t>MEMORY { … }</a:t>
            </a:r>
          </a:p>
          <a:p>
            <a:r>
              <a:rPr lang="en-US" sz="2000"/>
              <a:t>SECTIONS { … }</a:t>
            </a:r>
          </a:p>
        </p:txBody>
      </p:sp>
      <p:sp>
        <p:nvSpPr>
          <p:cNvPr id="66576" name="Text Box 24"/>
          <p:cNvSpPr txBox="1">
            <a:spLocks noChangeArrowheads="1"/>
          </p:cNvSpPr>
          <p:nvPr/>
        </p:nvSpPr>
        <p:spPr bwMode="auto">
          <a:xfrm>
            <a:off x="3269926" y="706438"/>
            <a:ext cx="1149674" cy="327782"/>
          </a:xfrm>
          <a:prstGeom prst="rect">
            <a:avLst/>
          </a:prstGeom>
          <a:noFill/>
          <a:ln w="12700">
            <a:noFill/>
            <a:miter lim="800000"/>
            <a:headEnd type="none" w="sm" len="sm"/>
            <a:tailEnd type="none" w="sm" len="sm"/>
          </a:ln>
        </p:spPr>
        <p:txBody>
          <a:bodyPr wrap="none">
            <a:spAutoFit/>
          </a:bodyPr>
          <a:lstStyle/>
          <a:p>
            <a:r>
              <a:rPr lang="en-US" sz="1800" smtClean="0">
                <a:latin typeface="Courier New" pitchFamily="49" charset="0"/>
                <a:cs typeface="Courier New" pitchFamily="49" charset="0"/>
              </a:rPr>
              <a:t>app.cmd</a:t>
            </a:r>
            <a:endParaRPr lang="en-US" sz="1800">
              <a:latin typeface="Courier New" pitchFamily="49" charset="0"/>
              <a:cs typeface="Courier New" pitchFamily="49" charset="0"/>
            </a:endParaRPr>
          </a:p>
        </p:txBody>
      </p:sp>
      <p:sp>
        <p:nvSpPr>
          <p:cNvPr id="66577" name="Rounded Rectangle 24"/>
          <p:cNvSpPr>
            <a:spLocks noChangeArrowheads="1"/>
          </p:cNvSpPr>
          <p:nvPr/>
        </p:nvSpPr>
        <p:spPr bwMode="auto">
          <a:xfrm>
            <a:off x="7772400" y="1233488"/>
            <a:ext cx="990600" cy="609600"/>
          </a:xfrm>
          <a:prstGeom prst="roundRect">
            <a:avLst>
              <a:gd name="adj" fmla="val 16667"/>
            </a:avLst>
          </a:prstGeom>
          <a:solidFill>
            <a:schemeClr val="accent5">
              <a:lumMod val="20000"/>
              <a:lumOff val="80000"/>
            </a:schemeClr>
          </a:solidFill>
          <a:ln w="12700" algn="ctr">
            <a:solidFill>
              <a:schemeClr val="tx1"/>
            </a:solidFill>
            <a:round/>
            <a:headEnd type="none" w="sm" len="sm"/>
            <a:tailEnd type="none" w="sm" len="sm"/>
          </a:ln>
        </p:spPr>
        <p:txBody>
          <a:bodyPr anchor="ctr" anchorCtr="1"/>
          <a:lstStyle/>
          <a:p>
            <a:r>
              <a:rPr lang="en-US" b="0"/>
              <a:t>.map</a:t>
            </a:r>
          </a:p>
        </p:txBody>
      </p:sp>
      <p:cxnSp>
        <p:nvCxnSpPr>
          <p:cNvPr id="66578" name="Straight Arrow Connector 28"/>
          <p:cNvCxnSpPr>
            <a:cxnSpLocks noChangeShapeType="1"/>
          </p:cNvCxnSpPr>
          <p:nvPr/>
        </p:nvCxnSpPr>
        <p:spPr bwMode="auto">
          <a:xfrm>
            <a:off x="7315200" y="1524000"/>
            <a:ext cx="457200" cy="1588"/>
          </a:xfrm>
          <a:prstGeom prst="straightConnector1">
            <a:avLst/>
          </a:prstGeom>
          <a:noFill/>
          <a:ln w="12700" algn="ctr">
            <a:solidFill>
              <a:schemeClr val="tx1"/>
            </a:solidFill>
            <a:round/>
            <a:headEnd type="none" w="sm" len="sm"/>
            <a:tailEnd type="arrow" w="med" len="med"/>
          </a:ln>
        </p:spPr>
      </p:cxnSp>
      <p:sp>
        <p:nvSpPr>
          <p:cNvPr id="66579" name="Text Box 18"/>
          <p:cNvSpPr txBox="1">
            <a:spLocks noChangeArrowheads="1"/>
          </p:cNvSpPr>
          <p:nvPr/>
        </p:nvSpPr>
        <p:spPr bwMode="auto">
          <a:xfrm>
            <a:off x="3276600" y="2438400"/>
            <a:ext cx="1671638" cy="314325"/>
          </a:xfrm>
          <a:prstGeom prst="rect">
            <a:avLst/>
          </a:prstGeom>
          <a:noFill/>
          <a:ln w="12700">
            <a:noFill/>
            <a:miter lim="800000"/>
            <a:headEnd type="none" w="sm" len="sm"/>
            <a:tailEnd type="none" w="sm" len="sm"/>
          </a:ln>
        </p:spPr>
        <p:txBody>
          <a:bodyPr wrap="none">
            <a:spAutoFit/>
          </a:bodyPr>
          <a:lstStyle/>
          <a:p>
            <a:r>
              <a:rPr lang="en-US" sz="1800" b="0" i="1"/>
              <a:t>userlinker.cmd</a:t>
            </a:r>
          </a:p>
        </p:txBody>
      </p:sp>
    </p:spTree>
    <p:custDataLst>
      <p:tags r:id="rId1"/>
    </p:custDataLst>
    <p:extLst>
      <p:ext uri="{BB962C8B-B14F-4D97-AF65-F5344CB8AC3E}">
        <p14:creationId xmlns:p14="http://schemas.microsoft.com/office/powerpoint/2010/main" val="2911882244"/>
      </p:ext>
    </p:extLst>
  </p:cSld>
  <p:clrMapOvr>
    <a:masterClrMapping/>
  </p:clrMapOvr>
  <p:transition>
    <p:fade/>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66"/>
        </a:solidFill>
        <a:effectLst/>
      </p:bgPr>
    </p:bg>
    <p:spTree>
      <p:nvGrpSpPr>
        <p:cNvPr id="1" name=""/>
        <p:cNvGrpSpPr/>
        <p:nvPr/>
      </p:nvGrpSpPr>
      <p:grpSpPr>
        <a:xfrm>
          <a:off x="0" y="0"/>
          <a:ext cx="0" cy="0"/>
          <a:chOff x="0" y="0"/>
          <a:chExt cx="0" cy="0"/>
        </a:xfrm>
      </p:grpSpPr>
      <p:sp>
        <p:nvSpPr>
          <p:cNvPr id="669704" name="Rectangle 8"/>
          <p:cNvSpPr>
            <a:spLocks noChangeArrowheads="1"/>
          </p:cNvSpPr>
          <p:nvPr/>
        </p:nvSpPr>
        <p:spPr bwMode="auto">
          <a:xfrm>
            <a:off x="304800" y="914400"/>
            <a:ext cx="5562600" cy="5410200"/>
          </a:xfrm>
          <a:prstGeom prst="rect">
            <a:avLst/>
          </a:prstGeom>
          <a:solidFill>
            <a:srgbClr val="92D050"/>
          </a:solidFill>
          <a:ln w="19050">
            <a:solidFill>
              <a:schemeClr val="tx1"/>
            </a:solidFill>
            <a:miter lim="800000"/>
            <a:headEnd type="none" w="sm" len="sm"/>
            <a:tailEnd type="none" w="sm" len="sm"/>
          </a:ln>
          <a:effectLst>
            <a:outerShdw blurRad="50800" dist="127000" dir="2700000" algn="tl" rotWithShape="0">
              <a:prstClr val="black">
                <a:alpha val="40000"/>
              </a:prstClr>
            </a:outerShdw>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pic>
        <p:nvPicPr>
          <p:cNvPr id="72706" name="Picture 2" descr="C:\Documents and Settings\a0159877\Desktop\250px-Operating_system_placement.svg.png"/>
          <p:cNvPicPr>
            <a:picLocks noChangeAspect="1" noChangeArrowheads="1"/>
          </p:cNvPicPr>
          <p:nvPr/>
        </p:nvPicPr>
        <p:blipFill>
          <a:blip r:embed="rId9" cstate="print"/>
          <a:srcRect/>
          <a:stretch>
            <a:fillRect/>
          </a:stretch>
        </p:blipFill>
        <p:spPr bwMode="auto">
          <a:xfrm>
            <a:off x="6160824" y="1153041"/>
            <a:ext cx="2819400" cy="4172713"/>
          </a:xfrm>
          <a:prstGeom prst="rect">
            <a:avLst/>
          </a:prstGeom>
          <a:noFill/>
        </p:spPr>
      </p:pic>
      <p:pic>
        <p:nvPicPr>
          <p:cNvPr id="11" name="Animated Logo" descr="tilogo_color_twoline.png"/>
          <p:cNvPicPr>
            <a:picLocks noChangeAspect="1"/>
          </p:cNvPicPr>
          <p:nvPr/>
        </p:nvPicPr>
        <p:blipFill>
          <a:blip r:embed="rId10" cstate="print"/>
          <a:stretch>
            <a:fillRect/>
          </a:stretch>
        </p:blipFill>
        <p:spPr>
          <a:xfrm>
            <a:off x="50800" y="6477000"/>
            <a:ext cx="1438537" cy="347443"/>
          </a:xfrm>
          <a:prstGeom prst="rect">
            <a:avLst/>
          </a:prstGeom>
        </p:spPr>
      </p:pic>
      <p:sp>
        <p:nvSpPr>
          <p:cNvPr id="41987" name="Rectangle 2"/>
          <p:cNvSpPr>
            <a:spLocks noGrp="1" noChangeArrowheads="1"/>
          </p:cNvSpPr>
          <p:nvPr>
            <p:ph type="title"/>
          </p:nvPr>
        </p:nvSpPr>
        <p:spPr/>
        <p:txBody>
          <a:bodyPr/>
          <a:lstStyle/>
          <a:p>
            <a:r>
              <a:rPr lang="en-US" smtClean="0">
                <a:solidFill>
                  <a:schemeClr val="tx1"/>
                </a:solidFill>
              </a:rPr>
              <a:t>Outline</a:t>
            </a:r>
          </a:p>
        </p:txBody>
      </p:sp>
      <p:sp>
        <p:nvSpPr>
          <p:cNvPr id="10" name="Text Box 4">
            <a:hlinkClick r:id="rId11" action="ppaction://hlinksldjump"/>
          </p:cNvPr>
          <p:cNvSpPr txBox="1">
            <a:spLocks noChangeArrowheads="1"/>
          </p:cNvSpPr>
          <p:nvPr>
            <p:custDataLst>
              <p:tags r:id="rId2"/>
            </p:custDataLst>
          </p:nvPr>
        </p:nvSpPr>
        <p:spPr bwMode="auto">
          <a:xfrm>
            <a:off x="301576" y="1018384"/>
            <a:ext cx="5543550" cy="476250"/>
          </a:xfrm>
          <a:prstGeom prst="rect">
            <a:avLst/>
          </a:prstGeom>
          <a:noFill/>
          <a:ln w="12700">
            <a:noFill/>
            <a:miter lim="800000"/>
            <a:headEnd type="none" w="sm" len="sm"/>
            <a:tailEnd type="none" w="sm" len="sm"/>
          </a:ln>
        </p:spPr>
        <p:txBody>
          <a:bodyPr>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Static vs. Dynamic</a:t>
            </a:r>
            <a:endParaRPr lang="en-US" sz="2800" dirty="0">
              <a:solidFill>
                <a:srgbClr val="000000"/>
              </a:solidFill>
            </a:endParaRPr>
          </a:p>
        </p:txBody>
      </p:sp>
      <p:sp>
        <p:nvSpPr>
          <p:cNvPr id="12" name="Text Box 4">
            <a:hlinkClick r:id="rId12" action="ppaction://hlinksldjump"/>
          </p:cNvPr>
          <p:cNvSpPr txBox="1">
            <a:spLocks noChangeArrowheads="1"/>
          </p:cNvSpPr>
          <p:nvPr>
            <p:custDataLst>
              <p:tags r:id="rId3"/>
            </p:custDataLst>
          </p:nvPr>
        </p:nvSpPr>
        <p:spPr bwMode="auto">
          <a:xfrm>
            <a:off x="301576" y="1593186"/>
            <a:ext cx="5543550" cy="476250"/>
          </a:xfrm>
          <a:prstGeom prst="rect">
            <a:avLst/>
          </a:prstGeom>
          <a:noFill/>
          <a:ln w="12700">
            <a:noFill/>
            <a:miter lim="800000"/>
            <a:headEnd type="none" w="sm" len="sm"/>
            <a:tailEnd type="none" w="sm" len="sm"/>
          </a:ln>
        </p:spPr>
        <p:txBody>
          <a:bodyPr>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Dynamic Memory Concepts</a:t>
            </a:r>
            <a:endParaRPr lang="en-US" sz="2800" dirty="0">
              <a:solidFill>
                <a:srgbClr val="000000"/>
              </a:solidFill>
            </a:endParaRPr>
          </a:p>
        </p:txBody>
      </p:sp>
      <p:sp>
        <p:nvSpPr>
          <p:cNvPr id="13" name="Text Box 4">
            <a:hlinkClick r:id="rId13" action="ppaction://hlinksldjump"/>
          </p:cNvPr>
          <p:cNvSpPr txBox="1">
            <a:spLocks noChangeArrowheads="1"/>
          </p:cNvSpPr>
          <p:nvPr>
            <p:custDataLst>
              <p:tags r:id="rId4"/>
            </p:custDataLst>
          </p:nvPr>
        </p:nvSpPr>
        <p:spPr bwMode="auto">
          <a:xfrm>
            <a:off x="301576" y="2167988"/>
            <a:ext cx="5543550" cy="476250"/>
          </a:xfrm>
          <a:prstGeom prst="rect">
            <a:avLst/>
          </a:prstGeom>
          <a:noFill/>
          <a:ln w="12700">
            <a:noFill/>
            <a:miter lim="800000"/>
            <a:headEnd type="none" w="sm" len="sm"/>
            <a:tailEnd type="none" w="sm" len="sm"/>
          </a:ln>
        </p:spPr>
        <p:txBody>
          <a:bodyPr>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Different Types of Heaps</a:t>
            </a:r>
            <a:endParaRPr lang="en-US" sz="2800" dirty="0">
              <a:solidFill>
                <a:srgbClr val="000000"/>
              </a:solidFill>
            </a:endParaRPr>
          </a:p>
        </p:txBody>
      </p:sp>
      <p:sp>
        <p:nvSpPr>
          <p:cNvPr id="14" name="Text Box 4">
            <a:hlinkClick r:id="rId14" action="ppaction://hlinksldjump"/>
          </p:cNvPr>
          <p:cNvSpPr txBox="1">
            <a:spLocks noChangeArrowheads="1"/>
          </p:cNvSpPr>
          <p:nvPr>
            <p:custDataLst>
              <p:tags r:id="rId5"/>
            </p:custDataLst>
          </p:nvPr>
        </p:nvSpPr>
        <p:spPr bwMode="auto">
          <a:xfrm>
            <a:off x="301576" y="2742790"/>
            <a:ext cx="5543550" cy="476250"/>
          </a:xfrm>
          <a:prstGeom prst="rect">
            <a:avLst/>
          </a:prstGeom>
          <a:noFill/>
          <a:ln w="12700">
            <a:noFill/>
            <a:miter lim="800000"/>
            <a:headEnd type="none" w="sm" len="sm"/>
            <a:tailEnd type="none" w="sm" len="sm"/>
          </a:ln>
        </p:spPr>
        <p:txBody>
          <a:bodyPr>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Dynamic Module Creation</a:t>
            </a:r>
            <a:endParaRPr lang="en-US" sz="2800" dirty="0">
              <a:solidFill>
                <a:srgbClr val="000000"/>
              </a:solidFill>
            </a:endParaRPr>
          </a:p>
        </p:txBody>
      </p:sp>
      <p:sp>
        <p:nvSpPr>
          <p:cNvPr id="15" name="Text Box 4">
            <a:hlinkClick r:id="rId15" action="ppaction://hlinksldjump"/>
          </p:cNvPr>
          <p:cNvSpPr txBox="1">
            <a:spLocks noChangeArrowheads="1"/>
          </p:cNvSpPr>
          <p:nvPr>
            <p:custDataLst>
              <p:tags r:id="rId6"/>
            </p:custDataLst>
          </p:nvPr>
        </p:nvSpPr>
        <p:spPr bwMode="auto">
          <a:xfrm>
            <a:off x="301576" y="3317592"/>
            <a:ext cx="5543550" cy="476250"/>
          </a:xfrm>
          <a:prstGeom prst="rect">
            <a:avLst/>
          </a:prstGeom>
          <a:noFill/>
          <a:ln w="12700">
            <a:noFill/>
            <a:miter lim="800000"/>
            <a:headEnd type="none" w="sm" len="sm"/>
            <a:tailEnd type="none" w="sm" len="sm"/>
          </a:ln>
        </p:spPr>
        <p:txBody>
          <a:bodyPr>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Custom Section Placement</a:t>
            </a:r>
            <a:endParaRPr lang="en-US" sz="2800" dirty="0">
              <a:solidFill>
                <a:srgbClr val="000000"/>
              </a:solidFill>
            </a:endParaRPr>
          </a:p>
        </p:txBody>
      </p:sp>
      <p:sp>
        <p:nvSpPr>
          <p:cNvPr id="16" name="Text Box 3">
            <a:hlinkClick r:id="rId16" action="ppaction://hlinksldjump"/>
          </p:cNvPr>
          <p:cNvSpPr txBox="1">
            <a:spLocks noChangeArrowheads="1"/>
          </p:cNvSpPr>
          <p:nvPr>
            <p:custDataLst>
              <p:tags r:id="rId7"/>
            </p:custDataLst>
          </p:nvPr>
        </p:nvSpPr>
        <p:spPr bwMode="auto">
          <a:xfrm>
            <a:off x="304800" y="3892394"/>
            <a:ext cx="5562600" cy="495300"/>
          </a:xfrm>
          <a:prstGeom prst="rect">
            <a:avLst/>
          </a:prstGeom>
          <a:solidFill>
            <a:schemeClr val="bg1"/>
          </a:solidFill>
          <a:ln w="19050">
            <a:solidFill>
              <a:schemeClr val="tx1"/>
            </a:solidFill>
            <a:miter lim="800000"/>
            <a:headEnd type="none" w="sm" len="sm"/>
            <a:tailEnd type="none" w="sm" len="sm"/>
          </a:ln>
        </p:spPr>
        <p:txBody>
          <a:bodyPr wrap="square">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Lab</a:t>
            </a:r>
            <a:endParaRPr lang="en-US" sz="2800">
              <a:solidFill>
                <a:srgbClr val="000000"/>
              </a:solidFill>
            </a:endParaRPr>
          </a:p>
        </p:txBody>
      </p:sp>
    </p:spTree>
    <p:custDataLst>
      <p:tags r:id="rId1"/>
    </p:custDataLst>
    <p:extLst>
      <p:ext uri="{BB962C8B-B14F-4D97-AF65-F5344CB8AC3E}">
        <p14:creationId xmlns:p14="http://schemas.microsoft.com/office/powerpoint/2010/main" val="434502946"/>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normAutofit/>
          </a:bodyPr>
          <a:lstStyle/>
          <a:p>
            <a:r>
              <a:rPr lang="en-US" smtClean="0"/>
              <a:t>Lab 10 – Creating Task/Sem </a:t>
            </a:r>
            <a:r>
              <a:rPr lang="en-US" u="sng" smtClean="0"/>
              <a:t>Dynamically</a:t>
            </a:r>
            <a:endParaRPr lang="en-US" u="sng" dirty="0" smtClean="0"/>
          </a:p>
        </p:txBody>
      </p:sp>
      <p:sp>
        <p:nvSpPr>
          <p:cNvPr id="33795" name="Rectangle 6"/>
          <p:cNvSpPr>
            <a:spLocks noChangeArrowheads="1"/>
          </p:cNvSpPr>
          <p:nvPr/>
        </p:nvSpPr>
        <p:spPr bwMode="auto">
          <a:xfrm>
            <a:off x="561975" y="6216650"/>
            <a:ext cx="184150" cy="625475"/>
          </a:xfrm>
          <a:prstGeom prst="rect">
            <a:avLst/>
          </a:prstGeom>
          <a:noFill/>
          <a:ln w="12700">
            <a:noFill/>
            <a:miter lim="800000"/>
            <a:headEnd type="none" w="sm" len="sm"/>
            <a:tailEnd type="none" w="sm" len="sm"/>
          </a:ln>
        </p:spPr>
        <p:txBody>
          <a:bodyPr wrap="none" anchor="ctr">
            <a:spAutoFit/>
          </a:bodyPr>
          <a:lstStyle/>
          <a:p>
            <a:pPr>
              <a:lnSpc>
                <a:spcPct val="100000"/>
              </a:lnSpc>
              <a:spcBef>
                <a:spcPct val="0"/>
              </a:spcBef>
            </a:pPr>
            <a:r>
              <a:rPr lang="en-US" sz="1100" b="0">
                <a:solidFill>
                  <a:srgbClr val="000000"/>
                </a:solidFill>
                <a:latin typeface="Times New Roman" pitchFamily="18" charset="0"/>
                <a:cs typeface="Times New Roman" pitchFamily="18" charset="0"/>
              </a:rPr>
              <a:t/>
            </a:r>
            <a:br>
              <a:rPr lang="en-US" sz="1100" b="0">
                <a:solidFill>
                  <a:srgbClr val="000000"/>
                </a:solidFill>
                <a:latin typeface="Times New Roman" pitchFamily="18" charset="0"/>
                <a:cs typeface="Times New Roman" pitchFamily="18" charset="0"/>
              </a:rPr>
            </a:br>
            <a:endParaRPr lang="en-US" b="0">
              <a:solidFill>
                <a:srgbClr val="000000"/>
              </a:solidFill>
              <a:latin typeface="Times New Roman" pitchFamily="18" charset="0"/>
            </a:endParaRPr>
          </a:p>
        </p:txBody>
      </p:sp>
      <p:sp>
        <p:nvSpPr>
          <p:cNvPr id="33796" name="AutoShape 99"/>
          <p:cNvSpPr>
            <a:spLocks noChangeArrowheads="1"/>
          </p:cNvSpPr>
          <p:nvPr/>
        </p:nvSpPr>
        <p:spPr bwMode="auto">
          <a:xfrm>
            <a:off x="152400" y="881680"/>
            <a:ext cx="2057400" cy="1709120"/>
          </a:xfrm>
          <a:prstGeom prst="roundRect">
            <a:avLst>
              <a:gd name="adj" fmla="val 16667"/>
            </a:avLst>
          </a:prstGeom>
          <a:solidFill>
            <a:schemeClr val="accent2"/>
          </a:solidFill>
          <a:ln w="12700">
            <a:solidFill>
              <a:schemeClr val="tx1"/>
            </a:solidFill>
            <a:round/>
            <a:headEnd type="none" w="sm" len="sm"/>
            <a:tailEnd type="none" w="sm" len="sm"/>
          </a:ln>
        </p:spPr>
        <p:txBody>
          <a:bodyPr wrap="none" anchor="ctr"/>
          <a:lstStyle/>
          <a:p>
            <a:r>
              <a:rPr lang="en-US" sz="1600" dirty="0">
                <a:solidFill>
                  <a:srgbClr val="000000"/>
                </a:solidFill>
                <a:latin typeface="Courier New" pitchFamily="49" charset="0"/>
              </a:rPr>
              <a:t>main() {</a:t>
            </a:r>
          </a:p>
          <a:p>
            <a:r>
              <a:rPr lang="en-US" sz="1600">
                <a:solidFill>
                  <a:srgbClr val="000000"/>
                </a:solidFill>
                <a:latin typeface="Courier New" pitchFamily="49" charset="0"/>
              </a:rPr>
              <a:t>  </a:t>
            </a:r>
            <a:r>
              <a:rPr lang="en-US" sz="1600" smtClean="0">
                <a:solidFill>
                  <a:srgbClr val="000000"/>
                </a:solidFill>
                <a:latin typeface="Courier New" pitchFamily="49" charset="0"/>
              </a:rPr>
              <a:t>init_hw();</a:t>
            </a:r>
            <a:endParaRPr lang="en-US" sz="1600" dirty="0">
              <a:solidFill>
                <a:srgbClr val="000000"/>
              </a:solidFill>
              <a:latin typeface="Courier New" pitchFamily="49" charset="0"/>
            </a:endParaRPr>
          </a:p>
          <a:p>
            <a:pPr>
              <a:spcBef>
                <a:spcPts val="600"/>
              </a:spcBef>
            </a:pPr>
            <a:r>
              <a:rPr lang="en-US" sz="1600">
                <a:solidFill>
                  <a:srgbClr val="000000"/>
                </a:solidFill>
                <a:latin typeface="Courier New" pitchFamily="49" charset="0"/>
              </a:rPr>
              <a:t>  </a:t>
            </a:r>
            <a:r>
              <a:rPr lang="en-US" sz="1600" smtClean="0">
                <a:solidFill>
                  <a:srgbClr val="000000"/>
                </a:solidFill>
                <a:latin typeface="Courier New" pitchFamily="49" charset="0"/>
              </a:rPr>
              <a:t>Timer (500ms)</a:t>
            </a:r>
            <a:endParaRPr lang="en-US" sz="1600" dirty="0">
              <a:solidFill>
                <a:srgbClr val="000000"/>
              </a:solidFill>
              <a:latin typeface="Courier New" pitchFamily="49" charset="0"/>
            </a:endParaRPr>
          </a:p>
          <a:p>
            <a:r>
              <a:rPr lang="en-US" sz="1600" dirty="0">
                <a:solidFill>
                  <a:srgbClr val="000000"/>
                </a:solidFill>
                <a:latin typeface="Courier New" pitchFamily="49" charset="0"/>
              </a:rPr>
              <a:t>  </a:t>
            </a:r>
            <a:r>
              <a:rPr lang="en-US" sz="1600" dirty="0" err="1" smtClean="0">
                <a:solidFill>
                  <a:srgbClr val="000000"/>
                </a:solidFill>
                <a:latin typeface="Courier New" pitchFamily="49" charset="0"/>
              </a:rPr>
              <a:t>BIOS_start</a:t>
            </a:r>
            <a:r>
              <a:rPr lang="en-US" sz="1600" dirty="0" smtClean="0">
                <a:solidFill>
                  <a:srgbClr val="000000"/>
                </a:solidFill>
                <a:latin typeface="Courier New" pitchFamily="49" charset="0"/>
              </a:rPr>
              <a:t>();</a:t>
            </a:r>
            <a:endParaRPr lang="en-US" sz="1600" dirty="0">
              <a:solidFill>
                <a:srgbClr val="000000"/>
              </a:solidFill>
              <a:latin typeface="Courier New" pitchFamily="49" charset="0"/>
            </a:endParaRPr>
          </a:p>
          <a:p>
            <a:r>
              <a:rPr lang="en-US" sz="1600" dirty="0">
                <a:solidFill>
                  <a:srgbClr val="000000"/>
                </a:solidFill>
                <a:latin typeface="Courier New" pitchFamily="49" charset="0"/>
              </a:rPr>
              <a:t>} </a:t>
            </a:r>
          </a:p>
        </p:txBody>
      </p:sp>
      <p:sp>
        <p:nvSpPr>
          <p:cNvPr id="33797" name="AutoShape 102"/>
          <p:cNvSpPr>
            <a:spLocks noChangeArrowheads="1"/>
          </p:cNvSpPr>
          <p:nvPr/>
        </p:nvSpPr>
        <p:spPr bwMode="auto">
          <a:xfrm>
            <a:off x="1685264" y="3500768"/>
            <a:ext cx="1524000" cy="2855785"/>
          </a:xfrm>
          <a:prstGeom prst="roundRect">
            <a:avLst>
              <a:gd name="adj" fmla="val 16667"/>
            </a:avLst>
          </a:prstGeom>
          <a:solidFill>
            <a:schemeClr val="accent5">
              <a:lumMod val="20000"/>
              <a:lumOff val="80000"/>
            </a:schemeClr>
          </a:solidFill>
          <a:ln w="12700">
            <a:solidFill>
              <a:schemeClr val="tx1"/>
            </a:solidFill>
            <a:round/>
            <a:headEnd type="none" w="sm" len="sm"/>
            <a:tailEnd type="none" w="sm" len="sm"/>
          </a:ln>
        </p:spPr>
        <p:txBody>
          <a:bodyPr wrap="none" anchor="ctr"/>
          <a:lstStyle/>
          <a:p>
            <a:endParaRPr lang="en-US" sz="1800">
              <a:solidFill>
                <a:srgbClr val="000000"/>
              </a:solidFill>
              <a:latin typeface="Courier New" pitchFamily="49" charset="0"/>
            </a:endParaRPr>
          </a:p>
        </p:txBody>
      </p:sp>
      <p:sp>
        <p:nvSpPr>
          <p:cNvPr id="33798" name="Text Box 103"/>
          <p:cNvSpPr txBox="1">
            <a:spLocks noChangeArrowheads="1"/>
          </p:cNvSpPr>
          <p:nvPr/>
        </p:nvSpPr>
        <p:spPr bwMode="auto">
          <a:xfrm>
            <a:off x="623855" y="594022"/>
            <a:ext cx="1107996" cy="353943"/>
          </a:xfrm>
          <a:prstGeom prst="rect">
            <a:avLst/>
          </a:prstGeom>
          <a:noFill/>
          <a:ln w="12700">
            <a:noFill/>
            <a:miter lim="800000"/>
            <a:headEnd type="none" w="sm" len="sm"/>
            <a:tailEnd type="none" w="sm" len="sm"/>
          </a:ln>
        </p:spPr>
        <p:txBody>
          <a:bodyPr wrap="none">
            <a:spAutoFit/>
          </a:bodyPr>
          <a:lstStyle/>
          <a:p>
            <a:r>
              <a:rPr lang="en-US" sz="2000" i="1">
                <a:solidFill>
                  <a:srgbClr val="000000"/>
                </a:solidFill>
                <a:latin typeface="Courier New" pitchFamily="49" charset="0"/>
              </a:rPr>
              <a:t>main.c</a:t>
            </a:r>
          </a:p>
        </p:txBody>
      </p:sp>
      <p:sp>
        <p:nvSpPr>
          <p:cNvPr id="33799" name="AutoShape 104"/>
          <p:cNvSpPr>
            <a:spLocks noChangeArrowheads="1"/>
          </p:cNvSpPr>
          <p:nvPr/>
        </p:nvSpPr>
        <p:spPr bwMode="auto">
          <a:xfrm>
            <a:off x="2057400" y="3654937"/>
            <a:ext cx="685800" cy="457200"/>
          </a:xfrm>
          <a:prstGeom prst="cube">
            <a:avLst>
              <a:gd name="adj" fmla="val 16319"/>
            </a:avLst>
          </a:prstGeom>
          <a:solidFill>
            <a:srgbClr val="C0C0C0"/>
          </a:solidFill>
          <a:ln w="12700">
            <a:solidFill>
              <a:schemeClr val="tx1"/>
            </a:solidFill>
            <a:miter lim="800000"/>
            <a:headEnd type="none" w="sm" len="sm"/>
            <a:tailEnd type="none" w="sm" len="sm"/>
          </a:ln>
        </p:spPr>
        <p:txBody>
          <a:bodyPr wrap="none" anchor="ctr"/>
          <a:lstStyle/>
          <a:p>
            <a:pPr algn="ctr"/>
            <a:r>
              <a:rPr lang="en-US" sz="1800" dirty="0" err="1" smtClean="0">
                <a:solidFill>
                  <a:srgbClr val="000000"/>
                </a:solidFill>
              </a:rPr>
              <a:t>Hwi</a:t>
            </a:r>
            <a:endParaRPr lang="en-US" sz="1800" dirty="0">
              <a:solidFill>
                <a:srgbClr val="000000"/>
              </a:solidFill>
            </a:endParaRPr>
          </a:p>
        </p:txBody>
      </p:sp>
      <p:sp>
        <p:nvSpPr>
          <p:cNvPr id="33800" name="Text Box 105"/>
          <p:cNvSpPr txBox="1">
            <a:spLocks noChangeArrowheads="1"/>
          </p:cNvSpPr>
          <p:nvPr/>
        </p:nvSpPr>
        <p:spPr bwMode="auto">
          <a:xfrm>
            <a:off x="1676400" y="3211033"/>
            <a:ext cx="1569660" cy="353943"/>
          </a:xfrm>
          <a:prstGeom prst="rect">
            <a:avLst/>
          </a:prstGeom>
          <a:noFill/>
          <a:ln w="12700">
            <a:noFill/>
            <a:miter lim="800000"/>
            <a:headEnd type="none" w="sm" len="sm"/>
            <a:tailEnd type="none" w="sm" len="sm"/>
          </a:ln>
        </p:spPr>
        <p:txBody>
          <a:bodyPr wrap="none">
            <a:spAutoFit/>
          </a:bodyPr>
          <a:lstStyle/>
          <a:p>
            <a:r>
              <a:rPr lang="en-US" sz="2000" i="1">
                <a:solidFill>
                  <a:srgbClr val="000000"/>
                </a:solidFill>
                <a:latin typeface="Courier New" pitchFamily="49" charset="0"/>
              </a:rPr>
              <a:t>Scheduler</a:t>
            </a:r>
          </a:p>
        </p:txBody>
      </p:sp>
      <p:sp>
        <p:nvSpPr>
          <p:cNvPr id="33802" name="AutoShape 107"/>
          <p:cNvSpPr>
            <a:spLocks noChangeArrowheads="1"/>
          </p:cNvSpPr>
          <p:nvPr/>
        </p:nvSpPr>
        <p:spPr bwMode="auto">
          <a:xfrm>
            <a:off x="2057400" y="5725633"/>
            <a:ext cx="685800" cy="457200"/>
          </a:xfrm>
          <a:prstGeom prst="cube">
            <a:avLst>
              <a:gd name="adj" fmla="val 16319"/>
            </a:avLst>
          </a:prstGeom>
          <a:solidFill>
            <a:schemeClr val="accent3"/>
          </a:solidFill>
          <a:ln w="12700">
            <a:solidFill>
              <a:schemeClr val="tx1"/>
            </a:solidFill>
            <a:miter lim="800000"/>
            <a:headEnd type="none" w="sm" len="sm"/>
            <a:tailEnd type="none" w="sm" len="sm"/>
          </a:ln>
        </p:spPr>
        <p:txBody>
          <a:bodyPr wrap="none" anchor="ctr"/>
          <a:lstStyle/>
          <a:p>
            <a:pPr algn="ctr"/>
            <a:r>
              <a:rPr lang="en-US" sz="1800" dirty="0" smtClean="0">
                <a:solidFill>
                  <a:srgbClr val="000000"/>
                </a:solidFill>
              </a:rPr>
              <a:t>Idle</a:t>
            </a:r>
            <a:endParaRPr lang="en-US" sz="1800" dirty="0">
              <a:solidFill>
                <a:srgbClr val="000000"/>
              </a:solidFill>
            </a:endParaRPr>
          </a:p>
        </p:txBody>
      </p:sp>
      <p:sp>
        <p:nvSpPr>
          <p:cNvPr id="33810" name="AutoShape 117"/>
          <p:cNvSpPr>
            <a:spLocks noChangeArrowheads="1"/>
          </p:cNvSpPr>
          <p:nvPr/>
        </p:nvSpPr>
        <p:spPr bwMode="auto">
          <a:xfrm>
            <a:off x="3730726" y="3584156"/>
            <a:ext cx="3432074" cy="577701"/>
          </a:xfrm>
          <a:prstGeom prst="roundRect">
            <a:avLst>
              <a:gd name="adj" fmla="val 16667"/>
            </a:avLst>
          </a:prstGeom>
          <a:solidFill>
            <a:schemeClr val="accent3">
              <a:lumMod val="40000"/>
              <a:lumOff val="60000"/>
            </a:schemeClr>
          </a:solidFill>
          <a:ln w="12700">
            <a:solidFill>
              <a:schemeClr val="tx1"/>
            </a:solidFill>
            <a:round/>
            <a:headEnd type="none" w="sm" len="sm"/>
            <a:tailEnd type="none" w="sm" len="sm"/>
          </a:ln>
        </p:spPr>
        <p:txBody>
          <a:bodyPr wrap="none" anchor="ctr"/>
          <a:lstStyle/>
          <a:p>
            <a:r>
              <a:rPr lang="en-US" sz="1600" smtClean="0">
                <a:solidFill>
                  <a:srgbClr val="FF0000"/>
                </a:solidFill>
                <a:latin typeface="Courier New" pitchFamily="49" charset="0"/>
              </a:rPr>
              <a:t>Semaphore_post(LedSem);</a:t>
            </a:r>
            <a:endParaRPr lang="en-US" sz="1600">
              <a:solidFill>
                <a:srgbClr val="FF0000"/>
              </a:solidFill>
              <a:latin typeface="Courier New" pitchFamily="49" charset="0"/>
            </a:endParaRPr>
          </a:p>
        </p:txBody>
      </p:sp>
      <p:sp>
        <p:nvSpPr>
          <p:cNvPr id="33816" name="Text Box 131"/>
          <p:cNvSpPr txBox="1">
            <a:spLocks noChangeArrowheads="1"/>
          </p:cNvSpPr>
          <p:nvPr/>
        </p:nvSpPr>
        <p:spPr bwMode="auto">
          <a:xfrm>
            <a:off x="3124200" y="697860"/>
            <a:ext cx="1493486" cy="387798"/>
          </a:xfrm>
          <a:prstGeom prst="rect">
            <a:avLst/>
          </a:prstGeom>
          <a:noFill/>
          <a:ln w="12700">
            <a:noFill/>
            <a:miter lim="800000"/>
            <a:headEnd type="none" w="sm" len="sm"/>
            <a:tailEnd type="none" w="sm" len="sm"/>
          </a:ln>
        </p:spPr>
        <p:txBody>
          <a:bodyPr wrap="none">
            <a:spAutoFit/>
          </a:bodyPr>
          <a:lstStyle/>
          <a:p>
            <a:r>
              <a:rPr lang="en-US" u="sng" dirty="0">
                <a:solidFill>
                  <a:srgbClr val="FF0000"/>
                </a:solidFill>
                <a:latin typeface="Calibri" pitchFamily="34" charset="0"/>
                <a:cs typeface="Calibri" pitchFamily="34" charset="0"/>
              </a:rPr>
              <a:t>Procedure</a:t>
            </a:r>
          </a:p>
        </p:txBody>
      </p:sp>
      <p:sp>
        <p:nvSpPr>
          <p:cNvPr id="33817" name="Text Box 132"/>
          <p:cNvSpPr txBox="1">
            <a:spLocks noChangeArrowheads="1"/>
          </p:cNvSpPr>
          <p:nvPr/>
        </p:nvSpPr>
        <p:spPr bwMode="auto">
          <a:xfrm>
            <a:off x="3200400" y="1090783"/>
            <a:ext cx="5002075" cy="1938992"/>
          </a:xfrm>
          <a:prstGeom prst="rect">
            <a:avLst/>
          </a:prstGeom>
          <a:noFill/>
          <a:ln w="12700">
            <a:noFill/>
            <a:miter lim="800000"/>
            <a:headEnd type="none" w="sm" len="sm"/>
            <a:tailEnd type="none" w="sm" len="sm"/>
          </a:ln>
        </p:spPr>
        <p:txBody>
          <a:bodyPr wrap="none">
            <a:spAutoFit/>
          </a:bodyPr>
          <a:lstStyle/>
          <a:p>
            <a:pPr>
              <a:buFontTx/>
              <a:buChar char="•"/>
            </a:pPr>
            <a:r>
              <a:rPr lang="en-US" sz="2000">
                <a:solidFill>
                  <a:srgbClr val="000000"/>
                </a:solidFill>
                <a:latin typeface="Calibri" pitchFamily="34" charset="0"/>
                <a:cs typeface="Calibri" pitchFamily="34" charset="0"/>
              </a:rPr>
              <a:t> </a:t>
            </a:r>
            <a:r>
              <a:rPr lang="en-US" sz="2000" b="0" u="sng" smtClean="0">
                <a:solidFill>
                  <a:srgbClr val="FF0000"/>
                </a:solidFill>
                <a:latin typeface="Calibri" pitchFamily="34" charset="0"/>
                <a:cs typeface="Calibri" pitchFamily="34" charset="0"/>
              </a:rPr>
              <a:t>Import</a:t>
            </a:r>
            <a:r>
              <a:rPr lang="en-US" sz="2000" b="0" smtClean="0">
                <a:solidFill>
                  <a:srgbClr val="000000"/>
                </a:solidFill>
                <a:latin typeface="Calibri" pitchFamily="34" charset="0"/>
                <a:cs typeface="Calibri" pitchFamily="34" charset="0"/>
              </a:rPr>
              <a:t> archived (.zip) project (from Task lab)</a:t>
            </a:r>
            <a:endParaRPr lang="en-US" sz="2000" b="0" i="1" dirty="0">
              <a:solidFill>
                <a:srgbClr val="000000"/>
              </a:solidFill>
              <a:latin typeface="Calibri" pitchFamily="34" charset="0"/>
              <a:cs typeface="Calibri" pitchFamily="34" charset="0"/>
            </a:endParaRPr>
          </a:p>
          <a:p>
            <a:pPr>
              <a:buFontTx/>
              <a:buChar char="•"/>
            </a:pPr>
            <a:r>
              <a:rPr lang="en-US" sz="2000" b="0">
                <a:solidFill>
                  <a:srgbClr val="000000"/>
                </a:solidFill>
                <a:latin typeface="Calibri" pitchFamily="34" charset="0"/>
                <a:cs typeface="Calibri" pitchFamily="34" charset="0"/>
              </a:rPr>
              <a:t> </a:t>
            </a:r>
            <a:r>
              <a:rPr lang="en-US" sz="2000" b="0" i="1" u="sng" smtClean="0">
                <a:solidFill>
                  <a:srgbClr val="FF0000"/>
                </a:solidFill>
                <a:latin typeface="Calibri" pitchFamily="34" charset="0"/>
                <a:cs typeface="Calibri" pitchFamily="34" charset="0"/>
              </a:rPr>
              <a:t>Delete Task/Sem objects </a:t>
            </a:r>
            <a:r>
              <a:rPr lang="en-US" sz="2000" b="0" dirty="0" smtClean="0">
                <a:solidFill>
                  <a:srgbClr val="000000"/>
                </a:solidFill>
                <a:latin typeface="Calibri" pitchFamily="34" charset="0"/>
                <a:cs typeface="Calibri" pitchFamily="34" charset="0"/>
              </a:rPr>
              <a:t>(</a:t>
            </a:r>
            <a:r>
              <a:rPr lang="en-US" sz="2000" b="0" smtClean="0">
                <a:solidFill>
                  <a:srgbClr val="000000"/>
                </a:solidFill>
                <a:latin typeface="Calibri" pitchFamily="34" charset="0"/>
                <a:cs typeface="Calibri" pitchFamily="34" charset="0"/>
              </a:rPr>
              <a:t>for ledToggle)</a:t>
            </a:r>
            <a:endParaRPr lang="en-US" sz="2000" b="0" dirty="0">
              <a:solidFill>
                <a:srgbClr val="000000"/>
              </a:solidFill>
              <a:latin typeface="Calibri" pitchFamily="34" charset="0"/>
              <a:cs typeface="Calibri" pitchFamily="34" charset="0"/>
            </a:endParaRPr>
          </a:p>
          <a:p>
            <a:pPr>
              <a:buFontTx/>
              <a:buChar char="•"/>
            </a:pPr>
            <a:r>
              <a:rPr lang="en-US" sz="2000" b="0">
                <a:solidFill>
                  <a:srgbClr val="000000"/>
                </a:solidFill>
                <a:latin typeface="Calibri" pitchFamily="34" charset="0"/>
                <a:cs typeface="Calibri" pitchFamily="34" charset="0"/>
              </a:rPr>
              <a:t> </a:t>
            </a:r>
            <a:r>
              <a:rPr lang="en-US" sz="2000" b="0" smtClean="0">
                <a:solidFill>
                  <a:srgbClr val="000000"/>
                </a:solidFill>
                <a:latin typeface="Calibri" pitchFamily="34" charset="0"/>
                <a:cs typeface="Calibri" pitchFamily="34" charset="0"/>
              </a:rPr>
              <a:t>Write code to create Task/Sem Dynamically</a:t>
            </a:r>
          </a:p>
          <a:p>
            <a:pPr>
              <a:buFontTx/>
              <a:buChar char="•"/>
            </a:pPr>
            <a:r>
              <a:rPr lang="en-US" sz="2000" b="0">
                <a:solidFill>
                  <a:srgbClr val="000000"/>
                </a:solidFill>
                <a:latin typeface="Calibri" pitchFamily="34" charset="0"/>
                <a:cs typeface="Calibri" pitchFamily="34" charset="0"/>
              </a:rPr>
              <a:t> </a:t>
            </a:r>
            <a:r>
              <a:rPr lang="en-US" sz="2000" b="0" smtClean="0">
                <a:solidFill>
                  <a:srgbClr val="000000"/>
                </a:solidFill>
                <a:latin typeface="Calibri" pitchFamily="34" charset="0"/>
                <a:cs typeface="Calibri" pitchFamily="34" charset="0"/>
              </a:rPr>
              <a:t>Build</a:t>
            </a:r>
            <a:r>
              <a:rPr lang="en-US" sz="2000" b="0" dirty="0">
                <a:solidFill>
                  <a:srgbClr val="000000"/>
                </a:solidFill>
                <a:latin typeface="Calibri" pitchFamily="34" charset="0"/>
                <a:cs typeface="Calibri" pitchFamily="34" charset="0"/>
              </a:rPr>
              <a:t>, “Play</a:t>
            </a:r>
            <a:r>
              <a:rPr lang="en-US" sz="2000" b="0">
                <a:solidFill>
                  <a:srgbClr val="000000"/>
                </a:solidFill>
                <a:latin typeface="Calibri" pitchFamily="34" charset="0"/>
                <a:cs typeface="Calibri" pitchFamily="34" charset="0"/>
              </a:rPr>
              <a:t>”, </a:t>
            </a:r>
            <a:r>
              <a:rPr lang="en-US" sz="2000" b="0" smtClean="0">
                <a:solidFill>
                  <a:srgbClr val="000000"/>
                </a:solidFill>
                <a:latin typeface="Calibri" pitchFamily="34" charset="0"/>
                <a:cs typeface="Calibri" pitchFamily="34" charset="0"/>
              </a:rPr>
              <a:t>Debug</a:t>
            </a:r>
          </a:p>
          <a:p>
            <a:pPr>
              <a:buFontTx/>
              <a:buChar char="•"/>
            </a:pPr>
            <a:r>
              <a:rPr lang="en-US" sz="2000" b="0">
                <a:solidFill>
                  <a:srgbClr val="000000"/>
                </a:solidFill>
                <a:latin typeface="Calibri" pitchFamily="34" charset="0"/>
                <a:cs typeface="Calibri" pitchFamily="34" charset="0"/>
              </a:rPr>
              <a:t> </a:t>
            </a:r>
            <a:r>
              <a:rPr lang="en-US" sz="2000" b="0" smtClean="0">
                <a:solidFill>
                  <a:srgbClr val="000000"/>
                </a:solidFill>
                <a:latin typeface="Calibri" pitchFamily="34" charset="0"/>
                <a:cs typeface="Calibri" pitchFamily="34" charset="0"/>
              </a:rPr>
              <a:t>Use ROV/UIA to debug/analyze</a:t>
            </a:r>
          </a:p>
        </p:txBody>
      </p:sp>
      <p:sp>
        <p:nvSpPr>
          <p:cNvPr id="30" name="Text Box 102"/>
          <p:cNvSpPr txBox="1">
            <a:spLocks noChangeArrowheads="1"/>
          </p:cNvSpPr>
          <p:nvPr/>
        </p:nvSpPr>
        <p:spPr bwMode="auto">
          <a:xfrm>
            <a:off x="3276600" y="6451122"/>
            <a:ext cx="2405659" cy="387798"/>
          </a:xfrm>
          <a:prstGeom prst="rect">
            <a:avLst/>
          </a:prstGeom>
          <a:noFill/>
          <a:ln w="12700">
            <a:noFill/>
            <a:miter lim="800000"/>
            <a:headEnd type="none" w="sm" len="sm"/>
            <a:tailEnd type="none" w="sm" len="sm"/>
          </a:ln>
        </p:spPr>
        <p:txBody>
          <a:bodyPr wrap="none">
            <a:spAutoFit/>
          </a:bodyPr>
          <a:lstStyle/>
          <a:p>
            <a:pPr marL="342900" indent="-342900">
              <a:buClr>
                <a:srgbClr val="FF0000"/>
              </a:buClr>
              <a:buSzPct val="75000"/>
              <a:buFont typeface="Wingdings" pitchFamily="2" charset="2"/>
              <a:buChar char=""/>
            </a:pPr>
            <a:r>
              <a:rPr lang="en-US" dirty="0">
                <a:solidFill>
                  <a:srgbClr val="FF0000"/>
                </a:solidFill>
              </a:rPr>
              <a:t>Time</a:t>
            </a:r>
            <a:r>
              <a:rPr lang="en-US">
                <a:solidFill>
                  <a:srgbClr val="FF0000"/>
                </a:solidFill>
              </a:rPr>
              <a:t>: </a:t>
            </a:r>
            <a:r>
              <a:rPr lang="en-US" smtClean="0">
                <a:solidFill>
                  <a:srgbClr val="FF0000"/>
                </a:solidFill>
              </a:rPr>
              <a:t>30 min</a:t>
            </a:r>
            <a:endParaRPr lang="en-US" dirty="0">
              <a:solidFill>
                <a:srgbClr val="FF0000"/>
              </a:solidFill>
            </a:endParaRPr>
          </a:p>
        </p:txBody>
      </p:sp>
      <p:pic>
        <p:nvPicPr>
          <p:cNvPr id="31" name="Animated Logo" descr="tilogo_color_twoline.png"/>
          <p:cNvPicPr>
            <a:picLocks noChangeAspect="1"/>
          </p:cNvPicPr>
          <p:nvPr/>
        </p:nvPicPr>
        <p:blipFill>
          <a:blip r:embed="rId3" cstate="print"/>
          <a:stretch>
            <a:fillRect/>
          </a:stretch>
        </p:blipFill>
        <p:spPr>
          <a:xfrm>
            <a:off x="50800" y="6477000"/>
            <a:ext cx="1438537" cy="347443"/>
          </a:xfrm>
          <a:prstGeom prst="rect">
            <a:avLst/>
          </a:prstGeom>
        </p:spPr>
      </p:pic>
      <p:cxnSp>
        <p:nvCxnSpPr>
          <p:cNvPr id="5" name="Straight Arrow Connector 4"/>
          <p:cNvCxnSpPr/>
          <p:nvPr/>
        </p:nvCxnSpPr>
        <p:spPr bwMode="auto">
          <a:xfrm>
            <a:off x="1155652" y="2362200"/>
            <a:ext cx="0" cy="457200"/>
          </a:xfrm>
          <a:prstGeom prst="straightConnector1">
            <a:avLst/>
          </a:prstGeom>
          <a:solidFill>
            <a:schemeClr val="accent1"/>
          </a:solidFill>
          <a:ln w="28575" cap="flat" cmpd="sng" algn="ctr">
            <a:solidFill>
              <a:schemeClr val="tx1"/>
            </a:solidFill>
            <a:prstDash val="solid"/>
            <a:round/>
            <a:headEnd type="none" w="med" len="med"/>
            <a:tailEnd type="triangle" w="med" len="med"/>
          </a:ln>
          <a:effectLst/>
        </p:spPr>
      </p:cxnSp>
      <p:cxnSp>
        <p:nvCxnSpPr>
          <p:cNvPr id="3" name="Straight Arrow Connector 2"/>
          <p:cNvCxnSpPr/>
          <p:nvPr/>
        </p:nvCxnSpPr>
        <p:spPr bwMode="auto">
          <a:xfrm>
            <a:off x="2858859" y="3874678"/>
            <a:ext cx="871868" cy="0"/>
          </a:xfrm>
          <a:prstGeom prst="straightConnector1">
            <a:avLst/>
          </a:prstGeom>
          <a:solidFill>
            <a:schemeClr val="accent1"/>
          </a:solidFill>
          <a:ln w="28575" cap="flat" cmpd="sng" algn="ctr">
            <a:solidFill>
              <a:schemeClr val="tx1"/>
            </a:solidFill>
            <a:prstDash val="solid"/>
            <a:round/>
            <a:headEnd type="none" w="med" len="med"/>
            <a:tailEnd type="triangle" w="med" len="med"/>
          </a:ln>
          <a:effectLst/>
        </p:spPr>
      </p:cxnSp>
      <p:sp>
        <p:nvSpPr>
          <p:cNvPr id="22" name="TextBox 21"/>
          <p:cNvSpPr txBox="1"/>
          <p:nvPr/>
        </p:nvSpPr>
        <p:spPr>
          <a:xfrm>
            <a:off x="7261180" y="3683292"/>
            <a:ext cx="1120820" cy="395173"/>
          </a:xfrm>
          <a:prstGeom prst="rect">
            <a:avLst/>
          </a:prstGeom>
          <a:noFill/>
        </p:spPr>
        <p:txBody>
          <a:bodyPr wrap="none" rtlCol="0" anchor="ctr" anchorCtr="0">
            <a:spAutoFit/>
          </a:bodyPr>
          <a:lstStyle/>
          <a:p>
            <a:r>
              <a:rPr lang="en-US" b="0" smtClean="0">
                <a:solidFill>
                  <a:srgbClr val="000000"/>
                </a:solidFill>
                <a:latin typeface="Calibri" pitchFamily="34" charset="0"/>
                <a:cs typeface="Calibri" pitchFamily="34" charset="0"/>
              </a:rPr>
              <a:t>Hwi ISR</a:t>
            </a:r>
            <a:endParaRPr lang="en-US" b="0" dirty="0" smtClean="0">
              <a:solidFill>
                <a:srgbClr val="000000"/>
              </a:solidFill>
              <a:latin typeface="Calibri" pitchFamily="34" charset="0"/>
              <a:cs typeface="Calibri" pitchFamily="34" charset="0"/>
            </a:endParaRPr>
          </a:p>
        </p:txBody>
      </p:sp>
      <p:sp>
        <p:nvSpPr>
          <p:cNvPr id="24" name="AutoShape 117"/>
          <p:cNvSpPr>
            <a:spLocks noChangeArrowheads="1"/>
          </p:cNvSpPr>
          <p:nvPr/>
        </p:nvSpPr>
        <p:spPr bwMode="auto">
          <a:xfrm>
            <a:off x="3733800" y="4377068"/>
            <a:ext cx="3429000" cy="1794747"/>
          </a:xfrm>
          <a:prstGeom prst="roundRect">
            <a:avLst>
              <a:gd name="adj" fmla="val 16667"/>
            </a:avLst>
          </a:prstGeom>
          <a:solidFill>
            <a:schemeClr val="accent4">
              <a:lumMod val="20000"/>
              <a:lumOff val="80000"/>
            </a:schemeClr>
          </a:solidFill>
          <a:ln w="28575">
            <a:solidFill>
              <a:schemeClr val="tx1"/>
            </a:solidFill>
            <a:round/>
            <a:headEnd type="none" w="sm" len="sm"/>
            <a:tailEnd type="none" w="sm" len="sm"/>
          </a:ln>
          <a:effectLst>
            <a:outerShdw blurRad="50800" dist="63500" dir="2700000" algn="tl" rotWithShape="0">
              <a:prstClr val="black">
                <a:alpha val="42000"/>
              </a:prstClr>
            </a:outerShdw>
          </a:effectLst>
        </p:spPr>
        <p:txBody>
          <a:bodyPr wrap="none" anchor="ctr"/>
          <a:lstStyle/>
          <a:p>
            <a:pPr>
              <a:spcBef>
                <a:spcPts val="600"/>
              </a:spcBef>
            </a:pPr>
            <a:r>
              <a:rPr lang="en-US" sz="1600" smtClean="0">
                <a:solidFill>
                  <a:srgbClr val="FF0000"/>
                </a:solidFill>
                <a:latin typeface="Courier New" pitchFamily="49" charset="0"/>
              </a:rPr>
              <a:t> ledToggle()</a:t>
            </a:r>
            <a:r>
              <a:rPr lang="en-US" sz="1600" smtClean="0">
                <a:solidFill>
                  <a:srgbClr val="000000"/>
                </a:solidFill>
                <a:latin typeface="Courier New" pitchFamily="49" charset="0"/>
              </a:rPr>
              <a:t> {</a:t>
            </a:r>
            <a:endParaRPr lang="en-US" sz="1600">
              <a:solidFill>
                <a:srgbClr val="000000"/>
              </a:solidFill>
              <a:latin typeface="Courier New" pitchFamily="49" charset="0"/>
            </a:endParaRPr>
          </a:p>
          <a:p>
            <a:pPr>
              <a:spcBef>
                <a:spcPts val="600"/>
              </a:spcBef>
            </a:pPr>
            <a:r>
              <a:rPr lang="en-US" sz="1600">
                <a:solidFill>
                  <a:srgbClr val="000000"/>
                </a:solidFill>
                <a:latin typeface="Courier New" pitchFamily="49" charset="0"/>
              </a:rPr>
              <a:t> </a:t>
            </a:r>
            <a:r>
              <a:rPr lang="en-US" sz="1600" smtClean="0">
                <a:solidFill>
                  <a:srgbClr val="000000"/>
                </a:solidFill>
                <a:latin typeface="Courier New" pitchFamily="49" charset="0"/>
              </a:rPr>
              <a:t>while(1) {</a:t>
            </a:r>
          </a:p>
          <a:p>
            <a:pPr>
              <a:spcBef>
                <a:spcPts val="600"/>
              </a:spcBef>
            </a:pPr>
            <a:r>
              <a:rPr lang="en-US" sz="1600" smtClean="0">
                <a:solidFill>
                  <a:srgbClr val="000000"/>
                </a:solidFill>
                <a:latin typeface="Courier New" pitchFamily="49" charset="0"/>
              </a:rPr>
              <a:t>   </a:t>
            </a:r>
            <a:r>
              <a:rPr lang="en-US" sz="1600" smtClean="0">
                <a:solidFill>
                  <a:srgbClr val="FF0000"/>
                </a:solidFill>
                <a:latin typeface="Courier New" pitchFamily="49" charset="0"/>
              </a:rPr>
              <a:t>Semaphore_pend(LedSem);</a:t>
            </a:r>
            <a:endParaRPr lang="en-US" sz="1600">
              <a:solidFill>
                <a:srgbClr val="FF0000"/>
              </a:solidFill>
              <a:latin typeface="Courier New" pitchFamily="49" charset="0"/>
            </a:endParaRPr>
          </a:p>
          <a:p>
            <a:pPr>
              <a:spcBef>
                <a:spcPts val="600"/>
              </a:spcBef>
            </a:pPr>
            <a:r>
              <a:rPr lang="en-US" sz="1600">
                <a:solidFill>
                  <a:srgbClr val="000000"/>
                </a:solidFill>
                <a:latin typeface="Courier New" pitchFamily="49" charset="0"/>
              </a:rPr>
              <a:t>  </a:t>
            </a:r>
            <a:r>
              <a:rPr lang="en-US" sz="1600" smtClean="0">
                <a:solidFill>
                  <a:srgbClr val="000000"/>
                </a:solidFill>
                <a:latin typeface="Courier New" pitchFamily="49" charset="0"/>
              </a:rPr>
              <a:t> Toggle_LED;</a:t>
            </a:r>
          </a:p>
          <a:p>
            <a:pPr>
              <a:spcBef>
                <a:spcPts val="600"/>
              </a:spcBef>
            </a:pPr>
            <a:r>
              <a:rPr lang="en-US" sz="1600" smtClean="0">
                <a:solidFill>
                  <a:srgbClr val="000000"/>
                </a:solidFill>
                <a:latin typeface="Courier New" pitchFamily="49" charset="0"/>
              </a:rPr>
              <a:t>   }</a:t>
            </a:r>
          </a:p>
          <a:p>
            <a:pPr>
              <a:spcBef>
                <a:spcPts val="600"/>
              </a:spcBef>
            </a:pPr>
            <a:r>
              <a:rPr lang="en-US" sz="1600" smtClean="0">
                <a:solidFill>
                  <a:srgbClr val="000000"/>
                </a:solidFill>
                <a:latin typeface="Courier New" pitchFamily="49" charset="0"/>
              </a:rPr>
              <a:t> } </a:t>
            </a:r>
            <a:endParaRPr lang="en-US" sz="1600">
              <a:solidFill>
                <a:srgbClr val="000000"/>
              </a:solidFill>
              <a:latin typeface="Courier New" pitchFamily="49" charset="0"/>
            </a:endParaRPr>
          </a:p>
        </p:txBody>
      </p:sp>
      <p:sp>
        <p:nvSpPr>
          <p:cNvPr id="27" name="AutoShape 104"/>
          <p:cNvSpPr>
            <a:spLocks noChangeArrowheads="1"/>
          </p:cNvSpPr>
          <p:nvPr/>
        </p:nvSpPr>
        <p:spPr bwMode="auto">
          <a:xfrm>
            <a:off x="2057400" y="4343400"/>
            <a:ext cx="685800" cy="457200"/>
          </a:xfrm>
          <a:prstGeom prst="cube">
            <a:avLst>
              <a:gd name="adj" fmla="val 16319"/>
            </a:avLst>
          </a:prstGeom>
          <a:solidFill>
            <a:srgbClr val="C0C0C0"/>
          </a:solidFill>
          <a:ln w="12700">
            <a:solidFill>
              <a:schemeClr val="tx1"/>
            </a:solidFill>
            <a:miter lim="800000"/>
            <a:headEnd type="none" w="sm" len="sm"/>
            <a:tailEnd type="none" w="sm" len="sm"/>
          </a:ln>
        </p:spPr>
        <p:txBody>
          <a:bodyPr wrap="none" anchor="ctr"/>
          <a:lstStyle/>
          <a:p>
            <a:pPr algn="ctr"/>
            <a:r>
              <a:rPr lang="en-US" sz="1800" smtClean="0">
                <a:solidFill>
                  <a:srgbClr val="000000"/>
                </a:solidFill>
              </a:rPr>
              <a:t>Task</a:t>
            </a:r>
            <a:endParaRPr lang="en-US" sz="1800" dirty="0">
              <a:solidFill>
                <a:srgbClr val="000000"/>
              </a:solidFill>
            </a:endParaRPr>
          </a:p>
        </p:txBody>
      </p:sp>
      <p:sp>
        <p:nvSpPr>
          <p:cNvPr id="29" name="TextBox 28"/>
          <p:cNvSpPr txBox="1"/>
          <p:nvPr/>
        </p:nvSpPr>
        <p:spPr>
          <a:xfrm>
            <a:off x="7228367" y="5176291"/>
            <a:ext cx="1905843" cy="395173"/>
          </a:xfrm>
          <a:prstGeom prst="rect">
            <a:avLst/>
          </a:prstGeom>
          <a:noFill/>
        </p:spPr>
        <p:txBody>
          <a:bodyPr wrap="none" rtlCol="0" anchor="ctr" anchorCtr="0">
            <a:spAutoFit/>
          </a:bodyPr>
          <a:lstStyle/>
          <a:p>
            <a:r>
              <a:rPr lang="en-US" b="0" smtClean="0">
                <a:solidFill>
                  <a:srgbClr val="FF0000"/>
                </a:solidFill>
                <a:latin typeface="Calibri" pitchFamily="34" charset="0"/>
                <a:cs typeface="Calibri" pitchFamily="34" charset="0"/>
              </a:rPr>
              <a:t>ledToggleTask</a:t>
            </a:r>
            <a:endParaRPr lang="en-US" b="0" dirty="0" smtClean="0">
              <a:solidFill>
                <a:srgbClr val="FF0000"/>
              </a:solidFill>
              <a:latin typeface="Calibri" pitchFamily="34" charset="0"/>
              <a:cs typeface="Calibri" pitchFamily="34" charset="0"/>
            </a:endParaRPr>
          </a:p>
        </p:txBody>
      </p:sp>
      <p:cxnSp>
        <p:nvCxnSpPr>
          <p:cNvPr id="32" name="Straight Arrow Connector 31"/>
          <p:cNvCxnSpPr/>
          <p:nvPr/>
        </p:nvCxnSpPr>
        <p:spPr bwMode="auto">
          <a:xfrm>
            <a:off x="2858859" y="4561806"/>
            <a:ext cx="1141743" cy="0"/>
          </a:xfrm>
          <a:prstGeom prst="straightConnector1">
            <a:avLst/>
          </a:prstGeom>
          <a:solidFill>
            <a:schemeClr val="accent1"/>
          </a:solidFill>
          <a:ln w="28575" cap="flat" cmpd="sng" algn="ctr">
            <a:solidFill>
              <a:schemeClr val="tx1"/>
            </a:solidFill>
            <a:prstDash val="solid"/>
            <a:round/>
            <a:headEnd type="none" w="med" len="med"/>
            <a:tailEnd type="triangle" w="med" len="med"/>
          </a:ln>
          <a:effectLst/>
        </p:spPr>
      </p:cxnSp>
      <p:cxnSp>
        <p:nvCxnSpPr>
          <p:cNvPr id="33" name="Straight Arrow Connector 32"/>
          <p:cNvCxnSpPr/>
          <p:nvPr/>
        </p:nvCxnSpPr>
        <p:spPr bwMode="auto">
          <a:xfrm flipH="1">
            <a:off x="2858859" y="5954233"/>
            <a:ext cx="1141743" cy="0"/>
          </a:xfrm>
          <a:prstGeom prst="straightConnector1">
            <a:avLst/>
          </a:prstGeom>
          <a:solidFill>
            <a:schemeClr val="accent1"/>
          </a:solidFill>
          <a:ln w="28575" cap="flat" cmpd="sng" algn="ctr">
            <a:solidFill>
              <a:schemeClr val="tx1"/>
            </a:solidFill>
            <a:prstDash val="solid"/>
            <a:round/>
            <a:headEnd type="none" w="med" len="med"/>
            <a:tailEnd type="triangle" w="med" len="med"/>
          </a:ln>
          <a:effectLst/>
        </p:spPr>
      </p:cxnSp>
      <p:pic>
        <p:nvPicPr>
          <p:cNvPr id="102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7567" y="2819401"/>
            <a:ext cx="675769" cy="6782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5" name="Elbow Connector 14"/>
          <p:cNvCxnSpPr>
            <a:stCxn id="1026" idx="2"/>
          </p:cNvCxnSpPr>
          <p:nvPr/>
        </p:nvCxnSpPr>
        <p:spPr bwMode="auto">
          <a:xfrm rot="16200000" flipH="1">
            <a:off x="1380399" y="3282736"/>
            <a:ext cx="385856" cy="815750"/>
          </a:xfrm>
          <a:prstGeom prst="bentConnector2">
            <a:avLst/>
          </a:prstGeom>
          <a:solidFill>
            <a:schemeClr val="accent1"/>
          </a:solidFill>
          <a:ln w="28575" cap="flat" cmpd="sng" algn="ctr">
            <a:solidFill>
              <a:schemeClr val="tx1"/>
            </a:solidFill>
            <a:prstDash val="solid"/>
            <a:round/>
            <a:headEnd type="none" w="med" len="med"/>
            <a:tailEnd type="triangle" w="med" len="med"/>
          </a:ln>
          <a:effectLst/>
        </p:spPr>
      </p:cxnSp>
    </p:spTree>
    <p:custDataLst>
      <p:tags r:id="rId1"/>
    </p:custDataLst>
    <p:extLst>
      <p:ext uri="{BB962C8B-B14F-4D97-AF65-F5344CB8AC3E}">
        <p14:creationId xmlns:p14="http://schemas.microsoft.com/office/powerpoint/2010/main" val="4157918873"/>
      </p:ext>
    </p:extLst>
  </p:cSld>
  <p:clrMapOvr>
    <a:masterClrMapping/>
  </p:clrMapOvr>
  <p:transition>
    <p:fade/>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8866" name="Rectangle 2"/>
          <p:cNvSpPr>
            <a:spLocks noChangeArrowheads="1"/>
          </p:cNvSpPr>
          <p:nvPr/>
        </p:nvSpPr>
        <p:spPr bwMode="auto">
          <a:xfrm>
            <a:off x="0" y="0"/>
            <a:ext cx="9144000" cy="6858000"/>
          </a:xfrm>
          <a:prstGeom prst="rect">
            <a:avLst/>
          </a:prstGeom>
          <a:solidFill>
            <a:srgbClr val="FFFFFF">
              <a:alpha val="50000"/>
            </a:srgbClr>
          </a:solidFill>
          <a:ln w="12700">
            <a:solidFill>
              <a:schemeClr val="tx1"/>
            </a:solidFill>
            <a:miter lim="800000"/>
            <a:headEnd type="none" w="sm" len="sm"/>
            <a:tailEnd type="none" w="sm" len="sm"/>
          </a:ln>
          <a:effectLst/>
        </p:spPr>
        <p:txBody>
          <a:bodyPr wrap="none" anchor="ctr"/>
          <a:lstStyle/>
          <a:p>
            <a:pPr eaLnBrk="1" hangingPunct="1">
              <a:lnSpc>
                <a:spcPct val="100000"/>
              </a:lnSpc>
              <a:spcBef>
                <a:spcPct val="0"/>
              </a:spcBef>
              <a:defRPr/>
            </a:pPr>
            <a:endParaRPr lang="en-US">
              <a:solidFill>
                <a:srgbClr val="000000"/>
              </a:solidFill>
              <a:effectLst>
                <a:outerShdw blurRad="38100" dist="38100" dir="2700000" algn="tl">
                  <a:srgbClr val="000000">
                    <a:alpha val="43137"/>
                  </a:srgbClr>
                </a:outerShdw>
              </a:effectLst>
              <a:latin typeface="Arial" pitchFamily="34" charset="0"/>
            </a:endParaRPr>
          </a:p>
        </p:txBody>
      </p:sp>
      <p:pic>
        <p:nvPicPr>
          <p:cNvPr id="5" name="Picture 2" descr="ti_stk_2c_pos_rgb_jpg"/>
          <p:cNvPicPr>
            <a:picLocks noChangeAspect="1" noChangeArrowheads="1"/>
          </p:cNvPicPr>
          <p:nvPr/>
        </p:nvPicPr>
        <p:blipFill>
          <a:blip r:embed="rId4" cstate="print"/>
          <a:srcRect/>
          <a:stretch>
            <a:fillRect/>
          </a:stretch>
        </p:blipFill>
        <p:spPr bwMode="auto">
          <a:xfrm>
            <a:off x="159325" y="1752600"/>
            <a:ext cx="8839200" cy="3101975"/>
          </a:xfrm>
          <a:prstGeom prst="rect">
            <a:avLst/>
          </a:prstGeom>
          <a:noFill/>
          <a:ln w="9525">
            <a:noFill/>
            <a:miter lim="800000"/>
            <a:headEnd/>
            <a:tailEnd/>
          </a:ln>
        </p:spPr>
      </p:pic>
      <p:pic>
        <p:nvPicPr>
          <p:cNvPr id="6" name="Animated Logo" descr="tilogo_color_twoline.png"/>
          <p:cNvPicPr>
            <a:picLocks noChangeAspect="1"/>
          </p:cNvPicPr>
          <p:nvPr/>
        </p:nvPicPr>
        <p:blipFill>
          <a:blip r:embed="rId5" cstate="print"/>
          <a:stretch>
            <a:fillRect/>
          </a:stretch>
        </p:blipFill>
        <p:spPr>
          <a:xfrm>
            <a:off x="50800" y="6477000"/>
            <a:ext cx="1438537" cy="347443"/>
          </a:xfrm>
          <a:prstGeom prst="rect">
            <a:avLst/>
          </a:prstGeom>
        </p:spPr>
      </p:pic>
    </p:spTree>
    <p:custDataLst>
      <p:tags r:id="rId1"/>
    </p:custDataLst>
    <p:extLst>
      <p:ext uri="{BB962C8B-B14F-4D97-AF65-F5344CB8AC3E}">
        <p14:creationId xmlns:p14="http://schemas.microsoft.com/office/powerpoint/2010/main" val="1319062009"/>
      </p:ext>
    </p:extLst>
  </p:cSld>
  <p:clrMapOvr>
    <a:masterClrMapping/>
  </p:clrMapOvr>
  <p:transition>
    <p:fade/>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r>
              <a:rPr lang="en-US" smtClean="0"/>
              <a:t>Memory Footprint (MCU Targets)</a:t>
            </a:r>
          </a:p>
        </p:txBody>
      </p:sp>
      <p:graphicFrame>
        <p:nvGraphicFramePr>
          <p:cNvPr id="2" name="Table 1"/>
          <p:cNvGraphicFramePr>
            <a:graphicFrameLocks noGrp="1"/>
          </p:cNvGraphicFramePr>
          <p:nvPr>
            <p:extLst>
              <p:ext uri="{D42A27DB-BD31-4B8C-83A1-F6EECF244321}">
                <p14:modId xmlns:p14="http://schemas.microsoft.com/office/powerpoint/2010/main" val="1924899744"/>
              </p:ext>
            </p:extLst>
          </p:nvPr>
        </p:nvGraphicFramePr>
        <p:xfrm>
          <a:off x="304800" y="1015832"/>
          <a:ext cx="8458200" cy="3623557"/>
        </p:xfrm>
        <a:graphic>
          <a:graphicData uri="http://schemas.openxmlformats.org/drawingml/2006/table">
            <a:tbl>
              <a:tblPr firstRow="1" bandRow="1">
                <a:tableStyleId>{5C22544A-7EE6-4342-B048-85BDC9FD1C3A}</a:tableStyleId>
              </a:tblPr>
              <a:tblGrid>
                <a:gridCol w="2895600"/>
                <a:gridCol w="990600"/>
                <a:gridCol w="838200"/>
                <a:gridCol w="838200"/>
                <a:gridCol w="965200"/>
                <a:gridCol w="965200"/>
                <a:gridCol w="965200"/>
              </a:tblGrid>
              <a:tr h="353276">
                <a:tc>
                  <a:txBody>
                    <a:bodyPr/>
                    <a:lstStyle/>
                    <a:p>
                      <a:r>
                        <a:rPr lang="en-US" smtClean="0">
                          <a:solidFill>
                            <a:sysClr val="windowText" lastClr="000000"/>
                          </a:solidFill>
                          <a:latin typeface="Calibri" pitchFamily="34" charset="0"/>
                          <a:cs typeface="Calibri" pitchFamily="34" charset="0"/>
                        </a:rPr>
                        <a:t>Application</a:t>
                      </a:r>
                      <a:endParaRPr lang="en-US">
                        <a:solidFill>
                          <a:sysClr val="windowText" lastClr="000000"/>
                        </a:solidFill>
                        <a:latin typeface="Calibri" pitchFamily="34" charset="0"/>
                        <a:cs typeface="Calibri"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85000"/>
                      </a:schemeClr>
                    </a:solidFill>
                  </a:tcPr>
                </a:tc>
                <a:tc gridSpan="3">
                  <a:txBody>
                    <a:bodyPr/>
                    <a:lstStyle/>
                    <a:p>
                      <a:r>
                        <a:rPr lang="en-US" smtClean="0">
                          <a:solidFill>
                            <a:sysClr val="windowText" lastClr="000000"/>
                          </a:solidFill>
                          <a:latin typeface="Calibri" pitchFamily="34" charset="0"/>
                          <a:cs typeface="Calibri" pitchFamily="34" charset="0"/>
                        </a:rPr>
                        <a:t>FLASH (prog) in</a:t>
                      </a:r>
                      <a:r>
                        <a:rPr lang="en-US" baseline="0" smtClean="0">
                          <a:solidFill>
                            <a:sysClr val="windowText" lastClr="000000"/>
                          </a:solidFill>
                          <a:latin typeface="Calibri" pitchFamily="34" charset="0"/>
                          <a:cs typeface="Calibri" pitchFamily="34" charset="0"/>
                        </a:rPr>
                        <a:t> bytes</a:t>
                      </a:r>
                      <a:endParaRPr lang="en-US">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85000"/>
                      </a:schemeClr>
                    </a:solidFill>
                  </a:tcPr>
                </a:tc>
                <a:tc hMerge="1">
                  <a:txBody>
                    <a:bodyPr/>
                    <a:lstStyle/>
                    <a:p>
                      <a:endParaRPr lang="en-US"/>
                    </a:p>
                  </a:txBody>
                  <a:tcPr/>
                </a:tc>
                <a:tc hMerge="1">
                  <a:txBody>
                    <a:bodyPr/>
                    <a:lstStyle/>
                    <a:p>
                      <a:endParaRPr lang="en-US"/>
                    </a:p>
                  </a:txBody>
                  <a:tcPr/>
                </a:tc>
                <a:tc gridSpan="3">
                  <a:txBody>
                    <a:bodyPr/>
                    <a:lstStyle/>
                    <a:p>
                      <a:r>
                        <a:rPr lang="en-US" smtClean="0">
                          <a:solidFill>
                            <a:sysClr val="windowText" lastClr="000000"/>
                          </a:solidFill>
                          <a:latin typeface="Calibri" pitchFamily="34" charset="0"/>
                          <a:cs typeface="Calibri" pitchFamily="34" charset="0"/>
                        </a:rPr>
                        <a:t>RAM (data) in bytes</a:t>
                      </a:r>
                      <a:endParaRPr lang="en-US">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85000"/>
                      </a:schemeClr>
                    </a:solidFill>
                  </a:tcPr>
                </a:tc>
                <a:tc hMerge="1">
                  <a:txBody>
                    <a:bodyPr/>
                    <a:lstStyle/>
                    <a:p>
                      <a:endParaRPr lang="en-US"/>
                    </a:p>
                  </a:txBody>
                  <a:tcPr/>
                </a:tc>
                <a:tc hMerge="1">
                  <a:txBody>
                    <a:bodyPr/>
                    <a:lstStyle/>
                    <a:p>
                      <a:endParaRPr lang="en-US"/>
                    </a:p>
                  </a:txBody>
                  <a:tcPr/>
                </a:tc>
              </a:tr>
              <a:tr h="396239">
                <a:tc>
                  <a:txBody>
                    <a:bodyPr/>
                    <a:lstStyle/>
                    <a:p>
                      <a:r>
                        <a:rPr lang="en-US" sz="1600" smtClean="0">
                          <a:solidFill>
                            <a:sysClr val="windowText" lastClr="000000"/>
                          </a:solidFill>
                          <a:latin typeface="Calibri" pitchFamily="34" charset="0"/>
                          <a:cs typeface="Calibri" pitchFamily="34" charset="0"/>
                        </a:rPr>
                        <a:t>BLINK LED Using</a:t>
                      </a:r>
                      <a:r>
                        <a:rPr lang="en-US" sz="1600" baseline="0" smtClean="0">
                          <a:solidFill>
                            <a:sysClr val="windowText" lastClr="000000"/>
                          </a:solidFill>
                          <a:latin typeface="Calibri" pitchFamily="34" charset="0"/>
                          <a:cs typeface="Calibri" pitchFamily="34" charset="0"/>
                        </a:rPr>
                        <a:t> xWare</a:t>
                      </a:r>
                      <a:endParaRPr lang="en-US" sz="1600" smtClean="0">
                        <a:solidFill>
                          <a:sysClr val="windowText" lastClr="000000"/>
                        </a:solidFill>
                        <a:latin typeface="Calibri" pitchFamily="34" charset="0"/>
                        <a:cs typeface="Calibri"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sz="1600" b="1" smtClean="0">
                          <a:solidFill>
                            <a:sysClr val="windowText" lastClr="000000"/>
                          </a:solidFill>
                          <a:latin typeface="Calibri" pitchFamily="34" charset="0"/>
                          <a:cs typeface="Calibri" pitchFamily="34" charset="0"/>
                        </a:rPr>
                        <a:t>MSP430</a:t>
                      </a:r>
                      <a:endParaRPr lang="en-US" sz="1600" b="1">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sz="1600" b="1" smtClean="0">
                          <a:solidFill>
                            <a:sysClr val="windowText" lastClr="000000"/>
                          </a:solidFill>
                          <a:latin typeface="Calibri" pitchFamily="34" charset="0"/>
                          <a:cs typeface="Calibri" pitchFamily="34" charset="0"/>
                        </a:rPr>
                        <a:t>C28x</a:t>
                      </a:r>
                      <a:endParaRPr lang="en-US" sz="1600" b="1">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sz="1600" b="1" smtClean="0">
                          <a:solidFill>
                            <a:sysClr val="windowText" lastClr="000000"/>
                          </a:solidFill>
                          <a:latin typeface="Calibri" pitchFamily="34" charset="0"/>
                          <a:cs typeface="Calibri" pitchFamily="34" charset="0"/>
                        </a:rPr>
                        <a:t>Tiva-C</a:t>
                      </a:r>
                      <a:endParaRPr lang="en-US" sz="1600" b="1">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sz="1600" b="1" smtClean="0">
                          <a:solidFill>
                            <a:sysClr val="windowText" lastClr="000000"/>
                          </a:solidFill>
                          <a:latin typeface="Calibri" pitchFamily="34" charset="0"/>
                          <a:cs typeface="Calibri" pitchFamily="34" charset="0"/>
                        </a:rPr>
                        <a:t>MSP430</a:t>
                      </a:r>
                      <a:endParaRPr lang="en-US" sz="1600" b="1">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sz="1600" b="1" smtClean="0">
                          <a:solidFill>
                            <a:sysClr val="windowText" lastClr="000000"/>
                          </a:solidFill>
                          <a:latin typeface="Calibri" pitchFamily="34" charset="0"/>
                          <a:cs typeface="Calibri" pitchFamily="34" charset="0"/>
                        </a:rPr>
                        <a:t>C28x(int)</a:t>
                      </a:r>
                      <a:endParaRPr lang="en-US" sz="1600" b="1">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sz="1600" b="1" smtClean="0">
                          <a:solidFill>
                            <a:sysClr val="windowText" lastClr="000000"/>
                          </a:solidFill>
                          <a:latin typeface="Calibri" pitchFamily="34" charset="0"/>
                          <a:cs typeface="Calibri" pitchFamily="34" charset="0"/>
                        </a:rPr>
                        <a:t>Tiva-C</a:t>
                      </a:r>
                      <a:endParaRPr lang="en-US" sz="1600" b="1">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r>
              <a:tr h="457200">
                <a:tc>
                  <a:txBody>
                    <a:bodyPr/>
                    <a:lstStyle/>
                    <a:p>
                      <a:r>
                        <a:rPr lang="en-US" sz="1600" b="1" baseline="0" smtClean="0">
                          <a:solidFill>
                            <a:sysClr val="windowText" lastClr="000000"/>
                          </a:solidFill>
                          <a:latin typeface="Calibri" pitchFamily="34" charset="0"/>
                          <a:cs typeface="Calibri" pitchFamily="34" charset="0"/>
                        </a:rPr>
                        <a:t>BASE – No BIOS</a:t>
                      </a:r>
                      <a:r>
                        <a:rPr lang="en-US" sz="1600" baseline="0" smtClean="0">
                          <a:solidFill>
                            <a:sysClr val="windowText" lastClr="000000"/>
                          </a:solidFill>
                          <a:latin typeface="Calibri" pitchFamily="34" charset="0"/>
                          <a:cs typeface="Calibri" pitchFamily="34" charset="0"/>
                        </a:rPr>
                        <a:t> </a:t>
                      </a:r>
                      <a:r>
                        <a:rPr lang="en-US" sz="1400" i="1" baseline="0" smtClean="0">
                          <a:solidFill>
                            <a:sysClr val="windowText" lastClr="000000"/>
                          </a:solidFill>
                          <a:latin typeface="Calibri" pitchFamily="34" charset="0"/>
                          <a:cs typeface="Calibri" pitchFamily="34" charset="0"/>
                        </a:rPr>
                        <a:t>(Lab 2, Blink LED)</a:t>
                      </a:r>
                      <a:endParaRPr lang="en-US" sz="1600" i="1" smtClean="0">
                        <a:solidFill>
                          <a:sysClr val="windowText" lastClr="000000"/>
                        </a:solidFill>
                        <a:latin typeface="Calibri" pitchFamily="34" charset="0"/>
                        <a:cs typeface="Calibri"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85000"/>
                      </a:schemeClr>
                    </a:solidFill>
                  </a:tcPr>
                </a:tc>
                <a:tc>
                  <a:txBody>
                    <a:bodyPr/>
                    <a:lstStyle/>
                    <a:p>
                      <a:pPr algn="r"/>
                      <a:r>
                        <a:rPr lang="en-US" sz="1600" smtClean="0">
                          <a:solidFill>
                            <a:sysClr val="windowText" lastClr="000000"/>
                          </a:solidFill>
                          <a:latin typeface="Calibri" pitchFamily="34" charset="0"/>
                          <a:cs typeface="Calibri" pitchFamily="34" charset="0"/>
                        </a:rPr>
                        <a:t>1658 </a:t>
                      </a:r>
                      <a:endParaRPr lang="en-US" sz="1600">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85000"/>
                      </a:schemeClr>
                    </a:solidFill>
                  </a:tcPr>
                </a:tc>
                <a:tc>
                  <a:txBody>
                    <a:bodyPr/>
                    <a:lstStyle/>
                    <a:p>
                      <a:pPr algn="r"/>
                      <a:r>
                        <a:rPr lang="en-US" sz="1600" smtClean="0">
                          <a:solidFill>
                            <a:sysClr val="windowText" lastClr="000000"/>
                          </a:solidFill>
                          <a:latin typeface="Calibri" pitchFamily="34" charset="0"/>
                          <a:cs typeface="Calibri" pitchFamily="34" charset="0"/>
                        </a:rPr>
                        <a:t>1364</a:t>
                      </a:r>
                      <a:endParaRPr lang="en-US" sz="1600">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85000"/>
                      </a:schemeClr>
                    </a:solidFill>
                  </a:tcPr>
                </a:tc>
                <a:tc>
                  <a:txBody>
                    <a:bodyPr/>
                    <a:lstStyle/>
                    <a:p>
                      <a:pPr algn="r"/>
                      <a:r>
                        <a:rPr lang="en-US" sz="1600" smtClean="0">
                          <a:solidFill>
                            <a:sysClr val="windowText" lastClr="000000"/>
                          </a:solidFill>
                          <a:latin typeface="Calibri" pitchFamily="34" charset="0"/>
                          <a:cs typeface="Calibri" pitchFamily="34" charset="0"/>
                        </a:rPr>
                        <a:t>2032</a:t>
                      </a:r>
                      <a:endParaRPr lang="en-US" sz="1600">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85000"/>
                      </a:schemeClr>
                    </a:solidFill>
                  </a:tcPr>
                </a:tc>
                <a:tc>
                  <a:txBody>
                    <a:bodyPr/>
                    <a:lstStyle/>
                    <a:p>
                      <a:pPr algn="r"/>
                      <a:r>
                        <a:rPr lang="en-US" sz="1600" smtClean="0">
                          <a:solidFill>
                            <a:sysClr val="windowText" lastClr="000000"/>
                          </a:solidFill>
                          <a:latin typeface="Calibri" pitchFamily="34" charset="0"/>
                          <a:cs typeface="Calibri" pitchFamily="34" charset="0"/>
                        </a:rPr>
                        <a:t>1026 </a:t>
                      </a:r>
                      <a:endParaRPr lang="en-US" sz="1600">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85000"/>
                      </a:schemeClr>
                    </a:solidFill>
                  </a:tcPr>
                </a:tc>
                <a:tc>
                  <a:txBody>
                    <a:bodyPr/>
                    <a:lstStyle/>
                    <a:p>
                      <a:pPr algn="r"/>
                      <a:r>
                        <a:rPr lang="en-US" sz="1600" smtClean="0">
                          <a:solidFill>
                            <a:sysClr val="windowText" lastClr="000000"/>
                          </a:solidFill>
                          <a:latin typeface="Calibri" pitchFamily="34" charset="0"/>
                          <a:cs typeface="Calibri" pitchFamily="34" charset="0"/>
                        </a:rPr>
                        <a:t>1313</a:t>
                      </a:r>
                      <a:endParaRPr lang="en-US" sz="1600">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85000"/>
                      </a:schemeClr>
                    </a:solidFill>
                  </a:tcPr>
                </a:tc>
                <a:tc>
                  <a:txBody>
                    <a:bodyPr/>
                    <a:lstStyle/>
                    <a:p>
                      <a:pPr algn="r"/>
                      <a:r>
                        <a:rPr lang="en-US" sz="1600" smtClean="0">
                          <a:solidFill>
                            <a:sysClr val="windowText" lastClr="000000"/>
                          </a:solidFill>
                          <a:latin typeface="Calibri" pitchFamily="34" charset="0"/>
                          <a:cs typeface="Calibri" pitchFamily="34" charset="0"/>
                        </a:rPr>
                        <a:t>1046</a:t>
                      </a:r>
                      <a:endParaRPr lang="en-US" sz="1600">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85000"/>
                      </a:schemeClr>
                    </a:solidFill>
                  </a:tcPr>
                </a:tc>
              </a:tr>
              <a:tr h="457200">
                <a:tc>
                  <a:txBody>
                    <a:bodyPr/>
                    <a:lstStyle/>
                    <a:p>
                      <a:r>
                        <a:rPr lang="en-US" sz="1600" b="1" smtClean="0">
                          <a:solidFill>
                            <a:sysClr val="windowText" lastClr="000000"/>
                          </a:solidFill>
                          <a:latin typeface="Calibri" pitchFamily="34" charset="0"/>
                          <a:cs typeface="Calibri" pitchFamily="34" charset="0"/>
                        </a:rPr>
                        <a:t>+ BIOS </a:t>
                      </a:r>
                      <a:r>
                        <a:rPr lang="en-US" sz="1600" b="1" baseline="0" smtClean="0">
                          <a:solidFill>
                            <a:sysClr val="windowText" lastClr="000000"/>
                          </a:solidFill>
                          <a:latin typeface="Calibri" pitchFamily="34" charset="0"/>
                          <a:cs typeface="Calibri" pitchFamily="34" charset="0"/>
                        </a:rPr>
                        <a:t>+ </a:t>
                      </a:r>
                      <a:r>
                        <a:rPr lang="en-US" sz="1600" b="1" smtClean="0">
                          <a:solidFill>
                            <a:sysClr val="windowText" lastClr="000000"/>
                          </a:solidFill>
                          <a:latin typeface="Calibri" pitchFamily="34" charset="0"/>
                          <a:cs typeface="Calibri" pitchFamily="34" charset="0"/>
                        </a:rPr>
                        <a:t>IDLE </a:t>
                      </a:r>
                      <a:r>
                        <a:rPr lang="en-US" sz="1400" b="0" i="1" smtClean="0">
                          <a:solidFill>
                            <a:sysClr val="windowText" lastClr="000000"/>
                          </a:solidFill>
                          <a:latin typeface="Calibri" pitchFamily="34" charset="0"/>
                          <a:cs typeface="Calibri" pitchFamily="34" charset="0"/>
                        </a:rPr>
                        <a:t>(and IDLE fxn)</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r"/>
                      <a:r>
                        <a:rPr lang="en-US" sz="1600" smtClean="0">
                          <a:solidFill>
                            <a:sysClr val="windowText" lastClr="000000"/>
                          </a:solidFill>
                          <a:latin typeface="Calibri" pitchFamily="34" charset="0"/>
                          <a:cs typeface="Calibri" pitchFamily="34" charset="0"/>
                        </a:rPr>
                        <a:t>4874 </a:t>
                      </a:r>
                      <a:endParaRPr lang="en-US" sz="1600">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r"/>
                      <a:r>
                        <a:rPr lang="en-US" sz="1600" smtClean="0">
                          <a:solidFill>
                            <a:sysClr val="windowText" lastClr="000000"/>
                          </a:solidFill>
                          <a:latin typeface="Calibri" pitchFamily="34" charset="0"/>
                          <a:cs typeface="Calibri" pitchFamily="34" charset="0"/>
                        </a:rPr>
                        <a:t>4034</a:t>
                      </a:r>
                      <a:endParaRPr lang="en-US" sz="1600">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r"/>
                      <a:r>
                        <a:rPr lang="en-US" sz="1600" smtClean="0">
                          <a:solidFill>
                            <a:sysClr val="windowText" lastClr="000000"/>
                          </a:solidFill>
                          <a:latin typeface="Calibri" pitchFamily="34" charset="0"/>
                          <a:cs typeface="Calibri" pitchFamily="34" charset="0"/>
                        </a:rPr>
                        <a:t>12800</a:t>
                      </a:r>
                      <a:endParaRPr lang="en-US" sz="1600">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r"/>
                      <a:r>
                        <a:rPr lang="en-US" sz="1600" smtClean="0">
                          <a:solidFill>
                            <a:sysClr val="windowText" lastClr="000000"/>
                          </a:solidFill>
                          <a:latin typeface="Calibri" pitchFamily="34" charset="0"/>
                          <a:cs typeface="Calibri" pitchFamily="34" charset="0"/>
                        </a:rPr>
                        <a:t>1180 </a:t>
                      </a:r>
                      <a:endParaRPr lang="en-US" sz="1600">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r"/>
                      <a:r>
                        <a:rPr lang="en-US" sz="1600" smtClean="0">
                          <a:solidFill>
                            <a:sysClr val="windowText" lastClr="000000"/>
                          </a:solidFill>
                          <a:latin typeface="Calibri" pitchFamily="34" charset="0"/>
                          <a:cs typeface="Calibri" pitchFamily="34" charset="0"/>
                        </a:rPr>
                        <a:t>1668</a:t>
                      </a:r>
                      <a:endParaRPr lang="en-US" sz="1600">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r"/>
                      <a:r>
                        <a:rPr lang="en-US" sz="1600" smtClean="0">
                          <a:solidFill>
                            <a:sysClr val="windowText" lastClr="000000"/>
                          </a:solidFill>
                          <a:latin typeface="Calibri" pitchFamily="34" charset="0"/>
                          <a:cs typeface="Calibri" pitchFamily="34" charset="0"/>
                        </a:rPr>
                        <a:t>2162</a:t>
                      </a:r>
                      <a:endParaRPr lang="en-US" sz="1600">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r>
              <a:tr h="457200">
                <a:tc>
                  <a:txBody>
                    <a:bodyPr/>
                    <a:lstStyle/>
                    <a:p>
                      <a:r>
                        <a:rPr lang="en-US" sz="1600" b="1" smtClean="0">
                          <a:solidFill>
                            <a:sysClr val="windowText" lastClr="000000"/>
                          </a:solidFill>
                          <a:latin typeface="Calibri" pitchFamily="34" charset="0"/>
                          <a:cs typeface="Calibri" pitchFamily="34" charset="0"/>
                        </a:rPr>
                        <a:t>+ Hwi</a:t>
                      </a:r>
                      <a:r>
                        <a:rPr lang="en-US" sz="1600" smtClean="0">
                          <a:solidFill>
                            <a:sysClr val="windowText" lastClr="000000"/>
                          </a:solidFill>
                          <a:latin typeface="Calibri" pitchFamily="34" charset="0"/>
                          <a:cs typeface="Calibri" pitchFamily="34" charset="0"/>
                        </a:rPr>
                        <a:t> </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a:r>
                        <a:rPr lang="en-US" sz="1600" smtClean="0">
                          <a:solidFill>
                            <a:sysClr val="windowText" lastClr="000000"/>
                          </a:solidFill>
                          <a:latin typeface="Calibri" pitchFamily="34" charset="0"/>
                          <a:cs typeface="Calibri" pitchFamily="34" charset="0"/>
                        </a:rPr>
                        <a:t>4886 </a:t>
                      </a:r>
                      <a:endParaRPr lang="en-US" sz="1600">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a:r>
                        <a:rPr lang="en-US" sz="1600" smtClean="0">
                          <a:solidFill>
                            <a:sysClr val="windowText" lastClr="000000"/>
                          </a:solidFill>
                          <a:latin typeface="Calibri" pitchFamily="34" charset="0"/>
                          <a:cs typeface="Calibri" pitchFamily="34" charset="0"/>
                        </a:rPr>
                        <a:t>4370</a:t>
                      </a:r>
                      <a:endParaRPr lang="en-US" sz="1600">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a:r>
                        <a:rPr lang="en-US" sz="1600" smtClean="0">
                          <a:solidFill>
                            <a:sysClr val="windowText" lastClr="000000"/>
                          </a:solidFill>
                          <a:latin typeface="Calibri" pitchFamily="34" charset="0"/>
                          <a:cs typeface="Calibri" pitchFamily="34" charset="0"/>
                        </a:rPr>
                        <a:t>12808</a:t>
                      </a:r>
                      <a:endParaRPr lang="en-US" sz="1600">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a:r>
                        <a:rPr lang="en-US" sz="1600" smtClean="0">
                          <a:solidFill>
                            <a:sysClr val="windowText" lastClr="000000"/>
                          </a:solidFill>
                          <a:latin typeface="Calibri" pitchFamily="34" charset="0"/>
                          <a:cs typeface="Calibri" pitchFamily="34" charset="0"/>
                        </a:rPr>
                        <a:t>1194 </a:t>
                      </a:r>
                      <a:endParaRPr lang="en-US" sz="1600">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a:r>
                        <a:rPr lang="en-US" sz="1600" smtClean="0">
                          <a:solidFill>
                            <a:sysClr val="windowText" lastClr="000000"/>
                          </a:solidFill>
                          <a:latin typeface="Calibri" pitchFamily="34" charset="0"/>
                          <a:cs typeface="Calibri" pitchFamily="34" charset="0"/>
                        </a:rPr>
                        <a:t>1732</a:t>
                      </a:r>
                      <a:endParaRPr lang="en-US" sz="1600">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a:r>
                        <a:rPr lang="en-US" sz="1600" smtClean="0">
                          <a:solidFill>
                            <a:sysClr val="windowText" lastClr="000000"/>
                          </a:solidFill>
                          <a:latin typeface="Calibri" pitchFamily="34" charset="0"/>
                          <a:cs typeface="Calibri" pitchFamily="34" charset="0"/>
                        </a:rPr>
                        <a:t>2194</a:t>
                      </a:r>
                      <a:endParaRPr lang="en-US" sz="1600">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r>
              <a:tr h="4572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1" smtClean="0">
                          <a:solidFill>
                            <a:sysClr val="windowText" lastClr="000000"/>
                          </a:solidFill>
                          <a:latin typeface="Calibri" pitchFamily="34" charset="0"/>
                          <a:cs typeface="Calibri" pitchFamily="34" charset="0"/>
                        </a:rPr>
                        <a:t>+ Swi</a:t>
                      </a:r>
                      <a:r>
                        <a:rPr lang="en-US" sz="1600" smtClean="0">
                          <a:solidFill>
                            <a:sysClr val="windowText" lastClr="000000"/>
                          </a:solidFill>
                          <a:latin typeface="Calibri" pitchFamily="34" charset="0"/>
                          <a:cs typeface="Calibri" pitchFamily="34" charset="0"/>
                        </a:rPr>
                        <a:t> </a:t>
                      </a:r>
                      <a:r>
                        <a:rPr lang="en-US" sz="1400" i="1" smtClean="0">
                          <a:solidFill>
                            <a:sysClr val="windowText" lastClr="000000"/>
                          </a:solidFill>
                          <a:latin typeface="Calibri" pitchFamily="34" charset="0"/>
                          <a:cs typeface="Calibri" pitchFamily="34" charset="0"/>
                        </a:rPr>
                        <a:t>(incl Hwi and Swi_post</a:t>
                      </a:r>
                      <a:r>
                        <a:rPr lang="en-US" sz="1400" i="1" baseline="0" smtClean="0">
                          <a:solidFill>
                            <a:sysClr val="windowText" lastClr="000000"/>
                          </a:solidFill>
                          <a:latin typeface="Calibri" pitchFamily="34" charset="0"/>
                          <a:cs typeface="Calibri" pitchFamily="34" charset="0"/>
                        </a:rPr>
                        <a:t>)</a:t>
                      </a:r>
                      <a:endParaRPr lang="en-US" sz="1400" i="1" smtClean="0">
                        <a:solidFill>
                          <a:sysClr val="windowText" lastClr="000000"/>
                        </a:solidFill>
                        <a:latin typeface="Calibri" pitchFamily="34" charset="0"/>
                        <a:cs typeface="Calibri"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66"/>
                    </a:solidFill>
                  </a:tcPr>
                </a:tc>
                <a:tc>
                  <a:txBody>
                    <a:bodyPr/>
                    <a:lstStyle/>
                    <a:p>
                      <a:pPr algn="r"/>
                      <a:r>
                        <a:rPr lang="en-US" sz="1600" smtClean="0">
                          <a:solidFill>
                            <a:sysClr val="windowText" lastClr="000000"/>
                          </a:solidFill>
                          <a:latin typeface="Calibri" pitchFamily="34" charset="0"/>
                          <a:cs typeface="Calibri" pitchFamily="34" charset="0"/>
                        </a:rPr>
                        <a:t>5790</a:t>
                      </a:r>
                      <a:endParaRPr lang="en-US" sz="1600">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66"/>
                    </a:solidFill>
                  </a:tcPr>
                </a:tc>
                <a:tc>
                  <a:txBody>
                    <a:bodyPr/>
                    <a:lstStyle/>
                    <a:p>
                      <a:pPr algn="r"/>
                      <a:r>
                        <a:rPr lang="en-US" sz="1600" smtClean="0">
                          <a:solidFill>
                            <a:sysClr val="windowText" lastClr="000000"/>
                          </a:solidFill>
                          <a:latin typeface="Calibri" pitchFamily="34" charset="0"/>
                          <a:cs typeface="Calibri" pitchFamily="34" charset="0"/>
                        </a:rPr>
                        <a:t>4807</a:t>
                      </a:r>
                      <a:endParaRPr lang="en-US" sz="1600">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66"/>
                    </a:solidFill>
                  </a:tcPr>
                </a:tc>
                <a:tc>
                  <a:txBody>
                    <a:bodyPr/>
                    <a:lstStyle/>
                    <a:p>
                      <a:pPr algn="r"/>
                      <a:r>
                        <a:rPr lang="en-US" sz="1600" smtClean="0">
                          <a:solidFill>
                            <a:sysClr val="windowText" lastClr="000000"/>
                          </a:solidFill>
                          <a:latin typeface="Calibri" pitchFamily="34" charset="0"/>
                          <a:cs typeface="Calibri" pitchFamily="34" charset="0"/>
                        </a:rPr>
                        <a:t>13584</a:t>
                      </a:r>
                      <a:endParaRPr lang="en-US" sz="1600">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66"/>
                    </a:solidFill>
                  </a:tcPr>
                </a:tc>
                <a:tc>
                  <a:txBody>
                    <a:bodyPr/>
                    <a:lstStyle/>
                    <a:p>
                      <a:pPr algn="r"/>
                      <a:r>
                        <a:rPr lang="en-US" sz="1600" smtClean="0">
                          <a:solidFill>
                            <a:sysClr val="windowText" lastClr="000000"/>
                          </a:solidFill>
                          <a:latin typeface="Calibri" pitchFamily="34" charset="0"/>
                          <a:cs typeface="Calibri" pitchFamily="34" charset="0"/>
                        </a:rPr>
                        <a:t>1390</a:t>
                      </a:r>
                      <a:endParaRPr lang="en-US" sz="1600">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66"/>
                    </a:solidFill>
                  </a:tcPr>
                </a:tc>
                <a:tc>
                  <a:txBody>
                    <a:bodyPr/>
                    <a:lstStyle/>
                    <a:p>
                      <a:pPr algn="r"/>
                      <a:r>
                        <a:rPr lang="en-US" sz="1600" smtClean="0">
                          <a:solidFill>
                            <a:sysClr val="windowText" lastClr="000000"/>
                          </a:solidFill>
                          <a:latin typeface="Calibri" pitchFamily="34" charset="0"/>
                          <a:cs typeface="Calibri" pitchFamily="34" charset="0"/>
                        </a:rPr>
                        <a:t>1796</a:t>
                      </a:r>
                      <a:endParaRPr lang="en-US" sz="1600">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66"/>
                    </a:solidFill>
                  </a:tcPr>
                </a:tc>
                <a:tc>
                  <a:txBody>
                    <a:bodyPr/>
                    <a:lstStyle/>
                    <a:p>
                      <a:pPr algn="r"/>
                      <a:r>
                        <a:rPr lang="en-US" sz="1600" smtClean="0">
                          <a:solidFill>
                            <a:sysClr val="windowText" lastClr="000000"/>
                          </a:solidFill>
                          <a:latin typeface="Calibri" pitchFamily="34" charset="0"/>
                          <a:cs typeface="Calibri" pitchFamily="34" charset="0"/>
                        </a:rPr>
                        <a:t>2398</a:t>
                      </a:r>
                      <a:endParaRPr lang="en-US" sz="1600">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CFF66"/>
                    </a:solidFill>
                  </a:tcPr>
                </a:tc>
              </a:tr>
              <a:tr h="48411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1" smtClean="0">
                          <a:solidFill>
                            <a:sysClr val="windowText" lastClr="000000"/>
                          </a:solidFill>
                          <a:latin typeface="Calibri" pitchFamily="34" charset="0"/>
                          <a:cs typeface="Calibri" pitchFamily="34" charset="0"/>
                        </a:rPr>
                        <a:t>+ Task/Sem</a:t>
                      </a:r>
                      <a:r>
                        <a:rPr lang="en-US" sz="1600" baseline="0" smtClean="0">
                          <a:solidFill>
                            <a:sysClr val="windowText" lastClr="000000"/>
                          </a:solidFill>
                          <a:latin typeface="Calibri" pitchFamily="34" charset="0"/>
                          <a:cs typeface="Calibri" pitchFamily="34" charset="0"/>
                        </a:rPr>
                        <a:t> </a:t>
                      </a:r>
                      <a:r>
                        <a:rPr lang="en-US" sz="1400" i="1" baseline="0" smtClean="0">
                          <a:solidFill>
                            <a:sysClr val="windowText" lastClr="000000"/>
                          </a:solidFill>
                          <a:latin typeface="Calibri" pitchFamily="34" charset="0"/>
                          <a:cs typeface="Calibri" pitchFamily="34" charset="0"/>
                        </a:rPr>
                        <a:t>(incl Hwi to post Sem)</a:t>
                      </a:r>
                      <a:endParaRPr lang="en-US" sz="1600" i="1" smtClean="0">
                        <a:solidFill>
                          <a:sysClr val="windowText" lastClr="000000"/>
                        </a:solidFill>
                        <a:latin typeface="Calibri" pitchFamily="34" charset="0"/>
                        <a:cs typeface="Calibri"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r"/>
                      <a:r>
                        <a:rPr lang="en-US" sz="1600" smtClean="0">
                          <a:solidFill>
                            <a:sysClr val="windowText" lastClr="000000"/>
                          </a:solidFill>
                          <a:latin typeface="Calibri" pitchFamily="34" charset="0"/>
                          <a:cs typeface="Calibri" pitchFamily="34" charset="0"/>
                        </a:rPr>
                        <a:t>8488</a:t>
                      </a:r>
                      <a:endParaRPr lang="en-US" sz="1600">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r"/>
                      <a:r>
                        <a:rPr lang="en-US" sz="1600" smtClean="0">
                          <a:solidFill>
                            <a:sysClr val="windowText" lastClr="000000"/>
                          </a:solidFill>
                          <a:latin typeface="Calibri" pitchFamily="34" charset="0"/>
                          <a:cs typeface="Calibri" pitchFamily="34" charset="0"/>
                        </a:rPr>
                        <a:t>6507</a:t>
                      </a:r>
                      <a:endParaRPr lang="en-US" sz="1600">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r"/>
                      <a:r>
                        <a:rPr lang="en-US" sz="1600" smtClean="0">
                          <a:solidFill>
                            <a:sysClr val="windowText" lastClr="000000"/>
                          </a:solidFill>
                          <a:latin typeface="Calibri" pitchFamily="34" charset="0"/>
                          <a:cs typeface="Calibri" pitchFamily="34" charset="0"/>
                        </a:rPr>
                        <a:t>16566</a:t>
                      </a:r>
                      <a:endParaRPr lang="en-US" sz="1600">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r"/>
                      <a:r>
                        <a:rPr lang="en-US" sz="1600" smtClean="0">
                          <a:solidFill>
                            <a:sysClr val="windowText" lastClr="000000"/>
                          </a:solidFill>
                          <a:latin typeface="Calibri" pitchFamily="34" charset="0"/>
                          <a:cs typeface="Calibri" pitchFamily="34" charset="0"/>
                        </a:rPr>
                        <a:t>2682</a:t>
                      </a:r>
                      <a:endParaRPr lang="en-US" sz="1600">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r"/>
                      <a:r>
                        <a:rPr lang="en-US" sz="1600" smtClean="0">
                          <a:solidFill>
                            <a:sysClr val="windowText" lastClr="000000"/>
                          </a:solidFill>
                          <a:latin typeface="Calibri" pitchFamily="34" charset="0"/>
                          <a:cs typeface="Calibri" pitchFamily="34" charset="0"/>
                        </a:rPr>
                        <a:t>2500</a:t>
                      </a:r>
                      <a:endParaRPr lang="en-US" sz="1600">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r"/>
                      <a:r>
                        <a:rPr lang="en-US" sz="1600" smtClean="0">
                          <a:solidFill>
                            <a:sysClr val="windowText" lastClr="000000"/>
                          </a:solidFill>
                          <a:latin typeface="Calibri" pitchFamily="34" charset="0"/>
                          <a:cs typeface="Calibri" pitchFamily="34" charset="0"/>
                        </a:rPr>
                        <a:t>4742</a:t>
                      </a:r>
                      <a:endParaRPr lang="en-US" sz="1600">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r>
              <a:tr h="48411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1" i="1" smtClean="0">
                          <a:solidFill>
                            <a:sysClr val="windowText" lastClr="000000"/>
                          </a:solidFill>
                          <a:latin typeface="Calibri" pitchFamily="34" charset="0"/>
                          <a:cs typeface="Calibri" pitchFamily="34" charset="0"/>
                        </a:rPr>
                        <a:t>+ UIA</a:t>
                      </a:r>
                      <a:r>
                        <a:rPr lang="en-US" sz="1600" i="1" smtClean="0">
                          <a:solidFill>
                            <a:sysClr val="windowText" lastClr="000000"/>
                          </a:solidFill>
                          <a:latin typeface="Calibri" pitchFamily="34" charset="0"/>
                          <a:cs typeface="Calibri" pitchFamily="34" charset="0"/>
                        </a:rPr>
                        <a:t> to Task/Sem application</a:t>
                      </a:r>
                    </a:p>
                    <a:p>
                      <a:pPr marL="0" marR="0" indent="0" algn="l" defTabSz="914400" rtl="0" eaLnBrk="1" fontAlgn="auto" latinLnBrk="0" hangingPunct="1">
                        <a:lnSpc>
                          <a:spcPct val="100000"/>
                        </a:lnSpc>
                        <a:spcBef>
                          <a:spcPts val="0"/>
                        </a:spcBef>
                        <a:spcAft>
                          <a:spcPts val="0"/>
                        </a:spcAft>
                        <a:buClrTx/>
                        <a:buSzTx/>
                        <a:buFontTx/>
                        <a:buNone/>
                        <a:tabLst/>
                        <a:defRPr/>
                      </a:pPr>
                      <a:r>
                        <a:rPr lang="en-US" sz="1400" i="1" smtClean="0">
                          <a:solidFill>
                            <a:sysClr val="windowText" lastClr="000000"/>
                          </a:solidFill>
                          <a:latin typeface="Calibri" pitchFamily="34" charset="0"/>
                          <a:cs typeface="Calibri" pitchFamily="34" charset="0"/>
                        </a:rPr>
                        <a:t>(default buffer sizes used)</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95000"/>
                      </a:schemeClr>
                    </a:solidFill>
                  </a:tcPr>
                </a:tc>
                <a:tc>
                  <a:txBody>
                    <a:bodyPr/>
                    <a:lstStyle/>
                    <a:p>
                      <a:pPr algn="r"/>
                      <a:r>
                        <a:rPr lang="en-US" sz="1600" smtClean="0">
                          <a:solidFill>
                            <a:sysClr val="windowText" lastClr="000000"/>
                          </a:solidFill>
                          <a:latin typeface="Calibri" pitchFamily="34" charset="0"/>
                          <a:cs typeface="Calibri" pitchFamily="34" charset="0"/>
                        </a:rPr>
                        <a:t>15520</a:t>
                      </a:r>
                      <a:endParaRPr lang="en-US" sz="1600">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95000"/>
                      </a:schemeClr>
                    </a:solidFill>
                  </a:tcPr>
                </a:tc>
                <a:tc>
                  <a:txBody>
                    <a:bodyPr/>
                    <a:lstStyle/>
                    <a:p>
                      <a:pPr algn="r"/>
                      <a:r>
                        <a:rPr lang="en-US" sz="1600" smtClean="0">
                          <a:solidFill>
                            <a:sysClr val="windowText" lastClr="000000"/>
                          </a:solidFill>
                          <a:latin typeface="Calibri" pitchFamily="34" charset="0"/>
                          <a:cs typeface="Calibri" pitchFamily="34" charset="0"/>
                        </a:rPr>
                        <a:t>9595</a:t>
                      </a:r>
                      <a:endParaRPr lang="en-US" sz="1600">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95000"/>
                      </a:schemeClr>
                    </a:solidFill>
                  </a:tcPr>
                </a:tc>
                <a:tc>
                  <a:txBody>
                    <a:bodyPr/>
                    <a:lstStyle/>
                    <a:p>
                      <a:pPr algn="r"/>
                      <a:r>
                        <a:rPr lang="en-US" sz="1600" smtClean="0">
                          <a:solidFill>
                            <a:sysClr val="windowText" lastClr="000000"/>
                          </a:solidFill>
                          <a:latin typeface="Calibri" pitchFamily="34" charset="0"/>
                          <a:cs typeface="Calibri" pitchFamily="34" charset="0"/>
                        </a:rPr>
                        <a:t>21126</a:t>
                      </a:r>
                      <a:endParaRPr lang="en-US" sz="1600">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95000"/>
                      </a:schemeClr>
                    </a:solidFill>
                  </a:tcPr>
                </a:tc>
                <a:tc>
                  <a:txBody>
                    <a:bodyPr/>
                    <a:lstStyle/>
                    <a:p>
                      <a:pPr algn="r"/>
                      <a:r>
                        <a:rPr lang="en-US" sz="1600" smtClean="0">
                          <a:solidFill>
                            <a:sysClr val="windowText" lastClr="000000"/>
                          </a:solidFill>
                          <a:latin typeface="Calibri" pitchFamily="34" charset="0"/>
                          <a:cs typeface="Calibri" pitchFamily="34" charset="0"/>
                        </a:rPr>
                        <a:t>6088</a:t>
                      </a:r>
                      <a:endParaRPr lang="en-US" sz="1600">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95000"/>
                      </a:schemeClr>
                    </a:solidFill>
                  </a:tcPr>
                </a:tc>
                <a:tc>
                  <a:txBody>
                    <a:bodyPr/>
                    <a:lstStyle/>
                    <a:p>
                      <a:pPr algn="r"/>
                      <a:r>
                        <a:rPr lang="en-US" sz="1600" smtClean="0">
                          <a:solidFill>
                            <a:sysClr val="windowText" lastClr="000000"/>
                          </a:solidFill>
                          <a:latin typeface="Calibri" pitchFamily="34" charset="0"/>
                          <a:cs typeface="Calibri" pitchFamily="34" charset="0"/>
                        </a:rPr>
                        <a:t>5706</a:t>
                      </a:r>
                      <a:endParaRPr lang="en-US" sz="1600">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95000"/>
                      </a:schemeClr>
                    </a:solidFill>
                  </a:tcPr>
                </a:tc>
                <a:tc>
                  <a:txBody>
                    <a:bodyPr/>
                    <a:lstStyle/>
                    <a:p>
                      <a:pPr algn="r"/>
                      <a:r>
                        <a:rPr lang="en-US" sz="1600" smtClean="0">
                          <a:solidFill>
                            <a:sysClr val="windowText" lastClr="000000"/>
                          </a:solidFill>
                          <a:latin typeface="Calibri" pitchFamily="34" charset="0"/>
                          <a:cs typeface="Calibri" pitchFamily="34" charset="0"/>
                        </a:rPr>
                        <a:t>8282</a:t>
                      </a:r>
                      <a:endParaRPr lang="en-US" sz="1600">
                        <a:solidFill>
                          <a:sysClr val="windowText" lastClr="000000"/>
                        </a:solidFill>
                        <a:latin typeface="Calibri" pitchFamily="34" charset="0"/>
                        <a:cs typeface="Calibri"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95000"/>
                      </a:schemeClr>
                    </a:solidFill>
                  </a:tcPr>
                </a:tc>
              </a:tr>
            </a:tbl>
          </a:graphicData>
        </a:graphic>
      </p:graphicFrame>
      <p:sp>
        <p:nvSpPr>
          <p:cNvPr id="5" name="TextBox 4"/>
          <p:cNvSpPr txBox="1"/>
          <p:nvPr/>
        </p:nvSpPr>
        <p:spPr>
          <a:xfrm>
            <a:off x="76200" y="609600"/>
            <a:ext cx="7762574" cy="395173"/>
          </a:xfrm>
          <a:prstGeom prst="rect">
            <a:avLst/>
          </a:prstGeom>
          <a:noFill/>
        </p:spPr>
        <p:txBody>
          <a:bodyPr wrap="none" rtlCol="0" anchor="ctr" anchorCtr="0">
            <a:spAutoFit/>
          </a:bodyPr>
          <a:lstStyle/>
          <a:p>
            <a:pPr marL="342900" indent="-342900">
              <a:buClr>
                <a:srgbClr val="FF0000"/>
              </a:buClr>
              <a:buSzPct val="75000"/>
              <a:buFont typeface="Wingdings"/>
              <a:buChar char=""/>
            </a:pPr>
            <a:r>
              <a:rPr lang="en-US" b="0" smtClean="0">
                <a:solidFill>
                  <a:srgbClr val="000000"/>
                </a:solidFill>
                <a:latin typeface="Calibri" pitchFamily="34" charset="0"/>
                <a:cs typeface="Calibri" pitchFamily="34" charset="0"/>
              </a:rPr>
              <a:t>Application Baseline Footprints – Non-BIOS vs. BIOS (MIN)</a:t>
            </a:r>
            <a:endParaRPr lang="en-US" b="0" dirty="0" smtClean="0">
              <a:solidFill>
                <a:srgbClr val="000000"/>
              </a:solidFill>
              <a:latin typeface="Calibri" pitchFamily="34" charset="0"/>
              <a:cs typeface="Calibri" pitchFamily="34" charset="0"/>
            </a:endParaRPr>
          </a:p>
        </p:txBody>
      </p:sp>
      <p:sp>
        <p:nvSpPr>
          <p:cNvPr id="7" name="TextBox 6"/>
          <p:cNvSpPr txBox="1"/>
          <p:nvPr/>
        </p:nvSpPr>
        <p:spPr>
          <a:xfrm>
            <a:off x="381000" y="4703968"/>
            <a:ext cx="8534400" cy="2134687"/>
          </a:xfrm>
          <a:prstGeom prst="rect">
            <a:avLst/>
          </a:prstGeom>
          <a:noFill/>
        </p:spPr>
        <p:txBody>
          <a:bodyPr wrap="square" rtlCol="0" anchor="ctr" anchorCtr="0">
            <a:spAutoFit/>
          </a:bodyPr>
          <a:lstStyle/>
          <a:p>
            <a:pPr marL="342900" indent="-342900">
              <a:spcBef>
                <a:spcPts val="600"/>
              </a:spcBef>
              <a:buClr>
                <a:srgbClr val="FF0000"/>
              </a:buClr>
              <a:buSzPct val="75000"/>
              <a:buFont typeface="Wingdings"/>
              <a:buChar char=""/>
            </a:pPr>
            <a:r>
              <a:rPr lang="en-US" sz="1600" b="0" smtClean="0">
                <a:solidFill>
                  <a:srgbClr val="000000"/>
                </a:solidFill>
                <a:latin typeface="Calibri" pitchFamily="34" charset="0"/>
                <a:cs typeface="Calibri" pitchFamily="34" charset="0"/>
              </a:rPr>
              <a:t>All BIOS applications used “MIN” BIOS CFG (modified from the BIOS U/G – Appendix D) plus whatever </a:t>
            </a:r>
            <a:r>
              <a:rPr lang="en-US" sz="1600" b="0" i="1" smtClean="0">
                <a:solidFill>
                  <a:srgbClr val="000000"/>
                </a:solidFill>
                <a:latin typeface="Calibri" pitchFamily="34" charset="0"/>
                <a:cs typeface="Calibri" pitchFamily="34" charset="0"/>
              </a:rPr>
              <a:t>objects</a:t>
            </a:r>
            <a:r>
              <a:rPr lang="en-US" sz="1600" b="0" smtClean="0">
                <a:solidFill>
                  <a:srgbClr val="000000"/>
                </a:solidFill>
                <a:latin typeface="Calibri" pitchFamily="34" charset="0"/>
                <a:cs typeface="Calibri" pitchFamily="34" charset="0"/>
              </a:rPr>
              <a:t>, </a:t>
            </a:r>
            <a:r>
              <a:rPr lang="en-US" sz="1600" b="0" i="1" smtClean="0">
                <a:solidFill>
                  <a:srgbClr val="000000"/>
                </a:solidFill>
                <a:latin typeface="Calibri" pitchFamily="34" charset="0"/>
                <a:cs typeface="Calibri" pitchFamily="34" charset="0"/>
              </a:rPr>
              <a:t>code</a:t>
            </a:r>
            <a:r>
              <a:rPr lang="en-US" sz="1600" b="0" smtClean="0">
                <a:solidFill>
                  <a:srgbClr val="000000"/>
                </a:solidFill>
                <a:latin typeface="Calibri" pitchFamily="34" charset="0"/>
                <a:cs typeface="Calibri" pitchFamily="34" charset="0"/>
              </a:rPr>
              <a:t> and </a:t>
            </a:r>
            <a:r>
              <a:rPr lang="en-US" sz="1600" b="0" i="1" smtClean="0">
                <a:solidFill>
                  <a:srgbClr val="000000"/>
                </a:solidFill>
                <a:latin typeface="Calibri" pitchFamily="34" charset="0"/>
                <a:cs typeface="Calibri" pitchFamily="34" charset="0"/>
              </a:rPr>
              <a:t>stack</a:t>
            </a:r>
            <a:r>
              <a:rPr lang="en-US" sz="1600" b="0" smtClean="0">
                <a:solidFill>
                  <a:srgbClr val="000000"/>
                </a:solidFill>
                <a:latin typeface="Calibri" pitchFamily="34" charset="0"/>
                <a:cs typeface="Calibri" pitchFamily="34" charset="0"/>
              </a:rPr>
              <a:t> that were necessary (</a:t>
            </a:r>
            <a:r>
              <a:rPr lang="en-US" sz="1600" b="0" i="1" smtClean="0">
                <a:solidFill>
                  <a:srgbClr val="000000"/>
                </a:solidFill>
                <a:latin typeface="Calibri" pitchFamily="34" charset="0"/>
                <a:cs typeface="Calibri" pitchFamily="34" charset="0"/>
              </a:rPr>
              <a:t>projects available in TI-RTOS folder</a:t>
            </a:r>
            <a:r>
              <a:rPr lang="en-US" sz="1600" b="0" smtClean="0">
                <a:solidFill>
                  <a:srgbClr val="000000"/>
                </a:solidFill>
                <a:latin typeface="Calibri" pitchFamily="34" charset="0"/>
                <a:cs typeface="Calibri" pitchFamily="34" charset="0"/>
              </a:rPr>
              <a:t>)</a:t>
            </a:r>
          </a:p>
          <a:p>
            <a:pPr marL="342900" indent="-342900">
              <a:spcBef>
                <a:spcPts val="600"/>
              </a:spcBef>
              <a:buClr>
                <a:srgbClr val="FF0000"/>
              </a:buClr>
              <a:buSzPct val="75000"/>
              <a:buFont typeface="Wingdings"/>
              <a:buChar char=""/>
            </a:pPr>
            <a:r>
              <a:rPr lang="en-US" sz="1600" b="0" smtClean="0">
                <a:solidFill>
                  <a:srgbClr val="000000"/>
                </a:solidFill>
                <a:latin typeface="Calibri" pitchFamily="34" charset="0"/>
                <a:cs typeface="Calibri" pitchFamily="34" charset="0"/>
              </a:rPr>
              <a:t>All applications include a 1K user (system) stack (for Hwi/Swi)</a:t>
            </a:r>
          </a:p>
          <a:p>
            <a:pPr marL="342900" indent="-342900">
              <a:spcBef>
                <a:spcPts val="600"/>
              </a:spcBef>
              <a:buClr>
                <a:srgbClr val="FF0000"/>
              </a:buClr>
              <a:buSzPct val="75000"/>
              <a:buFont typeface="Wingdings"/>
              <a:buChar char=""/>
            </a:pPr>
            <a:r>
              <a:rPr lang="en-US" sz="1600" b="0" smtClean="0">
                <a:solidFill>
                  <a:srgbClr val="000000"/>
                </a:solidFill>
                <a:latin typeface="Calibri" pitchFamily="34" charset="0"/>
                <a:cs typeface="Calibri" pitchFamily="34" charset="0"/>
              </a:rPr>
              <a:t>All applications used the RELEASE build configuration (for source files)</a:t>
            </a:r>
          </a:p>
          <a:p>
            <a:pPr marL="342900" indent="-342900">
              <a:spcBef>
                <a:spcPts val="600"/>
              </a:spcBef>
              <a:buClr>
                <a:srgbClr val="FF0000"/>
              </a:buClr>
              <a:buSzPct val="75000"/>
              <a:buFont typeface="Wingdings"/>
              <a:buChar char=""/>
            </a:pPr>
            <a:r>
              <a:rPr lang="en-US" sz="1600" b="0" smtClean="0">
                <a:solidFill>
                  <a:srgbClr val="000000"/>
                </a:solidFill>
                <a:latin typeface="Calibri" pitchFamily="34" charset="0"/>
                <a:cs typeface="Calibri" pitchFamily="34" charset="0"/>
              </a:rPr>
              <a:t>No heap (dynamic memory allocation turned off)</a:t>
            </a:r>
          </a:p>
          <a:p>
            <a:pPr marL="342900" indent="-342900">
              <a:spcBef>
                <a:spcPts val="600"/>
              </a:spcBef>
              <a:buClr>
                <a:srgbClr val="FF0000"/>
              </a:buClr>
              <a:buSzPct val="75000"/>
              <a:buFont typeface="Wingdings"/>
              <a:buChar char=""/>
            </a:pPr>
            <a:r>
              <a:rPr lang="en-US" sz="1600" b="0" smtClean="0">
                <a:solidFill>
                  <a:srgbClr val="000000"/>
                </a:solidFill>
                <a:latin typeface="Calibri" pitchFamily="34" charset="0"/>
                <a:cs typeface="Calibri" pitchFamily="34" charset="0"/>
              </a:rPr>
              <a:t>All BIOS builds used “custom” optimizations which is the </a:t>
            </a:r>
            <a:r>
              <a:rPr lang="en-US" sz="1600" b="0" i="1" smtClean="0">
                <a:solidFill>
                  <a:srgbClr val="000000"/>
                </a:solidFill>
                <a:latin typeface="Calibri" pitchFamily="34" charset="0"/>
                <a:cs typeface="Calibri" pitchFamily="34" charset="0"/>
              </a:rPr>
              <a:t>default</a:t>
            </a:r>
            <a:r>
              <a:rPr lang="en-US" sz="1600" b="0" smtClean="0">
                <a:solidFill>
                  <a:srgbClr val="000000"/>
                </a:solidFill>
                <a:latin typeface="Calibri" pitchFamily="34" charset="0"/>
                <a:cs typeface="Calibri" pitchFamily="34" charset="0"/>
              </a:rPr>
              <a:t> for BIOS libraries</a:t>
            </a:r>
          </a:p>
          <a:p>
            <a:pPr marL="342900" indent="-342900">
              <a:spcBef>
                <a:spcPts val="600"/>
              </a:spcBef>
              <a:buClr>
                <a:srgbClr val="FF0000"/>
              </a:buClr>
              <a:buSzPct val="75000"/>
              <a:buFont typeface="Wingdings"/>
              <a:buChar char=""/>
            </a:pPr>
            <a:r>
              <a:rPr lang="en-US" sz="1600" b="0" smtClean="0">
                <a:solidFill>
                  <a:srgbClr val="000000"/>
                </a:solidFill>
                <a:latin typeface="Calibri" pitchFamily="34" charset="0"/>
                <a:cs typeface="Calibri" pitchFamily="34" charset="0"/>
              </a:rPr>
              <a:t>Task/Idle stacks – defaults used (MSP430: 512B, C28x: 256B, TM4C: 1K)</a:t>
            </a:r>
          </a:p>
          <a:p>
            <a:pPr marL="342900" indent="-342900">
              <a:spcBef>
                <a:spcPts val="600"/>
              </a:spcBef>
              <a:buClr>
                <a:srgbClr val="FF0000"/>
              </a:buClr>
              <a:buSzPct val="75000"/>
              <a:buFont typeface="Wingdings"/>
              <a:buChar char=""/>
            </a:pPr>
            <a:r>
              <a:rPr lang="en-US" sz="1600" b="0" smtClean="0">
                <a:solidFill>
                  <a:srgbClr val="000000"/>
                </a:solidFill>
                <a:latin typeface="Calibri" pitchFamily="34" charset="0"/>
                <a:cs typeface="Calibri" pitchFamily="34" charset="0"/>
              </a:rPr>
              <a:t>C28x FLASH vs. RAM - .map file (FLASH = FLASH,  RAM = M0-1 + L0-6), boot ROM tables excluded</a:t>
            </a:r>
            <a:endParaRPr lang="en-US" sz="1600" b="0" dirty="0" smtClean="0">
              <a:solidFill>
                <a:srgbClr val="000000"/>
              </a:solidFill>
              <a:latin typeface="Calibri" pitchFamily="34" charset="0"/>
              <a:cs typeface="Calibri" pitchFamily="34" charset="0"/>
            </a:endParaRPr>
          </a:p>
        </p:txBody>
      </p:sp>
      <p:cxnSp>
        <p:nvCxnSpPr>
          <p:cNvPr id="8" name="Straight Connector 7"/>
          <p:cNvCxnSpPr/>
          <p:nvPr/>
        </p:nvCxnSpPr>
        <p:spPr bwMode="auto">
          <a:xfrm>
            <a:off x="3200400" y="1032823"/>
            <a:ext cx="0" cy="3592458"/>
          </a:xfrm>
          <a:prstGeom prst="line">
            <a:avLst/>
          </a:prstGeom>
          <a:solidFill>
            <a:schemeClr val="accent1"/>
          </a:solidFill>
          <a:ln w="28575" cap="flat" cmpd="sng" algn="ctr">
            <a:solidFill>
              <a:schemeClr val="tx1"/>
            </a:solidFill>
            <a:prstDash val="solid"/>
            <a:round/>
            <a:headEnd type="none" w="sm" len="sm"/>
            <a:tailEnd type="none" w="sm" len="sm"/>
          </a:ln>
          <a:effectLst/>
        </p:spPr>
      </p:cxnSp>
      <p:cxnSp>
        <p:nvCxnSpPr>
          <p:cNvPr id="9" name="Straight Connector 8"/>
          <p:cNvCxnSpPr/>
          <p:nvPr/>
        </p:nvCxnSpPr>
        <p:spPr bwMode="auto">
          <a:xfrm>
            <a:off x="5867400" y="1032823"/>
            <a:ext cx="0" cy="3592458"/>
          </a:xfrm>
          <a:prstGeom prst="line">
            <a:avLst/>
          </a:prstGeom>
          <a:solidFill>
            <a:schemeClr val="accent1"/>
          </a:solidFill>
          <a:ln w="28575" cap="flat" cmpd="sng" algn="ctr">
            <a:solidFill>
              <a:schemeClr val="tx1"/>
            </a:solidFill>
            <a:prstDash val="solid"/>
            <a:round/>
            <a:headEnd type="none" w="sm" len="sm"/>
            <a:tailEnd type="none" w="sm" len="sm"/>
          </a:ln>
          <a:effectLst/>
        </p:spPr>
      </p:cxnSp>
    </p:spTree>
    <p:custDataLst>
      <p:tags r:id="rId1"/>
    </p:custDataLst>
    <p:extLst>
      <p:ext uri="{BB962C8B-B14F-4D97-AF65-F5344CB8AC3E}">
        <p14:creationId xmlns:p14="http://schemas.microsoft.com/office/powerpoint/2010/main" val="608556588"/>
      </p:ext>
    </p:extLst>
  </p:cSld>
  <p:clrMapOvr>
    <a:masterClrMapping/>
  </p:clrMapOvr>
  <p:transition>
    <p:fade/>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7170" name="Rectangle 5"/>
          <p:cNvSpPr>
            <a:spLocks noGrp="1" noChangeArrowheads="1"/>
          </p:cNvSpPr>
          <p:nvPr>
            <p:ph type="title"/>
          </p:nvPr>
        </p:nvSpPr>
        <p:spPr/>
        <p:txBody>
          <a:bodyPr/>
          <a:lstStyle/>
          <a:p>
            <a:r>
              <a:rPr lang="en-US" dirty="0" smtClean="0"/>
              <a:t>Placing a Specific Section into Memory</a:t>
            </a:r>
          </a:p>
        </p:txBody>
      </p:sp>
      <p:sp>
        <p:nvSpPr>
          <p:cNvPr id="14" name="TextBox 13"/>
          <p:cNvSpPr txBox="1"/>
          <p:nvPr/>
        </p:nvSpPr>
        <p:spPr>
          <a:xfrm>
            <a:off x="636793" y="3464256"/>
            <a:ext cx="8699882" cy="707886"/>
          </a:xfrm>
          <a:prstGeom prst="rect">
            <a:avLst/>
          </a:prstGeom>
          <a:noFill/>
        </p:spPr>
        <p:txBody>
          <a:bodyPr wrap="none" rtlCol="0" anchor="ctr" anchorCtr="0">
            <a:spAutoFit/>
          </a:bodyPr>
          <a:lstStyle/>
          <a:p>
            <a:pPr marL="177800" indent="-177800">
              <a:lnSpc>
                <a:spcPct val="100000"/>
              </a:lnSpc>
              <a:buFont typeface="Arial" pitchFamily="34" charset="0"/>
              <a:buChar char="•"/>
            </a:pPr>
            <a:r>
              <a:rPr lang="en-US" sz="2000" dirty="0" smtClean="0">
                <a:solidFill>
                  <a:schemeClr val="dk1"/>
                </a:solidFill>
                <a:effectLst/>
                <a:latin typeface="Calibri" pitchFamily="34" charset="0"/>
                <a:cs typeface="Calibri" pitchFamily="34" charset="0"/>
              </a:rPr>
              <a:t>SYS/BIOS GUI now supports specific placements of sections (like .far, .</a:t>
            </a:r>
            <a:r>
              <a:rPr lang="en-US" sz="2000" dirty="0" err="1" smtClean="0">
                <a:solidFill>
                  <a:schemeClr val="dk1"/>
                </a:solidFill>
                <a:effectLst/>
                <a:latin typeface="Calibri" pitchFamily="34" charset="0"/>
                <a:cs typeface="Calibri" pitchFamily="34" charset="0"/>
              </a:rPr>
              <a:t>bss</a:t>
            </a:r>
            <a:r>
              <a:rPr lang="en-US" sz="2000" dirty="0" smtClean="0">
                <a:solidFill>
                  <a:schemeClr val="dk1"/>
                </a:solidFill>
                <a:effectLst/>
                <a:latin typeface="Calibri" pitchFamily="34" charset="0"/>
                <a:cs typeface="Calibri" pitchFamily="34" charset="0"/>
              </a:rPr>
              <a:t>, etc.)</a:t>
            </a:r>
            <a:br>
              <a:rPr lang="en-US" sz="2000" dirty="0" smtClean="0">
                <a:solidFill>
                  <a:schemeClr val="dk1"/>
                </a:solidFill>
                <a:effectLst/>
                <a:latin typeface="Calibri" pitchFamily="34" charset="0"/>
                <a:cs typeface="Calibri" pitchFamily="34" charset="0"/>
              </a:rPr>
            </a:br>
            <a:r>
              <a:rPr lang="en-US" sz="2000" dirty="0" smtClean="0">
                <a:solidFill>
                  <a:schemeClr val="dk1"/>
                </a:solidFill>
                <a:effectLst/>
                <a:latin typeface="Calibri" pitchFamily="34" charset="0"/>
                <a:cs typeface="Calibri" pitchFamily="34" charset="0"/>
              </a:rPr>
              <a:t>into specific memory segments (like IRAM, DDR, etc.):</a:t>
            </a:r>
          </a:p>
        </p:txBody>
      </p:sp>
      <p:sp>
        <p:nvSpPr>
          <p:cNvPr id="16" name="TextBox 15"/>
          <p:cNvSpPr txBox="1"/>
          <p:nvPr/>
        </p:nvSpPr>
        <p:spPr>
          <a:xfrm>
            <a:off x="228600" y="762000"/>
            <a:ext cx="8127994" cy="387798"/>
          </a:xfrm>
          <a:prstGeom prst="rect">
            <a:avLst/>
          </a:prstGeom>
          <a:noFill/>
        </p:spPr>
        <p:txBody>
          <a:bodyPr wrap="none" rtlCol="0" anchor="ctr" anchorCtr="0">
            <a:spAutoFit/>
          </a:bodyPr>
          <a:lstStyle/>
          <a:p>
            <a:pPr marL="342900" indent="-342900">
              <a:buClr>
                <a:schemeClr val="tx2"/>
              </a:buClr>
              <a:buSzPct val="75000"/>
              <a:buFont typeface="Wingdings"/>
              <a:buChar char=""/>
            </a:pPr>
            <a:r>
              <a:rPr lang="en-US" dirty="0" smtClean="0">
                <a:solidFill>
                  <a:schemeClr val="dk1"/>
                </a:solidFill>
                <a:effectLst/>
                <a:latin typeface="Calibri" pitchFamily="34" charset="0"/>
                <a:cs typeface="Calibri" pitchFamily="34" charset="0"/>
              </a:rPr>
              <a:t>Via the </a:t>
            </a:r>
            <a:r>
              <a:rPr lang="en-US" smtClean="0">
                <a:solidFill>
                  <a:schemeClr val="tx2"/>
                </a:solidFill>
                <a:effectLst/>
                <a:latin typeface="Calibri" pitchFamily="34" charset="0"/>
                <a:cs typeface="Calibri" pitchFamily="34" charset="0"/>
              </a:rPr>
              <a:t>Platform</a:t>
            </a:r>
            <a:r>
              <a:rPr lang="en-US" smtClean="0">
                <a:solidFill>
                  <a:schemeClr val="dk1"/>
                </a:solidFill>
                <a:effectLst/>
                <a:latin typeface="Calibri" pitchFamily="34" charset="0"/>
                <a:cs typeface="Calibri" pitchFamily="34" charset="0"/>
              </a:rPr>
              <a:t> File (C6000 Only) – </a:t>
            </a:r>
            <a:r>
              <a:rPr lang="en-US" b="0" i="1" smtClean="0">
                <a:solidFill>
                  <a:schemeClr val="dk1"/>
                </a:solidFill>
                <a:effectLst/>
                <a:latin typeface="Calibri" pitchFamily="34" charset="0"/>
                <a:cs typeface="Calibri" pitchFamily="34" charset="0"/>
              </a:rPr>
              <a:t>hi-level</a:t>
            </a:r>
            <a:r>
              <a:rPr lang="en-US" b="0" i="1" dirty="0" smtClean="0">
                <a:solidFill>
                  <a:schemeClr val="dk1"/>
                </a:solidFill>
                <a:effectLst/>
                <a:latin typeface="Calibri" pitchFamily="34" charset="0"/>
                <a:cs typeface="Calibri" pitchFamily="34" charset="0"/>
              </a:rPr>
              <a:t>, but </a:t>
            </a:r>
            <a:r>
              <a:rPr lang="en-US" b="0" i="1" smtClean="0">
                <a:solidFill>
                  <a:schemeClr val="dk1"/>
                </a:solidFill>
                <a:effectLst/>
                <a:latin typeface="Calibri" pitchFamily="34" charset="0"/>
                <a:cs typeface="Calibri" pitchFamily="34" charset="0"/>
              </a:rPr>
              <a:t>works fine</a:t>
            </a:r>
            <a:r>
              <a:rPr lang="en-US" smtClean="0">
                <a:solidFill>
                  <a:schemeClr val="dk1"/>
                </a:solidFill>
                <a:effectLst/>
                <a:latin typeface="Calibri" pitchFamily="34" charset="0"/>
                <a:cs typeface="Calibri" pitchFamily="34" charset="0"/>
              </a:rPr>
              <a:t>:</a:t>
            </a:r>
            <a:endParaRPr lang="en-US" dirty="0" smtClean="0">
              <a:solidFill>
                <a:schemeClr val="dk1"/>
              </a:solidFill>
              <a:effectLst/>
              <a:latin typeface="Calibri" pitchFamily="34" charset="0"/>
              <a:cs typeface="Calibri" pitchFamily="34" charset="0"/>
            </a:endParaRPr>
          </a:p>
        </p:txBody>
      </p:sp>
      <p:sp>
        <p:nvSpPr>
          <p:cNvPr id="17" name="TextBox 16"/>
          <p:cNvSpPr txBox="1"/>
          <p:nvPr/>
        </p:nvSpPr>
        <p:spPr>
          <a:xfrm>
            <a:off x="228600" y="3083256"/>
            <a:ext cx="4847417" cy="387798"/>
          </a:xfrm>
          <a:prstGeom prst="rect">
            <a:avLst/>
          </a:prstGeom>
          <a:noFill/>
        </p:spPr>
        <p:txBody>
          <a:bodyPr wrap="none" rtlCol="0" anchor="ctr" anchorCtr="0">
            <a:spAutoFit/>
          </a:bodyPr>
          <a:lstStyle/>
          <a:p>
            <a:pPr marL="342900" indent="-342900">
              <a:buClr>
                <a:schemeClr val="tx2"/>
              </a:buClr>
              <a:buSzPct val="75000"/>
              <a:buFont typeface="Wingdings"/>
              <a:buChar char=""/>
            </a:pPr>
            <a:r>
              <a:rPr lang="en-US" dirty="0" smtClean="0">
                <a:solidFill>
                  <a:schemeClr val="dk1"/>
                </a:solidFill>
                <a:effectLst/>
                <a:latin typeface="Calibri" pitchFamily="34" charset="0"/>
                <a:cs typeface="Calibri" pitchFamily="34" charset="0"/>
              </a:rPr>
              <a:t>Via the </a:t>
            </a:r>
            <a:r>
              <a:rPr lang="en-US" dirty="0" smtClean="0">
                <a:solidFill>
                  <a:schemeClr val="tx2"/>
                </a:solidFill>
                <a:effectLst/>
                <a:latin typeface="Calibri" pitchFamily="34" charset="0"/>
                <a:cs typeface="Calibri" pitchFamily="34" charset="0"/>
              </a:rPr>
              <a:t>app.cfg</a:t>
            </a:r>
            <a:r>
              <a:rPr lang="en-US" dirty="0" smtClean="0">
                <a:solidFill>
                  <a:schemeClr val="dk1"/>
                </a:solidFill>
                <a:effectLst/>
                <a:latin typeface="Calibri" pitchFamily="34" charset="0"/>
                <a:cs typeface="Calibri" pitchFamily="34" charset="0"/>
              </a:rPr>
              <a:t> GUI </a:t>
            </a:r>
            <a:r>
              <a:rPr lang="en-US" b="0" i="1" dirty="0" smtClean="0">
                <a:solidFill>
                  <a:schemeClr val="dk1"/>
                </a:solidFill>
                <a:effectLst/>
                <a:latin typeface="Calibri" pitchFamily="34" charset="0"/>
                <a:cs typeface="Calibri" pitchFamily="34" charset="0"/>
              </a:rPr>
              <a:t>(finer control)</a:t>
            </a:r>
            <a:r>
              <a:rPr lang="en-US" dirty="0" smtClean="0">
                <a:solidFill>
                  <a:schemeClr val="dk1"/>
                </a:solidFill>
                <a:effectLst/>
                <a:latin typeface="Calibri" pitchFamily="34" charset="0"/>
                <a:cs typeface="Calibri" pitchFamily="34" charset="0"/>
              </a:rPr>
              <a:t>:</a:t>
            </a:r>
          </a:p>
        </p:txBody>
      </p:sp>
      <p:sp>
        <p:nvSpPr>
          <p:cNvPr id="18" name="TextBox 17"/>
          <p:cNvSpPr txBox="1"/>
          <p:nvPr/>
        </p:nvSpPr>
        <p:spPr>
          <a:xfrm>
            <a:off x="1497846" y="4800600"/>
            <a:ext cx="731290" cy="387798"/>
          </a:xfrm>
          <a:prstGeom prst="rect">
            <a:avLst/>
          </a:prstGeom>
          <a:noFill/>
        </p:spPr>
        <p:txBody>
          <a:bodyPr wrap="none" rtlCol="0" anchor="ctr" anchorCtr="0">
            <a:spAutoFit/>
          </a:bodyPr>
          <a:lstStyle/>
          <a:p>
            <a:r>
              <a:rPr lang="en-US" dirty="0" smtClean="0">
                <a:solidFill>
                  <a:schemeClr val="tx2"/>
                </a:solidFill>
                <a:effectLst/>
              </a:rPr>
              <a:t>GUI</a:t>
            </a:r>
          </a:p>
        </p:txBody>
      </p:sp>
      <p:sp>
        <p:nvSpPr>
          <p:cNvPr id="19" name="TextBox 18"/>
          <p:cNvSpPr txBox="1"/>
          <p:nvPr/>
        </p:nvSpPr>
        <p:spPr>
          <a:xfrm>
            <a:off x="533400" y="6074392"/>
            <a:ext cx="1757212" cy="387798"/>
          </a:xfrm>
          <a:prstGeom prst="rect">
            <a:avLst/>
          </a:prstGeom>
          <a:noFill/>
        </p:spPr>
        <p:txBody>
          <a:bodyPr wrap="none" rtlCol="0" anchor="ctr" anchorCtr="0">
            <a:spAutoFit/>
          </a:bodyPr>
          <a:lstStyle/>
          <a:p>
            <a:r>
              <a:rPr lang="en-US" dirty="0" smtClean="0">
                <a:solidFill>
                  <a:schemeClr val="tx2"/>
                </a:solidFill>
              </a:rPr>
              <a:t>CFG script</a:t>
            </a:r>
            <a:endParaRPr lang="en-US" dirty="0" smtClean="0">
              <a:solidFill>
                <a:schemeClr val="tx2"/>
              </a:solidFill>
              <a:effectLst/>
            </a:endParaRPr>
          </a:p>
        </p:txBody>
      </p:sp>
      <p:pic>
        <p:nvPicPr>
          <p:cNvPr id="1029" name="Picture 5"/>
          <p:cNvPicPr>
            <a:picLocks noChangeAspect="1" noChangeArrowheads="1"/>
          </p:cNvPicPr>
          <p:nvPr/>
        </p:nvPicPr>
        <p:blipFill>
          <a:blip r:embed="rId4" cstate="print"/>
          <a:srcRect/>
          <a:stretch>
            <a:fillRect/>
          </a:stretch>
        </p:blipFill>
        <p:spPr bwMode="auto">
          <a:xfrm>
            <a:off x="7312928" y="3034352"/>
            <a:ext cx="1183944" cy="430526"/>
          </a:xfrm>
          <a:prstGeom prst="rect">
            <a:avLst/>
          </a:prstGeom>
          <a:noFill/>
          <a:ln w="9525">
            <a:noFill/>
            <a:miter lim="800000"/>
            <a:headEnd/>
            <a:tailEnd/>
          </a:ln>
        </p:spPr>
      </p:pic>
      <p:pic>
        <p:nvPicPr>
          <p:cNvPr id="1030" name="Picture 6"/>
          <p:cNvPicPr>
            <a:picLocks noChangeAspect="1" noChangeArrowheads="1"/>
          </p:cNvPicPr>
          <p:nvPr/>
        </p:nvPicPr>
        <p:blipFill>
          <a:blip r:embed="rId5" cstate="print"/>
          <a:srcRect/>
          <a:stretch>
            <a:fillRect/>
          </a:stretch>
        </p:blipFill>
        <p:spPr bwMode="auto">
          <a:xfrm>
            <a:off x="5638800" y="3075296"/>
            <a:ext cx="1143000" cy="342900"/>
          </a:xfrm>
          <a:prstGeom prst="rect">
            <a:avLst/>
          </a:prstGeom>
          <a:noFill/>
          <a:ln w="9525">
            <a:solidFill>
              <a:schemeClr val="tx1"/>
            </a:solidFill>
            <a:miter lim="800000"/>
            <a:headEnd/>
            <a:tailEnd/>
          </a:ln>
          <a:effectLst>
            <a:outerShdw blurRad="50800" dist="76200" dir="2700000" algn="tl" rotWithShape="0">
              <a:prstClr val="black">
                <a:alpha val="40000"/>
              </a:prstClr>
            </a:outerShdw>
          </a:effectLst>
        </p:spPr>
      </p:pic>
      <p:sp>
        <p:nvSpPr>
          <p:cNvPr id="21" name="Right Arrow 20"/>
          <p:cNvSpPr/>
          <p:nvPr/>
        </p:nvSpPr>
        <p:spPr bwMode="auto">
          <a:xfrm>
            <a:off x="6920552" y="3096904"/>
            <a:ext cx="381000" cy="304800"/>
          </a:xfrm>
          <a:prstGeom prst="rightArrow">
            <a:avLst/>
          </a:prstGeom>
          <a:solidFill>
            <a:schemeClr val="accent1"/>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80000"/>
              </a:lnSpc>
              <a:spcBef>
                <a:spcPct val="50000"/>
              </a:spcBef>
              <a:spcAft>
                <a:spcPct val="0"/>
              </a:spcAft>
              <a:buClrTx/>
              <a:buSzTx/>
              <a:buFontTx/>
              <a:buNone/>
              <a:tabLst/>
            </a:pPr>
            <a:endParaRPr kumimoji="0" lang="en-US" sz="2800" b="1" i="0" u="none" strike="noStrike" cap="none" normalizeH="0" baseline="0" dirty="0" smtClean="0">
              <a:ln>
                <a:noFill/>
              </a:ln>
              <a:solidFill>
                <a:schemeClr val="dk1"/>
              </a:solidFill>
              <a:effectLst/>
              <a:latin typeface="Arial Narrow" pitchFamily="34" charset="0"/>
            </a:endParaRPr>
          </a:p>
        </p:txBody>
      </p:sp>
      <p:pic>
        <p:nvPicPr>
          <p:cNvPr id="3" name="Picture 2" descr="C:\Users\a0159877\AppData\Local\Temp\SNAGHTML40083b.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2000" y="1153342"/>
            <a:ext cx="7422661" cy="1666058"/>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C:\Users\a0159877\AppData\Local\Temp\SNAGHTML44cdea.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29501" y="4237261"/>
            <a:ext cx="4941679" cy="1630139"/>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6" descr="C:\Users\a0159877\AppData\Local\Temp\SNAGHTML4597ae.PN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29501" y="5975087"/>
            <a:ext cx="5840607" cy="783678"/>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show="0">
  <p:cSld>
    <p:bg>
      <p:bgPr>
        <a:solidFill>
          <a:schemeClr val="accent2"/>
        </a:solidFill>
        <a:effectLst/>
      </p:bgPr>
    </p:bg>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29200" y="1142999"/>
            <a:ext cx="2085975" cy="47451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24510" y="1143000"/>
            <a:ext cx="1695450" cy="49109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ight Arrow 4"/>
          <p:cNvSpPr/>
          <p:nvPr/>
        </p:nvSpPr>
        <p:spPr>
          <a:xfrm rot="10800000">
            <a:off x="8391335" y="1438655"/>
            <a:ext cx="428625"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lnSpc>
                <a:spcPct val="100000"/>
              </a:lnSpc>
              <a:spcBef>
                <a:spcPts val="0"/>
              </a:spcBef>
              <a:spcAft>
                <a:spcPts val="0"/>
              </a:spcAft>
            </a:pPr>
            <a:endParaRPr lang="en-US" sz="1800" b="0" smtClean="0">
              <a:solidFill>
                <a:prstClr val="white"/>
              </a:solidFill>
            </a:endParaRPr>
          </a:p>
        </p:txBody>
      </p:sp>
      <p:sp>
        <p:nvSpPr>
          <p:cNvPr id="9" name="Right Arrow 8"/>
          <p:cNvSpPr/>
          <p:nvPr/>
        </p:nvSpPr>
        <p:spPr>
          <a:xfrm rot="10800000">
            <a:off x="8639175" y="4261105"/>
            <a:ext cx="428625"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lnSpc>
                <a:spcPct val="100000"/>
              </a:lnSpc>
              <a:spcBef>
                <a:spcPts val="0"/>
              </a:spcBef>
              <a:spcAft>
                <a:spcPts val="0"/>
              </a:spcAft>
            </a:pPr>
            <a:endParaRPr lang="en-US" sz="1800" b="0" smtClean="0">
              <a:solidFill>
                <a:prstClr val="white"/>
              </a:solidFill>
            </a:endParaRPr>
          </a:p>
        </p:txBody>
      </p:sp>
      <p:sp>
        <p:nvSpPr>
          <p:cNvPr id="10" name="Right Arrow 9"/>
          <p:cNvSpPr/>
          <p:nvPr/>
        </p:nvSpPr>
        <p:spPr>
          <a:xfrm rot="10800000">
            <a:off x="8639175" y="4565906"/>
            <a:ext cx="428625"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lnSpc>
                <a:spcPct val="100000"/>
              </a:lnSpc>
              <a:spcBef>
                <a:spcPts val="0"/>
              </a:spcBef>
              <a:spcAft>
                <a:spcPts val="0"/>
              </a:spcAft>
            </a:pPr>
            <a:endParaRPr lang="en-US" sz="1800" b="0" smtClean="0">
              <a:solidFill>
                <a:prstClr val="white"/>
              </a:solidFill>
            </a:endParaRPr>
          </a:p>
        </p:txBody>
      </p:sp>
      <p:sp>
        <p:nvSpPr>
          <p:cNvPr id="6" name="TextBox 5"/>
          <p:cNvSpPr txBox="1"/>
          <p:nvPr/>
        </p:nvSpPr>
        <p:spPr>
          <a:xfrm>
            <a:off x="228600" y="1743455"/>
            <a:ext cx="4935967" cy="1323439"/>
          </a:xfrm>
          <a:prstGeom prst="rect">
            <a:avLst/>
          </a:prstGeom>
          <a:noFill/>
        </p:spPr>
        <p:txBody>
          <a:bodyPr wrap="none" rtlCol="0">
            <a:spAutoFit/>
          </a:bodyPr>
          <a:lstStyle/>
          <a:p>
            <a:pPr eaLnBrk="1" fontAlgn="auto" hangingPunct="1">
              <a:lnSpc>
                <a:spcPct val="100000"/>
              </a:lnSpc>
              <a:spcBef>
                <a:spcPts val="0"/>
              </a:spcBef>
              <a:spcAft>
                <a:spcPts val="0"/>
              </a:spcAft>
            </a:pPr>
            <a:r>
              <a:rPr lang="en-US" sz="1600" b="0" smtClean="0">
                <a:solidFill>
                  <a:prstClr val="black"/>
                </a:solidFill>
                <a:latin typeface="Calibri"/>
              </a:rPr>
              <a:t>D 	.text	     .econst		.ebss</a:t>
            </a:r>
          </a:p>
          <a:p>
            <a:pPr eaLnBrk="1" fontAlgn="auto" hangingPunct="1">
              <a:lnSpc>
                <a:spcPct val="100000"/>
              </a:lnSpc>
              <a:spcBef>
                <a:spcPts val="0"/>
              </a:spcBef>
              <a:spcAft>
                <a:spcPts val="0"/>
              </a:spcAft>
            </a:pPr>
            <a:r>
              <a:rPr lang="en-US" sz="1600" b="0" smtClean="0">
                <a:solidFill>
                  <a:prstClr val="black"/>
                </a:solidFill>
                <a:latin typeface="Calibri"/>
              </a:rPr>
              <a:t>TYP	3568	     1b4e		11c0</a:t>
            </a:r>
          </a:p>
          <a:p>
            <a:pPr eaLnBrk="1" fontAlgn="auto" hangingPunct="1">
              <a:lnSpc>
                <a:spcPct val="100000"/>
              </a:lnSpc>
              <a:spcBef>
                <a:spcPts val="0"/>
              </a:spcBef>
              <a:spcAft>
                <a:spcPts val="0"/>
              </a:spcAft>
            </a:pPr>
            <a:r>
              <a:rPr lang="en-US" sz="1600" b="0" smtClean="0">
                <a:solidFill>
                  <a:prstClr val="black"/>
                </a:solidFill>
                <a:latin typeface="Calibri"/>
              </a:rPr>
              <a:t>MIN	2940	     4BF		752</a:t>
            </a:r>
          </a:p>
          <a:p>
            <a:pPr eaLnBrk="1" fontAlgn="auto" hangingPunct="1">
              <a:lnSpc>
                <a:spcPct val="100000"/>
              </a:lnSpc>
              <a:spcBef>
                <a:spcPts val="0"/>
              </a:spcBef>
              <a:spcAft>
                <a:spcPts val="0"/>
              </a:spcAft>
            </a:pPr>
            <a:r>
              <a:rPr lang="en-US" sz="1600" b="0" smtClean="0">
                <a:solidFill>
                  <a:prstClr val="black"/>
                </a:solidFill>
                <a:latin typeface="Calibri"/>
              </a:rPr>
              <a:t>----------------------------------------------------------------------------</a:t>
            </a:r>
          </a:p>
          <a:p>
            <a:pPr eaLnBrk="1" fontAlgn="auto" hangingPunct="1">
              <a:lnSpc>
                <a:spcPct val="100000"/>
              </a:lnSpc>
              <a:spcBef>
                <a:spcPts val="0"/>
              </a:spcBef>
              <a:spcAft>
                <a:spcPts val="0"/>
              </a:spcAft>
            </a:pPr>
            <a:r>
              <a:rPr lang="en-US" sz="1600" b="0" smtClean="0">
                <a:solidFill>
                  <a:prstClr val="black"/>
                </a:solidFill>
                <a:latin typeface="Calibri"/>
              </a:rPr>
              <a:t>Savings	C28(3112)	     168F(5775)	A6E(2670)</a:t>
            </a:r>
          </a:p>
        </p:txBody>
      </p:sp>
      <p:sp>
        <p:nvSpPr>
          <p:cNvPr id="7" name="TextBox 6"/>
          <p:cNvSpPr txBox="1"/>
          <p:nvPr/>
        </p:nvSpPr>
        <p:spPr>
          <a:xfrm>
            <a:off x="838200" y="990600"/>
            <a:ext cx="2946640" cy="369332"/>
          </a:xfrm>
          <a:prstGeom prst="rect">
            <a:avLst/>
          </a:prstGeom>
          <a:noFill/>
        </p:spPr>
        <p:txBody>
          <a:bodyPr wrap="none" rtlCol="0">
            <a:spAutoFit/>
          </a:bodyPr>
          <a:lstStyle/>
          <a:p>
            <a:pPr eaLnBrk="1" fontAlgn="auto" hangingPunct="1">
              <a:lnSpc>
                <a:spcPct val="100000"/>
              </a:lnSpc>
              <a:spcBef>
                <a:spcPts val="0"/>
              </a:spcBef>
              <a:spcAft>
                <a:spcPts val="0"/>
              </a:spcAft>
            </a:pPr>
            <a:r>
              <a:rPr lang="en-US" sz="1800" b="0" smtClean="0">
                <a:solidFill>
                  <a:prstClr val="black"/>
                </a:solidFill>
                <a:latin typeface="Calibri"/>
              </a:rPr>
              <a:t>TYP vs. MIN footprints – C28x</a:t>
            </a:r>
          </a:p>
        </p:txBody>
      </p:sp>
      <p:sp>
        <p:nvSpPr>
          <p:cNvPr id="8" name="TextBox 7"/>
          <p:cNvSpPr txBox="1"/>
          <p:nvPr/>
        </p:nvSpPr>
        <p:spPr>
          <a:xfrm>
            <a:off x="381000" y="4114800"/>
            <a:ext cx="2608086" cy="923330"/>
          </a:xfrm>
          <a:prstGeom prst="rect">
            <a:avLst/>
          </a:prstGeom>
          <a:noFill/>
        </p:spPr>
        <p:txBody>
          <a:bodyPr wrap="none" rtlCol="0">
            <a:spAutoFit/>
          </a:bodyPr>
          <a:lstStyle/>
          <a:p>
            <a:pPr eaLnBrk="1" fontAlgn="auto" hangingPunct="1">
              <a:lnSpc>
                <a:spcPct val="100000"/>
              </a:lnSpc>
              <a:spcBef>
                <a:spcPts val="0"/>
              </a:spcBef>
              <a:spcAft>
                <a:spcPts val="0"/>
              </a:spcAft>
            </a:pPr>
            <a:r>
              <a:rPr lang="en-US" sz="1800" b="0" smtClean="0">
                <a:solidFill>
                  <a:prstClr val="black"/>
                </a:solidFill>
                <a:latin typeface="Calibri"/>
              </a:rPr>
              <a:t>SAVINGS – OVERALL</a:t>
            </a:r>
          </a:p>
          <a:p>
            <a:pPr eaLnBrk="1" fontAlgn="auto" hangingPunct="1">
              <a:lnSpc>
                <a:spcPct val="100000"/>
              </a:lnSpc>
              <a:spcBef>
                <a:spcPts val="0"/>
              </a:spcBef>
              <a:spcAft>
                <a:spcPts val="0"/>
              </a:spcAft>
            </a:pPr>
            <a:r>
              <a:rPr lang="en-US" sz="1800" b="0" smtClean="0">
                <a:solidFill>
                  <a:prstClr val="black"/>
                </a:solidFill>
                <a:latin typeface="Calibri"/>
              </a:rPr>
              <a:t>FLASH	RAM	TOTAL</a:t>
            </a:r>
          </a:p>
          <a:p>
            <a:pPr eaLnBrk="1" fontAlgn="auto" hangingPunct="1">
              <a:lnSpc>
                <a:spcPct val="100000"/>
              </a:lnSpc>
              <a:spcBef>
                <a:spcPts val="0"/>
              </a:spcBef>
              <a:spcAft>
                <a:spcPts val="0"/>
              </a:spcAft>
            </a:pPr>
            <a:r>
              <a:rPr lang="en-US" sz="1800" b="0" smtClean="0">
                <a:solidFill>
                  <a:prstClr val="black"/>
                </a:solidFill>
                <a:latin typeface="Calibri"/>
              </a:rPr>
              <a:t>8887	2670	11557</a:t>
            </a:r>
          </a:p>
        </p:txBody>
      </p:sp>
    </p:spTree>
    <p:custDataLst>
      <p:tags r:id="rId1"/>
    </p:custDataLst>
    <p:extLst>
      <p:ext uri="{BB962C8B-B14F-4D97-AF65-F5344CB8AC3E}">
        <p14:creationId xmlns:p14="http://schemas.microsoft.com/office/powerpoint/2010/main" val="1528781569"/>
      </p:ext>
    </p:extLst>
  </p:cSld>
  <p:clrMapOvr>
    <a:masterClrMapping/>
  </p:clrMapOvr>
  <p:transition>
    <p:fade/>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show="0">
  <p:cSld>
    <p:bg>
      <p:bgPr>
        <a:solidFill>
          <a:srgbClr val="FFFF66"/>
        </a:solidFill>
        <a:effectLst/>
      </p:bgPr>
    </p:bg>
    <p:spTree>
      <p:nvGrpSpPr>
        <p:cNvPr id="1" name=""/>
        <p:cNvGrpSpPr/>
        <p:nvPr/>
      </p:nvGrpSpPr>
      <p:grpSpPr>
        <a:xfrm>
          <a:off x="0" y="0"/>
          <a:ext cx="0" cy="0"/>
          <a:chOff x="0" y="0"/>
          <a:chExt cx="0" cy="0"/>
        </a:xfrm>
      </p:grpSpPr>
      <p:sp>
        <p:nvSpPr>
          <p:cNvPr id="669704" name="Rectangle 8"/>
          <p:cNvSpPr>
            <a:spLocks noChangeArrowheads="1"/>
          </p:cNvSpPr>
          <p:nvPr/>
        </p:nvSpPr>
        <p:spPr bwMode="auto">
          <a:xfrm>
            <a:off x="304800" y="914400"/>
            <a:ext cx="5562600" cy="5410200"/>
          </a:xfrm>
          <a:prstGeom prst="rect">
            <a:avLst/>
          </a:prstGeom>
          <a:solidFill>
            <a:srgbClr val="92D050"/>
          </a:solidFill>
          <a:ln w="19050">
            <a:solidFill>
              <a:schemeClr val="tx1"/>
            </a:solidFill>
            <a:miter lim="800000"/>
            <a:headEnd type="none" w="sm" len="sm"/>
            <a:tailEnd type="none" w="sm" len="sm"/>
          </a:ln>
          <a:effectLst>
            <a:outerShdw blurRad="50800" dist="127000" dir="2700000" algn="tl" rotWithShape="0">
              <a:prstClr val="black">
                <a:alpha val="40000"/>
              </a:prstClr>
            </a:outerShdw>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41987" name="Rectangle 2"/>
          <p:cNvSpPr>
            <a:spLocks noGrp="1" noChangeArrowheads="1"/>
          </p:cNvSpPr>
          <p:nvPr>
            <p:ph type="title"/>
          </p:nvPr>
        </p:nvSpPr>
        <p:spPr/>
        <p:txBody>
          <a:bodyPr/>
          <a:lstStyle/>
          <a:p>
            <a:r>
              <a:rPr lang="en-US" smtClean="0">
                <a:solidFill>
                  <a:schemeClr val="tx1"/>
                </a:solidFill>
              </a:rPr>
              <a:t>Outline</a:t>
            </a:r>
          </a:p>
        </p:txBody>
      </p:sp>
      <p:sp>
        <p:nvSpPr>
          <p:cNvPr id="41988" name="Text Box 3"/>
          <p:cNvSpPr txBox="1">
            <a:spLocks noChangeArrowheads="1"/>
          </p:cNvSpPr>
          <p:nvPr>
            <p:custDataLst>
              <p:tags r:id="rId2"/>
            </p:custDataLst>
          </p:nvPr>
        </p:nvSpPr>
        <p:spPr bwMode="auto">
          <a:xfrm>
            <a:off x="304800" y="991396"/>
            <a:ext cx="5562600" cy="495300"/>
          </a:xfrm>
          <a:prstGeom prst="rect">
            <a:avLst/>
          </a:prstGeom>
          <a:solidFill>
            <a:schemeClr val="bg1"/>
          </a:solidFill>
          <a:ln w="19050">
            <a:solidFill>
              <a:schemeClr val="tx1"/>
            </a:solidFill>
            <a:miter lim="800000"/>
            <a:headEnd type="none" w="sm" len="sm"/>
            <a:tailEnd type="none" w="sm" len="sm"/>
          </a:ln>
        </p:spPr>
        <p:txBody>
          <a:bodyPr wrap="square">
            <a:spAutoFit/>
          </a:bodyPr>
          <a:lstStyle/>
          <a:p>
            <a:pPr marL="342900" indent="-342900">
              <a:lnSpc>
                <a:spcPct val="90000"/>
              </a:lnSpc>
              <a:spcBef>
                <a:spcPct val="0"/>
              </a:spcBef>
              <a:buClr>
                <a:srgbClr val="0066FF"/>
              </a:buClr>
              <a:buSzPct val="75000"/>
              <a:buFont typeface="Wingdings" pitchFamily="2" charset="2"/>
              <a:buChar char=""/>
            </a:pPr>
            <a:r>
              <a:rPr lang="en-US" sz="2800">
                <a:solidFill>
                  <a:srgbClr val="000000"/>
                </a:solidFill>
              </a:rPr>
              <a:t>MainHighlight</a:t>
            </a:r>
          </a:p>
        </p:txBody>
      </p:sp>
      <p:sp>
        <p:nvSpPr>
          <p:cNvPr id="41989" name="Text Box 4"/>
          <p:cNvSpPr txBox="1">
            <a:spLocks noChangeArrowheads="1"/>
          </p:cNvSpPr>
          <p:nvPr>
            <p:custDataLst>
              <p:tags r:id="rId3"/>
            </p:custDataLst>
          </p:nvPr>
        </p:nvSpPr>
        <p:spPr bwMode="auto">
          <a:xfrm>
            <a:off x="301576" y="1513684"/>
            <a:ext cx="5543550" cy="476250"/>
          </a:xfrm>
          <a:prstGeom prst="rect">
            <a:avLst/>
          </a:prstGeom>
          <a:noFill/>
          <a:ln w="12700">
            <a:noFill/>
            <a:miter lim="800000"/>
            <a:headEnd type="none" w="sm" len="sm"/>
            <a:tailEnd type="none" w="sm" len="sm"/>
          </a:ln>
        </p:spPr>
        <p:txBody>
          <a:bodyPr>
            <a:spAutoFit/>
          </a:bodyPr>
          <a:lstStyle/>
          <a:p>
            <a:pPr marL="342900" indent="-342900">
              <a:lnSpc>
                <a:spcPct val="90000"/>
              </a:lnSpc>
              <a:spcBef>
                <a:spcPct val="0"/>
              </a:spcBef>
              <a:buClr>
                <a:srgbClr val="0066FF"/>
              </a:buClr>
              <a:buSzPct val="75000"/>
              <a:buFont typeface="Wingdings" pitchFamily="2" charset="2"/>
              <a:buChar char=""/>
            </a:pPr>
            <a:r>
              <a:rPr lang="en-US" sz="2800" dirty="0" err="1">
                <a:solidFill>
                  <a:srgbClr val="000000"/>
                </a:solidFill>
              </a:rPr>
              <a:t>MainNormal</a:t>
            </a:r>
            <a:endParaRPr lang="en-US" sz="2800" dirty="0">
              <a:solidFill>
                <a:srgbClr val="000000"/>
              </a:solidFill>
            </a:endParaRPr>
          </a:p>
        </p:txBody>
      </p:sp>
      <p:sp>
        <p:nvSpPr>
          <p:cNvPr id="41990" name="Text Box 5"/>
          <p:cNvSpPr txBox="1">
            <a:spLocks noChangeArrowheads="1"/>
          </p:cNvSpPr>
          <p:nvPr>
            <p:custDataLst>
              <p:tags r:id="rId4"/>
            </p:custDataLst>
          </p:nvPr>
        </p:nvSpPr>
        <p:spPr bwMode="auto">
          <a:xfrm>
            <a:off x="774000" y="1959771"/>
            <a:ext cx="4864800" cy="387798"/>
          </a:xfrm>
          <a:prstGeom prst="rect">
            <a:avLst/>
          </a:prstGeom>
          <a:solidFill>
            <a:schemeClr val="bg1"/>
          </a:solidFill>
          <a:ln w="19050">
            <a:solidFill>
              <a:schemeClr val="tx1"/>
            </a:solidFill>
            <a:miter lim="800000"/>
            <a:headEnd type="none" w="sm" len="sm"/>
            <a:tailEnd type="none" w="sm" len="sm"/>
          </a:ln>
        </p:spPr>
        <p:txBody>
          <a:bodyPr wrap="square" tIns="27432" bIns="27432">
            <a:spAutoFit/>
          </a:bodyPr>
          <a:lstStyle/>
          <a:p>
            <a:pPr marL="342900" indent="-342900">
              <a:lnSpc>
                <a:spcPct val="90000"/>
              </a:lnSpc>
              <a:spcBef>
                <a:spcPct val="0"/>
              </a:spcBef>
              <a:buClr>
                <a:srgbClr val="0066FF"/>
              </a:buClr>
              <a:buSzPct val="75000"/>
              <a:buFont typeface="Wingdings" pitchFamily="2" charset="2"/>
              <a:buChar char=""/>
            </a:pPr>
            <a:r>
              <a:rPr lang="en-US" dirty="0" err="1">
                <a:solidFill>
                  <a:srgbClr val="000000"/>
                </a:solidFill>
              </a:rPr>
              <a:t>SubHighlight</a:t>
            </a:r>
            <a:endParaRPr lang="en-US" dirty="0">
              <a:solidFill>
                <a:srgbClr val="000000"/>
              </a:solidFill>
            </a:endParaRPr>
          </a:p>
        </p:txBody>
      </p:sp>
      <p:sp>
        <p:nvSpPr>
          <p:cNvPr id="41991" name="Text Box 6"/>
          <p:cNvSpPr txBox="1">
            <a:spLocks noChangeArrowheads="1"/>
          </p:cNvSpPr>
          <p:nvPr>
            <p:custDataLst>
              <p:tags r:id="rId5"/>
            </p:custDataLst>
          </p:nvPr>
        </p:nvSpPr>
        <p:spPr bwMode="auto">
          <a:xfrm>
            <a:off x="769877" y="2393159"/>
            <a:ext cx="4868924" cy="387798"/>
          </a:xfrm>
          <a:prstGeom prst="rect">
            <a:avLst/>
          </a:prstGeom>
          <a:noFill/>
          <a:ln w="12700">
            <a:noFill/>
            <a:miter lim="800000"/>
            <a:headEnd type="none" w="sm" len="sm"/>
            <a:tailEnd type="none" w="sm" len="sm"/>
          </a:ln>
        </p:spPr>
        <p:txBody>
          <a:bodyPr wrap="square" tIns="27432" bIns="27432">
            <a:spAutoFit/>
          </a:bodyPr>
          <a:lstStyle/>
          <a:p>
            <a:pPr marL="342900" indent="-342900">
              <a:lnSpc>
                <a:spcPct val="90000"/>
              </a:lnSpc>
              <a:spcBef>
                <a:spcPct val="0"/>
              </a:spcBef>
              <a:buClr>
                <a:srgbClr val="0066FF"/>
              </a:buClr>
              <a:buSzPct val="75000"/>
              <a:buFont typeface="Wingdings" pitchFamily="2" charset="2"/>
              <a:buChar char=""/>
            </a:pPr>
            <a:r>
              <a:rPr lang="en-US" dirty="0" err="1">
                <a:solidFill>
                  <a:srgbClr val="000000"/>
                </a:solidFill>
              </a:rPr>
              <a:t>SubNormal</a:t>
            </a:r>
            <a:endParaRPr lang="en-US" dirty="0">
              <a:solidFill>
                <a:srgbClr val="000000"/>
              </a:solidFill>
            </a:endParaRPr>
          </a:p>
        </p:txBody>
      </p:sp>
      <p:pic>
        <p:nvPicPr>
          <p:cNvPr id="72706" name="Picture 2" descr="C:\Documents and Settings\a0159877\Desktop\250px-Operating_system_placement.svg.png"/>
          <p:cNvPicPr>
            <a:picLocks noChangeAspect="1" noChangeArrowheads="1"/>
          </p:cNvPicPr>
          <p:nvPr/>
        </p:nvPicPr>
        <p:blipFill>
          <a:blip r:embed="rId7" cstate="print"/>
          <a:srcRect/>
          <a:stretch>
            <a:fillRect/>
          </a:stretch>
        </p:blipFill>
        <p:spPr bwMode="auto">
          <a:xfrm>
            <a:off x="6160824" y="1153041"/>
            <a:ext cx="2819400" cy="4172713"/>
          </a:xfrm>
          <a:prstGeom prst="rect">
            <a:avLst/>
          </a:prstGeom>
          <a:noFill/>
        </p:spPr>
      </p:pic>
      <p:pic>
        <p:nvPicPr>
          <p:cNvPr id="11" name="Animated Logo" descr="tilogo_color_twoline.png"/>
          <p:cNvPicPr>
            <a:picLocks noChangeAspect="1"/>
          </p:cNvPicPr>
          <p:nvPr/>
        </p:nvPicPr>
        <p:blipFill>
          <a:blip r:embed="rId8" cstate="print"/>
          <a:stretch>
            <a:fillRect/>
          </a:stretch>
        </p:blipFill>
        <p:spPr>
          <a:xfrm>
            <a:off x="50800" y="6477000"/>
            <a:ext cx="1438537" cy="347443"/>
          </a:xfrm>
          <a:prstGeom prst="rect">
            <a:avLst/>
          </a:prstGeom>
        </p:spPr>
      </p:pic>
    </p:spTree>
    <p:custDataLst>
      <p:tags r:id="rId1"/>
    </p:custData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COLORSCHEMEINDEX" val="4"/>
</p:tagLst>
</file>

<file path=ppt/tags/tag2.xml><?xml version="1.0" encoding="utf-8"?>
<p:tagLst xmlns:a="http://schemas.openxmlformats.org/drawingml/2006/main" xmlns:r="http://schemas.openxmlformats.org/officeDocument/2006/relationships" xmlns:p="http://schemas.openxmlformats.org/presentationml/2006/main">
  <p:tag name="NO LOGOS" val="true"/>
</p:tagLst>
</file>

<file path=ppt/tags/tag3.xml><?xml version="1.0" encoding="utf-8"?>
<p:tagLst xmlns:a="http://schemas.openxmlformats.org/drawingml/2006/main" xmlns:r="http://schemas.openxmlformats.org/officeDocument/2006/relationships" xmlns:p="http://schemas.openxmlformats.org/presentationml/2006/main">
  <p:tag name="MILESTONETEMPLATEMODE" val="Indented_Single"/>
  <p:tag name="MILESTONETEMPLATEVERSION" val="2.3"/>
  <p:tag name="MILESTONESLIDE" val="True"/>
  <p:tag name="MILESTATUS" val="PresentationStyle"/>
  <p:tag name="MILESTONELEVEL" val="1"/>
</p:tagLst>
</file>

<file path=ppt/tags/tag4.xml><?xml version="1.0" encoding="utf-8"?>
<p:tagLst xmlns:a="http://schemas.openxmlformats.org/drawingml/2006/main" xmlns:r="http://schemas.openxmlformats.org/officeDocument/2006/relationships" xmlns:p="http://schemas.openxmlformats.org/presentationml/2006/main">
  <p:tag name="MILELISTITEM" val="Level_1_Hilite"/>
</p:tagLst>
</file>

<file path=ppt/tags/tag5.xml><?xml version="1.0" encoding="utf-8"?>
<p:tagLst xmlns:a="http://schemas.openxmlformats.org/drawingml/2006/main" xmlns:r="http://schemas.openxmlformats.org/officeDocument/2006/relationships" xmlns:p="http://schemas.openxmlformats.org/presentationml/2006/main">
  <p:tag name="MILELISTITEM" val=""/>
</p:tagLst>
</file>

<file path=ppt/tags/tag6.xml><?xml version="1.0" encoding="utf-8"?>
<p:tagLst xmlns:a="http://schemas.openxmlformats.org/drawingml/2006/main" xmlns:r="http://schemas.openxmlformats.org/officeDocument/2006/relationships" xmlns:p="http://schemas.openxmlformats.org/presentationml/2006/main">
  <p:tag name="MILELISTITEM" val=""/>
</p:tagLst>
</file>

<file path=ppt/tags/tag7.xml><?xml version="1.0" encoding="utf-8"?>
<p:tagLst xmlns:a="http://schemas.openxmlformats.org/drawingml/2006/main" xmlns:r="http://schemas.openxmlformats.org/officeDocument/2006/relationships" xmlns:p="http://schemas.openxmlformats.org/presentationml/2006/main">
  <p:tag name="MILELISTITEM" val=""/>
</p:tagLst>
</file>

<file path=ppt/tags/tag8.xml><?xml version="1.0" encoding="utf-8"?>
<p:tagLst xmlns:a="http://schemas.openxmlformats.org/drawingml/2006/main" xmlns:r="http://schemas.openxmlformats.org/officeDocument/2006/relationships" xmlns:p="http://schemas.openxmlformats.org/presentationml/2006/main">
  <p:tag name="MILELISTITEM" val=""/>
</p:tagLst>
</file>

<file path=ppt/tags/tag9.xml><?xml version="1.0" encoding="utf-8"?>
<p:tagLst xmlns:a="http://schemas.openxmlformats.org/drawingml/2006/main" xmlns:r="http://schemas.openxmlformats.org/officeDocument/2006/relationships" xmlns:p="http://schemas.openxmlformats.org/presentationml/2006/main">
  <p:tag name="MILELISTITEM" val=""/>
</p:tagLst>
</file>

<file path=ppt/tags/tag10.xml><?xml version="1.0" encoding="utf-8"?>
<p:tagLst xmlns:a="http://schemas.openxmlformats.org/drawingml/2006/main" xmlns:r="http://schemas.openxmlformats.org/officeDocument/2006/relationships" xmlns:p="http://schemas.openxmlformats.org/presentationml/2006/main">
  <p:tag name="COLORSCHEMEINDEX" val="4"/>
</p:tagLst>
</file>

<file path=ppt/tags/tag11.xml><?xml version="1.0" encoding="utf-8"?>
<p:tagLst xmlns:a="http://schemas.openxmlformats.org/drawingml/2006/main" xmlns:r="http://schemas.openxmlformats.org/officeDocument/2006/relationships" xmlns:p="http://schemas.openxmlformats.org/presentationml/2006/main">
  <p:tag name="MILESTONETEMPLATEMODE" val="Indented_Single"/>
  <p:tag name="MILESTONETEMPLATEVERSION" val="2.3"/>
  <p:tag name="MILESTONESLIDE" val="True"/>
  <p:tag name="MILESTATUS" val="PresentationStyle"/>
  <p:tag name="MILESTONELEVEL" val="1"/>
</p:tagLst>
</file>

<file path=ppt/tags/tag12.xml><?xml version="1.0" encoding="utf-8"?>
<p:tagLst xmlns:a="http://schemas.openxmlformats.org/drawingml/2006/main" xmlns:r="http://schemas.openxmlformats.org/officeDocument/2006/relationships" xmlns:p="http://schemas.openxmlformats.org/presentationml/2006/main">
  <p:tag name="MILELISTITEM" val=""/>
</p:tagLst>
</file>

<file path=ppt/tags/tag13.xml><?xml version="1.0" encoding="utf-8"?>
<p:tagLst xmlns:a="http://schemas.openxmlformats.org/drawingml/2006/main" xmlns:r="http://schemas.openxmlformats.org/officeDocument/2006/relationships" xmlns:p="http://schemas.openxmlformats.org/presentationml/2006/main">
  <p:tag name="MILELISTITEM" val="Level_1_Hilite"/>
</p:tagLst>
</file>

<file path=ppt/tags/tag14.xml><?xml version="1.0" encoding="utf-8"?>
<p:tagLst xmlns:a="http://schemas.openxmlformats.org/drawingml/2006/main" xmlns:r="http://schemas.openxmlformats.org/officeDocument/2006/relationships" xmlns:p="http://schemas.openxmlformats.org/presentationml/2006/main">
  <p:tag name="MILELISTITEM" val=""/>
</p:tagLst>
</file>

<file path=ppt/tags/tag15.xml><?xml version="1.0" encoding="utf-8"?>
<p:tagLst xmlns:a="http://schemas.openxmlformats.org/drawingml/2006/main" xmlns:r="http://schemas.openxmlformats.org/officeDocument/2006/relationships" xmlns:p="http://schemas.openxmlformats.org/presentationml/2006/main">
  <p:tag name="MILELISTITEM" val=""/>
</p:tagLst>
</file>

<file path=ppt/tags/tag16.xml><?xml version="1.0" encoding="utf-8"?>
<p:tagLst xmlns:a="http://schemas.openxmlformats.org/drawingml/2006/main" xmlns:r="http://schemas.openxmlformats.org/officeDocument/2006/relationships" xmlns:p="http://schemas.openxmlformats.org/presentationml/2006/main">
  <p:tag name="MILELISTITEM" val=""/>
</p:tagLst>
</file>

<file path=ppt/tags/tag17.xml><?xml version="1.0" encoding="utf-8"?>
<p:tagLst xmlns:a="http://schemas.openxmlformats.org/drawingml/2006/main" xmlns:r="http://schemas.openxmlformats.org/officeDocument/2006/relationships" xmlns:p="http://schemas.openxmlformats.org/presentationml/2006/main">
  <p:tag name="MILELISTITEM" val=""/>
</p:tagLst>
</file>

<file path=ppt/tags/tag18.xml><?xml version="1.0" encoding="utf-8"?>
<p:tagLst xmlns:a="http://schemas.openxmlformats.org/drawingml/2006/main" xmlns:r="http://schemas.openxmlformats.org/officeDocument/2006/relationships" xmlns:p="http://schemas.openxmlformats.org/presentationml/2006/main">
  <p:tag name="MILELISTITEM" val=""/>
</p:tagLst>
</file>

<file path=ppt/tags/tag19.xml><?xml version="1.0" encoding="utf-8"?>
<p:tagLst xmlns:a="http://schemas.openxmlformats.org/drawingml/2006/main" xmlns:r="http://schemas.openxmlformats.org/officeDocument/2006/relationships" xmlns:p="http://schemas.openxmlformats.org/presentationml/2006/main">
  <p:tag name="MILELISTITEM" val=""/>
</p:tagLst>
</file>

<file path=ppt/tags/tag20.xml><?xml version="1.0" encoding="utf-8"?>
<p:tagLst xmlns:a="http://schemas.openxmlformats.org/drawingml/2006/main" xmlns:r="http://schemas.openxmlformats.org/officeDocument/2006/relationships" xmlns:p="http://schemas.openxmlformats.org/presentationml/2006/main">
  <p:tag name="MILESTONETEMPLATEMODE" val="Indented_Single"/>
  <p:tag name="MILESTONETEMPLATEVERSION" val="2.3"/>
  <p:tag name="MILESTONESLIDE" val="True"/>
  <p:tag name="MILESTATUS" val="PresentationStyle"/>
  <p:tag name="MILESTONELEVEL" val="2"/>
</p:tagLst>
</file>

<file path=ppt/tags/tag21.xml><?xml version="1.0" encoding="utf-8"?>
<p:tagLst xmlns:a="http://schemas.openxmlformats.org/drawingml/2006/main" xmlns:r="http://schemas.openxmlformats.org/officeDocument/2006/relationships" xmlns:p="http://schemas.openxmlformats.org/presentationml/2006/main">
  <p:tag name="MILELISTITEM" val=""/>
</p:tagLst>
</file>

<file path=ppt/tags/tag22.xml><?xml version="1.0" encoding="utf-8"?>
<p:tagLst xmlns:a="http://schemas.openxmlformats.org/drawingml/2006/main" xmlns:r="http://schemas.openxmlformats.org/officeDocument/2006/relationships" xmlns:p="http://schemas.openxmlformats.org/presentationml/2006/main">
  <p:tag name="MILELISTITEM" val=""/>
</p:tagLst>
</file>

<file path=ppt/tags/tag23.xml><?xml version="1.0" encoding="utf-8"?>
<p:tagLst xmlns:a="http://schemas.openxmlformats.org/drawingml/2006/main" xmlns:r="http://schemas.openxmlformats.org/officeDocument/2006/relationships" xmlns:p="http://schemas.openxmlformats.org/presentationml/2006/main">
  <p:tag name="MILELISTITEM" val="Level_2_Hilite"/>
</p:tagLst>
</file>

<file path=ppt/tags/tag24.xml><?xml version="1.0" encoding="utf-8"?>
<p:tagLst xmlns:a="http://schemas.openxmlformats.org/drawingml/2006/main" xmlns:r="http://schemas.openxmlformats.org/officeDocument/2006/relationships" xmlns:p="http://schemas.openxmlformats.org/presentationml/2006/main">
  <p:tag name="MILELISTITEM" val=""/>
</p:tagLst>
</file>

<file path=ppt/tags/tag25.xml><?xml version="1.0" encoding="utf-8"?>
<p:tagLst xmlns:a="http://schemas.openxmlformats.org/drawingml/2006/main" xmlns:r="http://schemas.openxmlformats.org/officeDocument/2006/relationships" xmlns:p="http://schemas.openxmlformats.org/presentationml/2006/main">
  <p:tag name="MILELISTITEM" val=""/>
</p:tagLst>
</file>

<file path=ppt/tags/tag26.xml><?xml version="1.0" encoding="utf-8"?>
<p:tagLst xmlns:a="http://schemas.openxmlformats.org/drawingml/2006/main" xmlns:r="http://schemas.openxmlformats.org/officeDocument/2006/relationships" xmlns:p="http://schemas.openxmlformats.org/presentationml/2006/main">
  <p:tag name="MILELISTITEM" val=""/>
</p:tagLst>
</file>

<file path=ppt/tags/tag27.xml><?xml version="1.0" encoding="utf-8"?>
<p:tagLst xmlns:a="http://schemas.openxmlformats.org/drawingml/2006/main" xmlns:r="http://schemas.openxmlformats.org/officeDocument/2006/relationships" xmlns:p="http://schemas.openxmlformats.org/presentationml/2006/main">
  <p:tag name="MILELISTITEM" val=""/>
</p:tagLst>
</file>

<file path=ppt/tags/tag28.xml><?xml version="1.0" encoding="utf-8"?>
<p:tagLst xmlns:a="http://schemas.openxmlformats.org/drawingml/2006/main" xmlns:r="http://schemas.openxmlformats.org/officeDocument/2006/relationships" xmlns:p="http://schemas.openxmlformats.org/presentationml/2006/main">
  <p:tag name="MILELISTITEM" val=""/>
</p:tagLst>
</file>

<file path=ppt/tags/tag29.xml><?xml version="1.0" encoding="utf-8"?>
<p:tagLst xmlns:a="http://schemas.openxmlformats.org/drawingml/2006/main" xmlns:r="http://schemas.openxmlformats.org/officeDocument/2006/relationships" xmlns:p="http://schemas.openxmlformats.org/presentationml/2006/main">
  <p:tag name="NO LOGOS" val="true"/>
</p:tagLst>
</file>

<file path=ppt/tags/tag30.xml><?xml version="1.0" encoding="utf-8"?>
<p:tagLst xmlns:a="http://schemas.openxmlformats.org/drawingml/2006/main" xmlns:r="http://schemas.openxmlformats.org/officeDocument/2006/relationships" xmlns:p="http://schemas.openxmlformats.org/presentationml/2006/main">
  <p:tag name="MILESTONETEMPLATEMODE" val="Indented_Single"/>
  <p:tag name="MILESTONETEMPLATEVERSION" val="2.3"/>
  <p:tag name="MILESTONESLIDE" val="True"/>
  <p:tag name="MILESTATUS" val="PresentationStyle"/>
  <p:tag name="MILESTONELEVEL" val="2"/>
</p:tagLst>
</file>

<file path=ppt/tags/tag31.xml><?xml version="1.0" encoding="utf-8"?>
<p:tagLst xmlns:a="http://schemas.openxmlformats.org/drawingml/2006/main" xmlns:r="http://schemas.openxmlformats.org/officeDocument/2006/relationships" xmlns:p="http://schemas.openxmlformats.org/presentationml/2006/main">
  <p:tag name="MILELISTITEM" val=""/>
</p:tagLst>
</file>

<file path=ppt/tags/tag32.xml><?xml version="1.0" encoding="utf-8"?>
<p:tagLst xmlns:a="http://schemas.openxmlformats.org/drawingml/2006/main" xmlns:r="http://schemas.openxmlformats.org/officeDocument/2006/relationships" xmlns:p="http://schemas.openxmlformats.org/presentationml/2006/main">
  <p:tag name="MILELISTITEM" val=""/>
</p:tagLst>
</file>

<file path=ppt/tags/tag33.xml><?xml version="1.0" encoding="utf-8"?>
<p:tagLst xmlns:a="http://schemas.openxmlformats.org/drawingml/2006/main" xmlns:r="http://schemas.openxmlformats.org/officeDocument/2006/relationships" xmlns:p="http://schemas.openxmlformats.org/presentationml/2006/main">
  <p:tag name="MILELISTITEM" val=""/>
</p:tagLst>
</file>

<file path=ppt/tags/tag34.xml><?xml version="1.0" encoding="utf-8"?>
<p:tagLst xmlns:a="http://schemas.openxmlformats.org/drawingml/2006/main" xmlns:r="http://schemas.openxmlformats.org/officeDocument/2006/relationships" xmlns:p="http://schemas.openxmlformats.org/presentationml/2006/main">
  <p:tag name="MILELISTITEM" val="Level_2_Hilite"/>
</p:tagLst>
</file>

<file path=ppt/tags/tag35.xml><?xml version="1.0" encoding="utf-8"?>
<p:tagLst xmlns:a="http://schemas.openxmlformats.org/drawingml/2006/main" xmlns:r="http://schemas.openxmlformats.org/officeDocument/2006/relationships" xmlns:p="http://schemas.openxmlformats.org/presentationml/2006/main">
  <p:tag name="MILELISTITEM" val=""/>
</p:tagLst>
</file>

<file path=ppt/tags/tag36.xml><?xml version="1.0" encoding="utf-8"?>
<p:tagLst xmlns:a="http://schemas.openxmlformats.org/drawingml/2006/main" xmlns:r="http://schemas.openxmlformats.org/officeDocument/2006/relationships" xmlns:p="http://schemas.openxmlformats.org/presentationml/2006/main">
  <p:tag name="MILELISTITEM" val=""/>
</p:tagLst>
</file>

<file path=ppt/tags/tag37.xml><?xml version="1.0" encoding="utf-8"?>
<p:tagLst xmlns:a="http://schemas.openxmlformats.org/drawingml/2006/main" xmlns:r="http://schemas.openxmlformats.org/officeDocument/2006/relationships" xmlns:p="http://schemas.openxmlformats.org/presentationml/2006/main">
  <p:tag name="MILELISTITEM" val=""/>
</p:tagLst>
</file>

<file path=ppt/tags/tag38.xml><?xml version="1.0" encoding="utf-8"?>
<p:tagLst xmlns:a="http://schemas.openxmlformats.org/drawingml/2006/main" xmlns:r="http://schemas.openxmlformats.org/officeDocument/2006/relationships" xmlns:p="http://schemas.openxmlformats.org/presentationml/2006/main">
  <p:tag name="MILELISTITEM" val=""/>
</p:tagLst>
</file>

<file path=ppt/tags/tag39.xml><?xml version="1.0" encoding="utf-8"?>
<p:tagLst xmlns:a="http://schemas.openxmlformats.org/drawingml/2006/main" xmlns:r="http://schemas.openxmlformats.org/officeDocument/2006/relationships" xmlns:p="http://schemas.openxmlformats.org/presentationml/2006/main">
  <p:tag name="COLORSCHEMEINDEX" val="4"/>
</p:tagLst>
</file>

<file path=ppt/tags/tag40.xml><?xml version="1.0" encoding="utf-8"?>
<p:tagLst xmlns:a="http://schemas.openxmlformats.org/drawingml/2006/main" xmlns:r="http://schemas.openxmlformats.org/officeDocument/2006/relationships" xmlns:p="http://schemas.openxmlformats.org/presentationml/2006/main">
  <p:tag name="MILESTONETEMPLATEMODE" val="Indented_Single"/>
  <p:tag name="MILESTONETEMPLATEVERSION" val="2.3"/>
  <p:tag name="MILESTONESLIDE" val="True"/>
  <p:tag name="MILESTATUS" val="PresentationStyle"/>
  <p:tag name="MILESTONELEVEL" val="1"/>
</p:tagLst>
</file>

<file path=ppt/tags/tag41.xml><?xml version="1.0" encoding="utf-8"?>
<p:tagLst xmlns:a="http://schemas.openxmlformats.org/drawingml/2006/main" xmlns:r="http://schemas.openxmlformats.org/officeDocument/2006/relationships" xmlns:p="http://schemas.openxmlformats.org/presentationml/2006/main">
  <p:tag name="MILELISTITEM" val=""/>
</p:tagLst>
</file>

<file path=ppt/tags/tag42.xml><?xml version="1.0" encoding="utf-8"?>
<p:tagLst xmlns:a="http://schemas.openxmlformats.org/drawingml/2006/main" xmlns:r="http://schemas.openxmlformats.org/officeDocument/2006/relationships" xmlns:p="http://schemas.openxmlformats.org/presentationml/2006/main">
  <p:tag name="MILELISTITEM" val=""/>
</p:tagLst>
</file>

<file path=ppt/tags/tag43.xml><?xml version="1.0" encoding="utf-8"?>
<p:tagLst xmlns:a="http://schemas.openxmlformats.org/drawingml/2006/main" xmlns:r="http://schemas.openxmlformats.org/officeDocument/2006/relationships" xmlns:p="http://schemas.openxmlformats.org/presentationml/2006/main">
  <p:tag name="MILELISTITEM" val="Level_1_Hilite"/>
</p:tagLst>
</file>

<file path=ppt/tags/tag44.xml><?xml version="1.0" encoding="utf-8"?>
<p:tagLst xmlns:a="http://schemas.openxmlformats.org/drawingml/2006/main" xmlns:r="http://schemas.openxmlformats.org/officeDocument/2006/relationships" xmlns:p="http://schemas.openxmlformats.org/presentationml/2006/main">
  <p:tag name="MILELISTITEM" val=""/>
</p:tagLst>
</file>

<file path=ppt/tags/tag45.xml><?xml version="1.0" encoding="utf-8"?>
<p:tagLst xmlns:a="http://schemas.openxmlformats.org/drawingml/2006/main" xmlns:r="http://schemas.openxmlformats.org/officeDocument/2006/relationships" xmlns:p="http://schemas.openxmlformats.org/presentationml/2006/main">
  <p:tag name="MILELISTITEM" val=""/>
</p:tagLst>
</file>

<file path=ppt/tags/tag46.xml><?xml version="1.0" encoding="utf-8"?>
<p:tagLst xmlns:a="http://schemas.openxmlformats.org/drawingml/2006/main" xmlns:r="http://schemas.openxmlformats.org/officeDocument/2006/relationships" xmlns:p="http://schemas.openxmlformats.org/presentationml/2006/main">
  <p:tag name="MILELISTITEM" val=""/>
</p:tagLst>
</file>

<file path=ppt/tags/tag47.xml><?xml version="1.0" encoding="utf-8"?>
<p:tagLst xmlns:a="http://schemas.openxmlformats.org/drawingml/2006/main" xmlns:r="http://schemas.openxmlformats.org/officeDocument/2006/relationships" xmlns:p="http://schemas.openxmlformats.org/presentationml/2006/main">
  <p:tag name="MILELISTITEM" val=""/>
</p:tagLst>
</file>

<file path=ppt/tags/tag48.xml><?xml version="1.0" encoding="utf-8"?>
<p:tagLst xmlns:a="http://schemas.openxmlformats.org/drawingml/2006/main" xmlns:r="http://schemas.openxmlformats.org/officeDocument/2006/relationships" xmlns:p="http://schemas.openxmlformats.org/presentationml/2006/main">
  <p:tag name="MILELISTITEM" val=""/>
</p:tagLst>
</file>

<file path=ppt/tags/tag49.xml><?xml version="1.0" encoding="utf-8"?>
<p:tagLst xmlns:a="http://schemas.openxmlformats.org/drawingml/2006/main" xmlns:r="http://schemas.openxmlformats.org/officeDocument/2006/relationships" xmlns:p="http://schemas.openxmlformats.org/presentationml/2006/main">
  <p:tag name="MILELISTITEM" val=""/>
</p:tagLst>
</file>

<file path=ppt/tags/tag50.xml><?xml version="1.0" encoding="utf-8"?>
<p:tagLst xmlns:a="http://schemas.openxmlformats.org/drawingml/2006/main" xmlns:r="http://schemas.openxmlformats.org/officeDocument/2006/relationships" xmlns:p="http://schemas.openxmlformats.org/presentationml/2006/main">
  <p:tag name="MILELISTITEM" val=""/>
</p:tagLst>
</file>

<file path=ppt/tags/tag51.xml><?xml version="1.0" encoding="utf-8"?>
<p:tagLst xmlns:a="http://schemas.openxmlformats.org/drawingml/2006/main" xmlns:r="http://schemas.openxmlformats.org/officeDocument/2006/relationships" xmlns:p="http://schemas.openxmlformats.org/presentationml/2006/main">
  <p:tag name="COLORSCHEMEINDEX" val="4"/>
</p:tagLst>
</file>

<file path=ppt/tags/tag52.xml><?xml version="1.0" encoding="utf-8"?>
<p:tagLst xmlns:a="http://schemas.openxmlformats.org/drawingml/2006/main" xmlns:r="http://schemas.openxmlformats.org/officeDocument/2006/relationships" xmlns:p="http://schemas.openxmlformats.org/presentationml/2006/main">
  <p:tag name="MILESTONETEMPLATEMODE" val="Indented_Single"/>
  <p:tag name="MILESTONETEMPLATEVERSION" val="2.3"/>
  <p:tag name="MILESTONESLIDE" val="True"/>
  <p:tag name="MILESTATUS" val="PresentationStyle"/>
  <p:tag name="MILESTONELEVEL" val="2"/>
</p:tagLst>
</file>

<file path=ppt/tags/tag53.xml><?xml version="1.0" encoding="utf-8"?>
<p:tagLst xmlns:a="http://schemas.openxmlformats.org/drawingml/2006/main" xmlns:r="http://schemas.openxmlformats.org/officeDocument/2006/relationships" xmlns:p="http://schemas.openxmlformats.org/presentationml/2006/main">
  <p:tag name="MILELISTITEM" val=""/>
</p:tagLst>
</file>

<file path=ppt/tags/tag54.xml><?xml version="1.0" encoding="utf-8"?>
<p:tagLst xmlns:a="http://schemas.openxmlformats.org/drawingml/2006/main" xmlns:r="http://schemas.openxmlformats.org/officeDocument/2006/relationships" xmlns:p="http://schemas.openxmlformats.org/presentationml/2006/main">
  <p:tag name="MILELISTITEM" val=""/>
</p:tagLst>
</file>

<file path=ppt/tags/tag55.xml><?xml version="1.0" encoding="utf-8"?>
<p:tagLst xmlns:a="http://schemas.openxmlformats.org/drawingml/2006/main" xmlns:r="http://schemas.openxmlformats.org/officeDocument/2006/relationships" xmlns:p="http://schemas.openxmlformats.org/presentationml/2006/main">
  <p:tag name="MILELISTITEM" val=""/>
</p:tagLst>
</file>

<file path=ppt/tags/tag56.xml><?xml version="1.0" encoding="utf-8"?>
<p:tagLst xmlns:a="http://schemas.openxmlformats.org/drawingml/2006/main" xmlns:r="http://schemas.openxmlformats.org/officeDocument/2006/relationships" xmlns:p="http://schemas.openxmlformats.org/presentationml/2006/main">
  <p:tag name="MILELISTITEM" val="Level_2_Hilite"/>
</p:tagLst>
</file>

<file path=ppt/tags/tag57.xml><?xml version="1.0" encoding="utf-8"?>
<p:tagLst xmlns:a="http://schemas.openxmlformats.org/drawingml/2006/main" xmlns:r="http://schemas.openxmlformats.org/officeDocument/2006/relationships" xmlns:p="http://schemas.openxmlformats.org/presentationml/2006/main">
  <p:tag name="MILELISTITEM" val=""/>
</p:tagLst>
</file>

<file path=ppt/tags/tag58.xml><?xml version="1.0" encoding="utf-8"?>
<p:tagLst xmlns:a="http://schemas.openxmlformats.org/drawingml/2006/main" xmlns:r="http://schemas.openxmlformats.org/officeDocument/2006/relationships" xmlns:p="http://schemas.openxmlformats.org/presentationml/2006/main">
  <p:tag name="MILELISTITEM" val=""/>
</p:tagLst>
</file>

<file path=ppt/tags/tag59.xml><?xml version="1.0" encoding="utf-8"?>
<p:tagLst xmlns:a="http://schemas.openxmlformats.org/drawingml/2006/main" xmlns:r="http://schemas.openxmlformats.org/officeDocument/2006/relationships" xmlns:p="http://schemas.openxmlformats.org/presentationml/2006/main">
  <p:tag name="MILELISTITEM" val=""/>
</p:tagLst>
</file>

<file path=ppt/tags/tag60.xml><?xml version="1.0" encoding="utf-8"?>
<p:tagLst xmlns:a="http://schemas.openxmlformats.org/drawingml/2006/main" xmlns:r="http://schemas.openxmlformats.org/officeDocument/2006/relationships" xmlns:p="http://schemas.openxmlformats.org/presentationml/2006/main">
  <p:tag name="MILELISTITEM" val=""/>
</p:tagLst>
</file>

<file path=ppt/tags/tag61.xml><?xml version="1.0" encoding="utf-8"?>
<p:tagLst xmlns:a="http://schemas.openxmlformats.org/drawingml/2006/main" xmlns:r="http://schemas.openxmlformats.org/officeDocument/2006/relationships" xmlns:p="http://schemas.openxmlformats.org/presentationml/2006/main">
  <p:tag name="MILELISTITEM" val=""/>
</p:tagLst>
</file>

<file path=ppt/tags/tag62.xml><?xml version="1.0" encoding="utf-8"?>
<p:tagLst xmlns:a="http://schemas.openxmlformats.org/drawingml/2006/main" xmlns:r="http://schemas.openxmlformats.org/officeDocument/2006/relationships" xmlns:p="http://schemas.openxmlformats.org/presentationml/2006/main">
  <p:tag name="MILELISTITEM" val=""/>
</p:tagLst>
</file>

<file path=ppt/tags/tag63.xml><?xml version="1.0" encoding="utf-8"?>
<p:tagLst xmlns:a="http://schemas.openxmlformats.org/drawingml/2006/main" xmlns:r="http://schemas.openxmlformats.org/officeDocument/2006/relationships" xmlns:p="http://schemas.openxmlformats.org/presentationml/2006/main">
  <p:tag name="COLORSCHEMEINDEX" val="4"/>
</p:tagLst>
</file>

<file path=ppt/tags/tag64.xml><?xml version="1.0" encoding="utf-8"?>
<p:tagLst xmlns:a="http://schemas.openxmlformats.org/drawingml/2006/main" xmlns:r="http://schemas.openxmlformats.org/officeDocument/2006/relationships" xmlns:p="http://schemas.openxmlformats.org/presentationml/2006/main">
  <p:tag name="MILESTONETEMPLATEMODE" val="Indented_Single"/>
  <p:tag name="MILESTONETEMPLATEVERSION" val="2.3"/>
  <p:tag name="MILESTONESLIDE" val="True"/>
  <p:tag name="MILESTATUS" val="PresentationStyle"/>
  <p:tag name="MILESTONELEVEL" val="2"/>
</p:tagLst>
</file>

<file path=ppt/tags/tag65.xml><?xml version="1.0" encoding="utf-8"?>
<p:tagLst xmlns:a="http://schemas.openxmlformats.org/drawingml/2006/main" xmlns:r="http://schemas.openxmlformats.org/officeDocument/2006/relationships" xmlns:p="http://schemas.openxmlformats.org/presentationml/2006/main">
  <p:tag name="MILELISTITEM" val=""/>
</p:tagLst>
</file>

<file path=ppt/tags/tag66.xml><?xml version="1.0" encoding="utf-8"?>
<p:tagLst xmlns:a="http://schemas.openxmlformats.org/drawingml/2006/main" xmlns:r="http://schemas.openxmlformats.org/officeDocument/2006/relationships" xmlns:p="http://schemas.openxmlformats.org/presentationml/2006/main">
  <p:tag name="MILELISTITEM" val=""/>
</p:tagLst>
</file>

<file path=ppt/tags/tag67.xml><?xml version="1.0" encoding="utf-8"?>
<p:tagLst xmlns:a="http://schemas.openxmlformats.org/drawingml/2006/main" xmlns:r="http://schemas.openxmlformats.org/officeDocument/2006/relationships" xmlns:p="http://schemas.openxmlformats.org/presentationml/2006/main">
  <p:tag name="MILELISTITEM" val=""/>
</p:tagLst>
</file>

<file path=ppt/tags/tag68.xml><?xml version="1.0" encoding="utf-8"?>
<p:tagLst xmlns:a="http://schemas.openxmlformats.org/drawingml/2006/main" xmlns:r="http://schemas.openxmlformats.org/officeDocument/2006/relationships" xmlns:p="http://schemas.openxmlformats.org/presentationml/2006/main">
  <p:tag name="MILELISTITEM" val=""/>
</p:tagLst>
</file>

<file path=ppt/tags/tag69.xml><?xml version="1.0" encoding="utf-8"?>
<p:tagLst xmlns:a="http://schemas.openxmlformats.org/drawingml/2006/main" xmlns:r="http://schemas.openxmlformats.org/officeDocument/2006/relationships" xmlns:p="http://schemas.openxmlformats.org/presentationml/2006/main">
  <p:tag name="MILELISTITEM" val="Level_2_Hilite"/>
</p:tagLst>
</file>

<file path=ppt/tags/tag70.xml><?xml version="1.0" encoding="utf-8"?>
<p:tagLst xmlns:a="http://schemas.openxmlformats.org/drawingml/2006/main" xmlns:r="http://schemas.openxmlformats.org/officeDocument/2006/relationships" xmlns:p="http://schemas.openxmlformats.org/presentationml/2006/main">
  <p:tag name="MILELISTITEM" val=""/>
</p:tagLst>
</file>

<file path=ppt/tags/tag71.xml><?xml version="1.0" encoding="utf-8"?>
<p:tagLst xmlns:a="http://schemas.openxmlformats.org/drawingml/2006/main" xmlns:r="http://schemas.openxmlformats.org/officeDocument/2006/relationships" xmlns:p="http://schemas.openxmlformats.org/presentationml/2006/main">
  <p:tag name="MILELISTITEM" val=""/>
</p:tagLst>
</file>

<file path=ppt/tags/tag72.xml><?xml version="1.0" encoding="utf-8"?>
<p:tagLst xmlns:a="http://schemas.openxmlformats.org/drawingml/2006/main" xmlns:r="http://schemas.openxmlformats.org/officeDocument/2006/relationships" xmlns:p="http://schemas.openxmlformats.org/presentationml/2006/main">
  <p:tag name="MILELISTITEM" val=""/>
</p:tagLst>
</file>

<file path=ppt/tags/tag73.xml><?xml version="1.0" encoding="utf-8"?>
<p:tagLst xmlns:a="http://schemas.openxmlformats.org/drawingml/2006/main" xmlns:r="http://schemas.openxmlformats.org/officeDocument/2006/relationships" xmlns:p="http://schemas.openxmlformats.org/presentationml/2006/main">
  <p:tag name="MILELISTITEM" val=""/>
</p:tagLst>
</file>

<file path=ppt/tags/tag74.xml><?xml version="1.0" encoding="utf-8"?>
<p:tagLst xmlns:a="http://schemas.openxmlformats.org/drawingml/2006/main" xmlns:r="http://schemas.openxmlformats.org/officeDocument/2006/relationships" xmlns:p="http://schemas.openxmlformats.org/presentationml/2006/main">
  <p:tag name="MILELISTITEM" val=""/>
</p:tagLst>
</file>

<file path=ppt/tags/tag75.xml><?xml version="1.0" encoding="utf-8"?>
<p:tagLst xmlns:a="http://schemas.openxmlformats.org/drawingml/2006/main" xmlns:r="http://schemas.openxmlformats.org/officeDocument/2006/relationships" xmlns:p="http://schemas.openxmlformats.org/presentationml/2006/main">
  <p:tag name="COLORSCHEMEINDEX" val="4"/>
</p:tagLst>
</file>

<file path=ppt/tags/tag76.xml><?xml version="1.0" encoding="utf-8"?>
<p:tagLst xmlns:a="http://schemas.openxmlformats.org/drawingml/2006/main" xmlns:r="http://schemas.openxmlformats.org/officeDocument/2006/relationships" xmlns:p="http://schemas.openxmlformats.org/presentationml/2006/main">
  <p:tag name="COLORSCHEMEINDEX" val="4"/>
</p:tagLst>
</file>

<file path=ppt/tags/tag77.xml><?xml version="1.0" encoding="utf-8"?>
<p:tagLst xmlns:a="http://schemas.openxmlformats.org/drawingml/2006/main" xmlns:r="http://schemas.openxmlformats.org/officeDocument/2006/relationships" xmlns:p="http://schemas.openxmlformats.org/presentationml/2006/main">
  <p:tag name="COLORSCHEMEINDEX" val="4"/>
</p:tagLst>
</file>

<file path=ppt/tags/tag78.xml><?xml version="1.0" encoding="utf-8"?>
<p:tagLst xmlns:a="http://schemas.openxmlformats.org/drawingml/2006/main" xmlns:r="http://schemas.openxmlformats.org/officeDocument/2006/relationships" xmlns:p="http://schemas.openxmlformats.org/presentationml/2006/main">
  <p:tag name="MILESTONETEMPLATEMODE" val="Indented_Single"/>
  <p:tag name="MILESTONETEMPLATEVERSION" val="2.3"/>
  <p:tag name="MILESTONESLIDE" val="True"/>
  <p:tag name="MILESTATUS" val="PresentationStyle"/>
  <p:tag name="MILESTONELEVEL" val="2"/>
</p:tagLst>
</file>

<file path=ppt/tags/tag79.xml><?xml version="1.0" encoding="utf-8"?>
<p:tagLst xmlns:a="http://schemas.openxmlformats.org/drawingml/2006/main" xmlns:r="http://schemas.openxmlformats.org/officeDocument/2006/relationships" xmlns:p="http://schemas.openxmlformats.org/presentationml/2006/main">
  <p:tag name="MILELISTITEM" val=""/>
</p:tagLst>
</file>

<file path=ppt/tags/tag80.xml><?xml version="1.0" encoding="utf-8"?>
<p:tagLst xmlns:a="http://schemas.openxmlformats.org/drawingml/2006/main" xmlns:r="http://schemas.openxmlformats.org/officeDocument/2006/relationships" xmlns:p="http://schemas.openxmlformats.org/presentationml/2006/main">
  <p:tag name="MILELISTITEM" val=""/>
</p:tagLst>
</file>

<file path=ppt/tags/tag81.xml><?xml version="1.0" encoding="utf-8"?>
<p:tagLst xmlns:a="http://schemas.openxmlformats.org/drawingml/2006/main" xmlns:r="http://schemas.openxmlformats.org/officeDocument/2006/relationships" xmlns:p="http://schemas.openxmlformats.org/presentationml/2006/main">
  <p:tag name="MILELISTITEM" val=""/>
</p:tagLst>
</file>

<file path=ppt/tags/tag82.xml><?xml version="1.0" encoding="utf-8"?>
<p:tagLst xmlns:a="http://schemas.openxmlformats.org/drawingml/2006/main" xmlns:r="http://schemas.openxmlformats.org/officeDocument/2006/relationships" xmlns:p="http://schemas.openxmlformats.org/presentationml/2006/main">
  <p:tag name="MILELISTITEM" val=""/>
</p:tagLst>
</file>

<file path=ppt/tags/tag83.xml><?xml version="1.0" encoding="utf-8"?>
<p:tagLst xmlns:a="http://schemas.openxmlformats.org/drawingml/2006/main" xmlns:r="http://schemas.openxmlformats.org/officeDocument/2006/relationships" xmlns:p="http://schemas.openxmlformats.org/presentationml/2006/main">
  <p:tag name="MILELISTITEM" val=""/>
</p:tagLst>
</file>

<file path=ppt/tags/tag84.xml><?xml version="1.0" encoding="utf-8"?>
<p:tagLst xmlns:a="http://schemas.openxmlformats.org/drawingml/2006/main" xmlns:r="http://schemas.openxmlformats.org/officeDocument/2006/relationships" xmlns:p="http://schemas.openxmlformats.org/presentationml/2006/main">
  <p:tag name="MILELISTITEM" val="Level_2_Hilite"/>
</p:tagLst>
</file>

<file path=ppt/tags/tag85.xml><?xml version="1.0" encoding="utf-8"?>
<p:tagLst xmlns:a="http://schemas.openxmlformats.org/drawingml/2006/main" xmlns:r="http://schemas.openxmlformats.org/officeDocument/2006/relationships" xmlns:p="http://schemas.openxmlformats.org/presentationml/2006/main">
  <p:tag name="MILELISTITEM" val=""/>
</p:tagLst>
</file>

<file path=ppt/tags/tag86.xml><?xml version="1.0" encoding="utf-8"?>
<p:tagLst xmlns:a="http://schemas.openxmlformats.org/drawingml/2006/main" xmlns:r="http://schemas.openxmlformats.org/officeDocument/2006/relationships" xmlns:p="http://schemas.openxmlformats.org/presentationml/2006/main">
  <p:tag name="MILELISTITEM" val=""/>
</p:tagLst>
</file>

<file path=ppt/tags/tag87.xml><?xml version="1.0" encoding="utf-8"?>
<p:tagLst xmlns:a="http://schemas.openxmlformats.org/drawingml/2006/main" xmlns:r="http://schemas.openxmlformats.org/officeDocument/2006/relationships" xmlns:p="http://schemas.openxmlformats.org/presentationml/2006/main">
  <p:tag name="MILELISTITEM" val=""/>
</p:tagLst>
</file>

<file path=ppt/tags/tag88.xml><?xml version="1.0" encoding="utf-8"?>
<p:tagLst xmlns:a="http://schemas.openxmlformats.org/drawingml/2006/main" xmlns:r="http://schemas.openxmlformats.org/officeDocument/2006/relationships" xmlns:p="http://schemas.openxmlformats.org/presentationml/2006/main">
  <p:tag name="MILELISTITEM" val=""/>
</p:tagLst>
</file>

<file path=ppt/tags/tag89.xml><?xml version="1.0" encoding="utf-8"?>
<p:tagLst xmlns:a="http://schemas.openxmlformats.org/drawingml/2006/main" xmlns:r="http://schemas.openxmlformats.org/officeDocument/2006/relationships" xmlns:p="http://schemas.openxmlformats.org/presentationml/2006/main">
  <p:tag name="COLORSCHEMEINDEX" val="4"/>
</p:tagLst>
</file>

<file path=ppt/tags/tag90.xml><?xml version="1.0" encoding="utf-8"?>
<p:tagLst xmlns:a="http://schemas.openxmlformats.org/drawingml/2006/main" xmlns:r="http://schemas.openxmlformats.org/officeDocument/2006/relationships" xmlns:p="http://schemas.openxmlformats.org/presentationml/2006/main">
  <p:tag name="MILESTONETEMPLATEMODE" val="Indented_Single"/>
  <p:tag name="MILESTONETEMPLATEVERSION" val="2.3"/>
  <p:tag name="MILESTONESLIDE" val="True"/>
  <p:tag name="MILESTATUS" val="PresentationStyle"/>
  <p:tag name="MILESTONELEVEL" val="2"/>
</p:tagLst>
</file>

<file path=ppt/tags/tag91.xml><?xml version="1.0" encoding="utf-8"?>
<p:tagLst xmlns:a="http://schemas.openxmlformats.org/drawingml/2006/main" xmlns:r="http://schemas.openxmlformats.org/officeDocument/2006/relationships" xmlns:p="http://schemas.openxmlformats.org/presentationml/2006/main">
  <p:tag name="MILELISTITEM" val=""/>
</p:tagLst>
</file>

<file path=ppt/tags/tag92.xml><?xml version="1.0" encoding="utf-8"?>
<p:tagLst xmlns:a="http://schemas.openxmlformats.org/drawingml/2006/main" xmlns:r="http://schemas.openxmlformats.org/officeDocument/2006/relationships" xmlns:p="http://schemas.openxmlformats.org/presentationml/2006/main">
  <p:tag name="MILELISTITEM" val=""/>
</p:tagLst>
</file>

<file path=ppt/tags/tag93.xml><?xml version="1.0" encoding="utf-8"?>
<p:tagLst xmlns:a="http://schemas.openxmlformats.org/drawingml/2006/main" xmlns:r="http://schemas.openxmlformats.org/officeDocument/2006/relationships" xmlns:p="http://schemas.openxmlformats.org/presentationml/2006/main">
  <p:tag name="MILELISTITEM" val=""/>
</p:tagLst>
</file>

<file path=ppt/tags/tag94.xml><?xml version="1.0" encoding="utf-8"?>
<p:tagLst xmlns:a="http://schemas.openxmlformats.org/drawingml/2006/main" xmlns:r="http://schemas.openxmlformats.org/officeDocument/2006/relationships" xmlns:p="http://schemas.openxmlformats.org/presentationml/2006/main">
  <p:tag name="MILELISTITEM" val=""/>
</p:tagLst>
</file>

<file path=ppt/tags/tag95.xml><?xml version="1.0" encoding="utf-8"?>
<p:tagLst xmlns:a="http://schemas.openxmlformats.org/drawingml/2006/main" xmlns:r="http://schemas.openxmlformats.org/officeDocument/2006/relationships" xmlns:p="http://schemas.openxmlformats.org/presentationml/2006/main">
  <p:tag name="MILELISTITEM" val=""/>
</p:tagLst>
</file>

<file path=ppt/tags/tag96.xml><?xml version="1.0" encoding="utf-8"?>
<p:tagLst xmlns:a="http://schemas.openxmlformats.org/drawingml/2006/main" xmlns:r="http://schemas.openxmlformats.org/officeDocument/2006/relationships" xmlns:p="http://schemas.openxmlformats.org/presentationml/2006/main">
  <p:tag name="MILELISTITEM" val=""/>
</p:tagLst>
</file>

<file path=ppt/tags/tag97.xml><?xml version="1.0" encoding="utf-8"?>
<p:tagLst xmlns:a="http://schemas.openxmlformats.org/drawingml/2006/main" xmlns:r="http://schemas.openxmlformats.org/officeDocument/2006/relationships" xmlns:p="http://schemas.openxmlformats.org/presentationml/2006/main">
  <p:tag name="MILELISTITEM" val="Level_2_Hilite"/>
</p:tagLst>
</file>

<file path=ppt/tags/tag98.xml><?xml version="1.0" encoding="utf-8"?>
<p:tagLst xmlns:a="http://schemas.openxmlformats.org/drawingml/2006/main" xmlns:r="http://schemas.openxmlformats.org/officeDocument/2006/relationships" xmlns:p="http://schemas.openxmlformats.org/presentationml/2006/main">
  <p:tag name="MILELISTITEM" val=""/>
</p:tagLst>
</file>

<file path=ppt/tags/tag99.xml><?xml version="1.0" encoding="utf-8"?>
<p:tagLst xmlns:a="http://schemas.openxmlformats.org/drawingml/2006/main" xmlns:r="http://schemas.openxmlformats.org/officeDocument/2006/relationships" xmlns:p="http://schemas.openxmlformats.org/presentationml/2006/main">
  <p:tag name="MILELISTITEM" val=""/>
</p:tagLst>
</file>

<file path=ppt/tags/tag100.xml><?xml version="1.0" encoding="utf-8"?>
<p:tagLst xmlns:a="http://schemas.openxmlformats.org/drawingml/2006/main" xmlns:r="http://schemas.openxmlformats.org/officeDocument/2006/relationships" xmlns:p="http://schemas.openxmlformats.org/presentationml/2006/main">
  <p:tag name="MILELISTITEM" val=""/>
</p:tagLst>
</file>

<file path=ppt/tags/tag101.xml><?xml version="1.0" encoding="utf-8"?>
<p:tagLst xmlns:a="http://schemas.openxmlformats.org/drawingml/2006/main" xmlns:r="http://schemas.openxmlformats.org/officeDocument/2006/relationships" xmlns:p="http://schemas.openxmlformats.org/presentationml/2006/main">
  <p:tag name="COLORSCHEMEINDEX" val="4"/>
</p:tagLst>
</file>

<file path=ppt/tags/tag102.xml><?xml version="1.0" encoding="utf-8"?>
<p:tagLst xmlns:a="http://schemas.openxmlformats.org/drawingml/2006/main" xmlns:r="http://schemas.openxmlformats.org/officeDocument/2006/relationships" xmlns:p="http://schemas.openxmlformats.org/presentationml/2006/main">
  <p:tag name="MILESTONETEMPLATEMODE" val="Indented_Single"/>
  <p:tag name="MILESTONETEMPLATEVERSION" val="2.3"/>
  <p:tag name="MILESTONESLIDE" val="True"/>
  <p:tag name="MILESTATUS" val="PresentationStyle"/>
  <p:tag name="MILESTONELEVEL" val="1"/>
</p:tagLst>
</file>

<file path=ppt/tags/tag103.xml><?xml version="1.0" encoding="utf-8"?>
<p:tagLst xmlns:a="http://schemas.openxmlformats.org/drawingml/2006/main" xmlns:r="http://schemas.openxmlformats.org/officeDocument/2006/relationships" xmlns:p="http://schemas.openxmlformats.org/presentationml/2006/main">
  <p:tag name="MILELISTITEM" val=""/>
</p:tagLst>
</file>

<file path=ppt/tags/tag104.xml><?xml version="1.0" encoding="utf-8"?>
<p:tagLst xmlns:a="http://schemas.openxmlformats.org/drawingml/2006/main" xmlns:r="http://schemas.openxmlformats.org/officeDocument/2006/relationships" xmlns:p="http://schemas.openxmlformats.org/presentationml/2006/main">
  <p:tag name="MILELISTITEM" val=""/>
</p:tagLst>
</file>

<file path=ppt/tags/tag105.xml><?xml version="1.0" encoding="utf-8"?>
<p:tagLst xmlns:a="http://schemas.openxmlformats.org/drawingml/2006/main" xmlns:r="http://schemas.openxmlformats.org/officeDocument/2006/relationships" xmlns:p="http://schemas.openxmlformats.org/presentationml/2006/main">
  <p:tag name="MILELISTITEM" val=""/>
</p:tagLst>
</file>

<file path=ppt/tags/tag106.xml><?xml version="1.0" encoding="utf-8"?>
<p:tagLst xmlns:a="http://schemas.openxmlformats.org/drawingml/2006/main" xmlns:r="http://schemas.openxmlformats.org/officeDocument/2006/relationships" xmlns:p="http://schemas.openxmlformats.org/presentationml/2006/main">
  <p:tag name="MILELISTITEM" val="Level_1_Hilite"/>
</p:tagLst>
</file>

<file path=ppt/tags/tag107.xml><?xml version="1.0" encoding="utf-8"?>
<p:tagLst xmlns:a="http://schemas.openxmlformats.org/drawingml/2006/main" xmlns:r="http://schemas.openxmlformats.org/officeDocument/2006/relationships" xmlns:p="http://schemas.openxmlformats.org/presentationml/2006/main">
  <p:tag name="MILELISTITEM" val=""/>
</p:tagLst>
</file>

<file path=ppt/tags/tag108.xml><?xml version="1.0" encoding="utf-8"?>
<p:tagLst xmlns:a="http://schemas.openxmlformats.org/drawingml/2006/main" xmlns:r="http://schemas.openxmlformats.org/officeDocument/2006/relationships" xmlns:p="http://schemas.openxmlformats.org/presentationml/2006/main">
  <p:tag name="MILELISTITEM" val=""/>
</p:tagLst>
</file>

<file path=ppt/tags/tag109.xml><?xml version="1.0" encoding="utf-8"?>
<p:tagLst xmlns:a="http://schemas.openxmlformats.org/drawingml/2006/main" xmlns:r="http://schemas.openxmlformats.org/officeDocument/2006/relationships" xmlns:p="http://schemas.openxmlformats.org/presentationml/2006/main">
  <p:tag name="MILESTONETEMPLATEMODE" val="Indented_Single"/>
  <p:tag name="MILESTONETEMPLATEVERSION" val="2.3"/>
  <p:tag name="MILESTONESLIDE" val="True"/>
  <p:tag name="MILESTATUS" val="PresentationStyle"/>
  <p:tag name="MILESTONELEVEL" val="1"/>
</p:tagLst>
</file>

<file path=ppt/tags/tag110.xml><?xml version="1.0" encoding="utf-8"?>
<p:tagLst xmlns:a="http://schemas.openxmlformats.org/drawingml/2006/main" xmlns:r="http://schemas.openxmlformats.org/officeDocument/2006/relationships" xmlns:p="http://schemas.openxmlformats.org/presentationml/2006/main">
  <p:tag name="MILELISTITEM" val=""/>
</p:tagLst>
</file>

<file path=ppt/tags/tag111.xml><?xml version="1.0" encoding="utf-8"?>
<p:tagLst xmlns:a="http://schemas.openxmlformats.org/drawingml/2006/main" xmlns:r="http://schemas.openxmlformats.org/officeDocument/2006/relationships" xmlns:p="http://schemas.openxmlformats.org/presentationml/2006/main">
  <p:tag name="MILELISTITEM" val=""/>
</p:tagLst>
</file>

<file path=ppt/tags/tag112.xml><?xml version="1.0" encoding="utf-8"?>
<p:tagLst xmlns:a="http://schemas.openxmlformats.org/drawingml/2006/main" xmlns:r="http://schemas.openxmlformats.org/officeDocument/2006/relationships" xmlns:p="http://schemas.openxmlformats.org/presentationml/2006/main">
  <p:tag name="MILELISTITEM" val=""/>
</p:tagLst>
</file>

<file path=ppt/tags/tag113.xml><?xml version="1.0" encoding="utf-8"?>
<p:tagLst xmlns:a="http://schemas.openxmlformats.org/drawingml/2006/main" xmlns:r="http://schemas.openxmlformats.org/officeDocument/2006/relationships" xmlns:p="http://schemas.openxmlformats.org/presentationml/2006/main">
  <p:tag name="MILELISTITEM" val=""/>
</p:tagLst>
</file>

<file path=ppt/tags/tag114.xml><?xml version="1.0" encoding="utf-8"?>
<p:tagLst xmlns:a="http://schemas.openxmlformats.org/drawingml/2006/main" xmlns:r="http://schemas.openxmlformats.org/officeDocument/2006/relationships" xmlns:p="http://schemas.openxmlformats.org/presentationml/2006/main">
  <p:tag name="MILELISTITEM" val="Level_1_Hilite"/>
</p:tagLst>
</file>

<file path=ppt/tags/tag115.xml><?xml version="1.0" encoding="utf-8"?>
<p:tagLst xmlns:a="http://schemas.openxmlformats.org/drawingml/2006/main" xmlns:r="http://schemas.openxmlformats.org/officeDocument/2006/relationships" xmlns:p="http://schemas.openxmlformats.org/presentationml/2006/main">
  <p:tag name="MILELISTITEM" val=""/>
</p:tagLst>
</file>

<file path=ppt/tags/tag116.xml><?xml version="1.0" encoding="utf-8"?>
<p:tagLst xmlns:a="http://schemas.openxmlformats.org/drawingml/2006/main" xmlns:r="http://schemas.openxmlformats.org/officeDocument/2006/relationships" xmlns:p="http://schemas.openxmlformats.org/presentationml/2006/main">
  <p:tag name="COLORSCHEMEINDEX" val="4"/>
</p:tagLst>
</file>

<file path=ppt/tags/tag117.xml><?xml version="1.0" encoding="utf-8"?>
<p:tagLst xmlns:a="http://schemas.openxmlformats.org/drawingml/2006/main" xmlns:r="http://schemas.openxmlformats.org/officeDocument/2006/relationships" xmlns:p="http://schemas.openxmlformats.org/presentationml/2006/main">
  <p:tag name="COLORSCHEMEINDEX" val="4"/>
</p:tagLst>
</file>

<file path=ppt/tags/tag118.xml><?xml version="1.0" encoding="utf-8"?>
<p:tagLst xmlns:a="http://schemas.openxmlformats.org/drawingml/2006/main" xmlns:r="http://schemas.openxmlformats.org/officeDocument/2006/relationships" xmlns:p="http://schemas.openxmlformats.org/presentationml/2006/main">
  <p:tag name="COLORSCHEMEINDEX" val="4"/>
</p:tagLst>
</file>

<file path=ppt/tags/tag119.xml><?xml version="1.0" encoding="utf-8"?>
<p:tagLst xmlns:a="http://schemas.openxmlformats.org/drawingml/2006/main" xmlns:r="http://schemas.openxmlformats.org/officeDocument/2006/relationships" xmlns:p="http://schemas.openxmlformats.org/presentationml/2006/main">
  <p:tag name="MILESTONETEMPLATEMODE" val="Indented_Single"/>
  <p:tag name="MILESTONETEMPLATEVERSION" val="2.3"/>
  <p:tag name="MILESTONESLIDE" val="True"/>
  <p:tag name="MILESTATUS" val="PresentationStyle"/>
  <p:tag name="MILESTONELEVEL" val="1"/>
</p:tagLst>
</file>

<file path=ppt/tags/tag120.xml><?xml version="1.0" encoding="utf-8"?>
<p:tagLst xmlns:a="http://schemas.openxmlformats.org/drawingml/2006/main" xmlns:r="http://schemas.openxmlformats.org/officeDocument/2006/relationships" xmlns:p="http://schemas.openxmlformats.org/presentationml/2006/main">
  <p:tag name="MILELISTITEM" val=""/>
</p:tagLst>
</file>

<file path=ppt/tags/tag121.xml><?xml version="1.0" encoding="utf-8"?>
<p:tagLst xmlns:a="http://schemas.openxmlformats.org/drawingml/2006/main" xmlns:r="http://schemas.openxmlformats.org/officeDocument/2006/relationships" xmlns:p="http://schemas.openxmlformats.org/presentationml/2006/main">
  <p:tag name="MILELISTITEM" val=""/>
</p:tagLst>
</file>

<file path=ppt/tags/tag122.xml><?xml version="1.0" encoding="utf-8"?>
<p:tagLst xmlns:a="http://schemas.openxmlformats.org/drawingml/2006/main" xmlns:r="http://schemas.openxmlformats.org/officeDocument/2006/relationships" xmlns:p="http://schemas.openxmlformats.org/presentationml/2006/main">
  <p:tag name="MILELISTITEM" val=""/>
</p:tagLst>
</file>

<file path=ppt/tags/tag123.xml><?xml version="1.0" encoding="utf-8"?>
<p:tagLst xmlns:a="http://schemas.openxmlformats.org/drawingml/2006/main" xmlns:r="http://schemas.openxmlformats.org/officeDocument/2006/relationships" xmlns:p="http://schemas.openxmlformats.org/presentationml/2006/main">
  <p:tag name="MILELISTITEM" val=""/>
</p:tagLst>
</file>

<file path=ppt/tags/tag124.xml><?xml version="1.0" encoding="utf-8"?>
<p:tagLst xmlns:a="http://schemas.openxmlformats.org/drawingml/2006/main" xmlns:r="http://schemas.openxmlformats.org/officeDocument/2006/relationships" xmlns:p="http://schemas.openxmlformats.org/presentationml/2006/main">
  <p:tag name="MILELISTITEM" val=""/>
</p:tagLst>
</file>

<file path=ppt/tags/tag125.xml><?xml version="1.0" encoding="utf-8"?>
<p:tagLst xmlns:a="http://schemas.openxmlformats.org/drawingml/2006/main" xmlns:r="http://schemas.openxmlformats.org/officeDocument/2006/relationships" xmlns:p="http://schemas.openxmlformats.org/presentationml/2006/main">
  <p:tag name="MILELISTITEM" val="Level_1_Hilite"/>
</p:tagLst>
</file>

<file path=ppt/tags/tag126.xml><?xml version="1.0" encoding="utf-8"?>
<p:tagLst xmlns:a="http://schemas.openxmlformats.org/drawingml/2006/main" xmlns:r="http://schemas.openxmlformats.org/officeDocument/2006/relationships" xmlns:p="http://schemas.openxmlformats.org/presentationml/2006/main">
  <p:tag name="COLORSCHEMEINDEX" val="4"/>
  <p:tag name="ADMINISTRATIVESLIDE" val="True"/>
</p:tagLst>
</file>

<file path=ppt/tags/tag127.xml><?xml version="1.0" encoding="utf-8"?>
<p:tagLst xmlns:a="http://schemas.openxmlformats.org/drawingml/2006/main" xmlns:r="http://schemas.openxmlformats.org/officeDocument/2006/relationships" xmlns:p="http://schemas.openxmlformats.org/presentationml/2006/main">
  <p:tag name="ADMINISTRATIVESLIDE" val="True"/>
</p:tagLst>
</file>

<file path=ppt/tags/tag128.xml><?xml version="1.0" encoding="utf-8"?>
<p:tagLst xmlns:a="http://schemas.openxmlformats.org/drawingml/2006/main" xmlns:r="http://schemas.openxmlformats.org/officeDocument/2006/relationships" xmlns:p="http://schemas.openxmlformats.org/presentationml/2006/main">
  <p:tag name="COLORSCHEMEINDEX" val="4"/>
</p:tagLst>
</file>

<file path=ppt/tags/tag129.xml><?xml version="1.0" encoding="utf-8"?>
<p:tagLst xmlns:a="http://schemas.openxmlformats.org/drawingml/2006/main" xmlns:r="http://schemas.openxmlformats.org/officeDocument/2006/relationships" xmlns:p="http://schemas.openxmlformats.org/presentationml/2006/main">
  <p:tag name="NO LOGOS" val="true"/>
  <p:tag name="ADMINISTRATIVESLIDE" val="True"/>
</p:tagLst>
</file>

<file path=ppt/tags/tag130.xml><?xml version="1.0" encoding="utf-8"?>
<p:tagLst xmlns:a="http://schemas.openxmlformats.org/drawingml/2006/main" xmlns:r="http://schemas.openxmlformats.org/officeDocument/2006/relationships" xmlns:p="http://schemas.openxmlformats.org/presentationml/2006/main">
  <p:tag name="ADMINISTRATIVESLIDE" val="True"/>
</p:tagLst>
</file>

<file path=ppt/tags/tag131.xml><?xml version="1.0" encoding="utf-8"?>
<p:tagLst xmlns:a="http://schemas.openxmlformats.org/drawingml/2006/main" xmlns:r="http://schemas.openxmlformats.org/officeDocument/2006/relationships" xmlns:p="http://schemas.openxmlformats.org/presentationml/2006/main">
  <p:tag name="MILESTONETEMPLATEMODE" val="Indented_Single"/>
  <p:tag name="MILESTONETEMPLATEVERSION" val="2.3"/>
</p:tagLst>
</file>

<file path=ppt/tags/tag132.xml><?xml version="1.0" encoding="utf-8"?>
<p:tagLst xmlns:a="http://schemas.openxmlformats.org/drawingml/2006/main" xmlns:r="http://schemas.openxmlformats.org/officeDocument/2006/relationships" xmlns:p="http://schemas.openxmlformats.org/presentationml/2006/main">
  <p:tag name="MILELISTITEM" val="Level_1_Hilite"/>
</p:tagLst>
</file>

<file path=ppt/tags/tag133.xml><?xml version="1.0" encoding="utf-8"?>
<p:tagLst xmlns:a="http://schemas.openxmlformats.org/drawingml/2006/main" xmlns:r="http://schemas.openxmlformats.org/officeDocument/2006/relationships" xmlns:p="http://schemas.openxmlformats.org/presentationml/2006/main">
  <p:tag name="MILELISTITEM" val="Level_1_Normal"/>
</p:tagLst>
</file>

<file path=ppt/tags/tag134.xml><?xml version="1.0" encoding="utf-8"?>
<p:tagLst xmlns:a="http://schemas.openxmlformats.org/drawingml/2006/main" xmlns:r="http://schemas.openxmlformats.org/officeDocument/2006/relationships" xmlns:p="http://schemas.openxmlformats.org/presentationml/2006/main">
  <p:tag name="MILELISTITEM" val="Level_2_Hilite"/>
</p:tagLst>
</file>

<file path=ppt/tags/tag135.xml><?xml version="1.0" encoding="utf-8"?>
<p:tagLst xmlns:a="http://schemas.openxmlformats.org/drawingml/2006/main" xmlns:r="http://schemas.openxmlformats.org/officeDocument/2006/relationships" xmlns:p="http://schemas.openxmlformats.org/presentationml/2006/main">
  <p:tag name="MILELISTITEM" val="Level_2_Normal"/>
</p:tagLst>
</file>

<file path=ppt/theme/theme1.xml><?xml version="1.0" encoding="utf-8"?>
<a:theme xmlns:a="http://schemas.openxmlformats.org/drawingml/2006/main" name="ttoTheme">
  <a:themeElements>
    <a:clrScheme name="TTO standard">
      <a:dk1>
        <a:srgbClr val="000000"/>
      </a:dk1>
      <a:lt1>
        <a:srgbClr val="FFFFFF"/>
      </a:lt1>
      <a:dk2>
        <a:srgbClr val="FF0000"/>
      </a:dk2>
      <a:lt2>
        <a:srgbClr val="FFFFFF"/>
      </a:lt2>
      <a:accent1>
        <a:srgbClr val="F9F9F9"/>
      </a:accent1>
      <a:accent2>
        <a:srgbClr val="DEDEDE"/>
      </a:accent2>
      <a:accent3>
        <a:srgbClr val="C7C7C7"/>
      </a:accent3>
      <a:accent4>
        <a:srgbClr val="6699FF"/>
      </a:accent4>
      <a:accent5>
        <a:srgbClr val="FF0000"/>
      </a:accent5>
      <a:accent6>
        <a:srgbClr val="FFFFFF"/>
      </a:accent6>
      <a:hlink>
        <a:srgbClr val="C7C7C7"/>
      </a:hlink>
      <a:folHlink>
        <a:srgbClr val="6699FF"/>
      </a:folHlink>
    </a:clrScheme>
    <a:fontScheme name="tto">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rtlCol="0" anchor="ctr" anchorCtr="0" compatLnSpc="1">
        <a:prstTxWarp prst="textNoShape">
          <a:avLst/>
        </a:prstTxWarp>
      </a:bodyPr>
      <a:lstStyle>
        <a:defPPr marL="0" marR="0" indent="0" algn="l" defTabSz="914400" rtl="0" eaLnBrk="0" fontAlgn="base" latinLnBrk="0" hangingPunct="0">
          <a:lnSpc>
            <a:spcPct val="80000"/>
          </a:lnSpc>
          <a:spcBef>
            <a:spcPct val="50000"/>
          </a:spcBef>
          <a:spcAft>
            <a:spcPct val="0"/>
          </a:spcAft>
          <a:buClrTx/>
          <a:buSzTx/>
          <a:buFontTx/>
          <a:buNone/>
          <a:tabLst/>
          <a:defRPr kumimoji="0" sz="2800" b="1" i="0" u="none" strike="noStrike" cap="none" normalizeH="0" baseline="0" dirty="0" smtClean="0">
            <a:ln>
              <a:noFill/>
            </a:ln>
            <a:solidFill>
              <a:schemeClr val="dk1"/>
            </a:solidFill>
            <a:effectLst/>
            <a:latin typeface="Arial Narrow"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80000"/>
          </a:lnSpc>
          <a:spcBef>
            <a:spcPct val="50000"/>
          </a:spcBef>
          <a:spcAft>
            <a:spcPct val="0"/>
          </a:spcAft>
          <a:buClrTx/>
          <a:buSzTx/>
          <a:buFontTx/>
          <a:buNone/>
          <a:tabLst/>
          <a:defRPr kumimoji="0" lang="en-US" sz="2800" b="1" i="0" u="none" strike="noStrike" cap="none" normalizeH="0" baseline="0" smtClean="0">
            <a:ln>
              <a:noFill/>
            </a:ln>
            <a:solidFill>
              <a:schemeClr val="tx1"/>
            </a:solidFill>
            <a:effectLst>
              <a:outerShdw blurRad="38100" dist="38100" dir="2700000" algn="tl">
                <a:srgbClr val="000000">
                  <a:alpha val="43137"/>
                </a:srgbClr>
              </a:outerShdw>
            </a:effectLst>
            <a:latin typeface="Arial Narrow" pitchFamily="34" charset="0"/>
          </a:defRPr>
        </a:defPPr>
      </a:lstStyle>
    </a:lnDef>
    <a:txDef>
      <a:spPr>
        <a:noFill/>
      </a:spPr>
      <a:bodyPr wrap="square" rtlCol="0" anchor="ctr" anchorCtr="0">
        <a:spAutoFit/>
      </a:bodyPr>
      <a:lstStyle>
        <a:defPPr>
          <a:defRPr dirty="0" smtClean="0">
            <a:solidFill>
              <a:schemeClr val="dk1"/>
            </a:solidFill>
            <a:effectLst/>
          </a:defRPr>
        </a:defPPr>
      </a:lstStyle>
    </a:txDef>
  </a:objectDefaults>
  <a:extraClrSchemeLst>
    <a:extraClrScheme>
      <a:clrScheme name="TTO standard">
        <a:dk1>
          <a:srgbClr val="000000"/>
        </a:dk1>
        <a:lt1>
          <a:srgbClr val="FFFFFF"/>
        </a:lt1>
        <a:dk2>
          <a:srgbClr val="FF0000"/>
        </a:dk2>
        <a:lt2>
          <a:srgbClr val="FFFFFF"/>
        </a:lt2>
        <a:accent1>
          <a:srgbClr val="F9F9F9"/>
        </a:accent1>
        <a:accent2>
          <a:srgbClr val="DEDEDE"/>
        </a:accent2>
        <a:accent3>
          <a:srgbClr val="C7C7C7"/>
        </a:accent3>
        <a:accent4>
          <a:srgbClr val="6699FF"/>
        </a:accent4>
        <a:accent5>
          <a:srgbClr val="FF0000"/>
        </a:accent5>
        <a:accent6>
          <a:srgbClr val="FFFFFF"/>
        </a:accent6>
        <a:hlink>
          <a:srgbClr val="C7C7C7"/>
        </a:hlink>
        <a:folHlink>
          <a:srgbClr val="6699FF"/>
        </a:folHlink>
      </a:clrScheme>
      <a:clrMap bg1="lt1" tx1="dk1" bg2="lt2" tx2="dk2" accent1="accent1" accent2="accent2" accent3="accent3" accent4="accent4" accent5="accent5" accent6="accent6" hlink="hlink" folHlink="folHlink"/>
    </a:extraClrScheme>
    <a:extraClrScheme>
      <a:clrScheme name="TI standard">
        <a:dk1>
          <a:srgbClr val="000000"/>
        </a:dk1>
        <a:lt1>
          <a:srgbClr val="FFFFFF"/>
        </a:lt1>
        <a:dk2>
          <a:srgbClr val="DE0000"/>
        </a:dk2>
        <a:lt2>
          <a:srgbClr val="808080"/>
        </a:lt2>
        <a:accent1>
          <a:srgbClr val="DE0000"/>
        </a:accent1>
        <a:accent2>
          <a:srgbClr val="AEAEAE"/>
        </a:accent2>
        <a:accent3>
          <a:srgbClr val="117788"/>
        </a:accent3>
        <a:accent4>
          <a:srgbClr val="404040"/>
        </a:accent4>
        <a:accent5>
          <a:srgbClr val="7F7F7F"/>
        </a:accent5>
        <a:accent6>
          <a:srgbClr val="32B4CE"/>
        </a:accent6>
        <a:hlink>
          <a:srgbClr val="DE0000"/>
        </a:hlink>
        <a:folHlink>
          <a:srgbClr val="AAAAAA"/>
        </a:folHlink>
      </a:clrScheme>
      <a:clrMap bg1="lt1" tx1="dk1" bg2="lt2" tx2="dk2" accent1="accent1" accent2="accent2" accent3="accent3" accent4="accent4" accent5="accent5" accent6="accent6" hlink="hlink" folHlink="folHlink"/>
    </a:extraClrScheme>
    <a:extraClrScheme>
      <a:clrScheme name="tto 1">
        <a:dk1>
          <a:srgbClr val="000000"/>
        </a:dk1>
        <a:lt1>
          <a:srgbClr val="FEFFFF"/>
        </a:lt1>
        <a:dk2>
          <a:srgbClr val="000000"/>
        </a:dk2>
        <a:lt2>
          <a:srgbClr val="FEFFFF"/>
        </a:lt2>
        <a:accent1>
          <a:srgbClr val="F6F6F6"/>
        </a:accent1>
        <a:accent2>
          <a:srgbClr val="AFAFAF"/>
        </a:accent2>
        <a:accent3>
          <a:srgbClr val="DEDEDE"/>
        </a:accent3>
        <a:accent4>
          <a:srgbClr val="C3C3C3"/>
        </a:accent4>
        <a:accent5>
          <a:srgbClr val="FAFAFA"/>
        </a:accent5>
        <a:accent6>
          <a:srgbClr val="9E9E9E"/>
        </a:accent6>
        <a:hlink>
          <a:srgbClr val="DEDEDE"/>
        </a:hlink>
        <a:folHlink>
          <a:srgbClr val="C3C3C3"/>
        </a:folHlink>
      </a:clrScheme>
      <a:clrMap bg1="lt1" tx1="dk1" bg2="lt2" tx2="dk2" accent1="accent1" accent2="accent2" accent3="accent3" accent4="accent4" accent5="accent5" accent6="accent6" hlink="hlink" folHlink="folHlink"/>
    </a:extraClrScheme>
    <a:extraClrScheme>
      <a:clrScheme name="tto 2">
        <a:dk1>
          <a:srgbClr val="2181B7"/>
        </a:dk1>
        <a:lt1>
          <a:srgbClr val="FFFFFF"/>
        </a:lt1>
        <a:dk2>
          <a:srgbClr val="2181B7"/>
        </a:dk2>
        <a:lt2>
          <a:srgbClr val="FFFF99"/>
        </a:lt2>
        <a:accent1>
          <a:srgbClr val="003399"/>
        </a:accent1>
        <a:accent2>
          <a:srgbClr val="01B0FF"/>
        </a:accent2>
        <a:accent3>
          <a:srgbClr val="6666FF"/>
        </a:accent3>
        <a:accent4>
          <a:srgbClr val="1C6D9A"/>
        </a:accent4>
        <a:accent5>
          <a:srgbClr val="474B72"/>
        </a:accent5>
        <a:accent6>
          <a:srgbClr val="7030A0"/>
        </a:accent6>
        <a:hlink>
          <a:srgbClr val="6666FF"/>
        </a:hlink>
        <a:folHlink>
          <a:srgbClr val="1C6D9A"/>
        </a:folHlink>
      </a:clrScheme>
      <a:clrMap bg1="dk2" tx1="lt1" bg2="dk1" tx2="lt2" accent1="accent1" accent2="accent2" accent3="accent3" accent4="accent4" accent5="accent5" accent6="accent6" hlink="hlink" folHlink="folHlink"/>
    </a:extraClrScheme>
    <a:extraClrScheme>
      <a:clrScheme name="tto 3">
        <a:dk1>
          <a:srgbClr val="042AA4"/>
        </a:dk1>
        <a:lt1>
          <a:srgbClr val="FFFFFF"/>
        </a:lt1>
        <a:dk2>
          <a:srgbClr val="042AA4"/>
        </a:dk2>
        <a:lt2>
          <a:srgbClr val="FE9B03"/>
        </a:lt2>
        <a:accent1>
          <a:srgbClr val="000F40"/>
        </a:accent1>
        <a:accent2>
          <a:srgbClr val="603900"/>
        </a:accent2>
        <a:accent3>
          <a:srgbClr val="005C00"/>
        </a:accent3>
        <a:accent4>
          <a:srgbClr val="0249FC"/>
        </a:accent4>
        <a:accent5>
          <a:srgbClr val="7030A0"/>
        </a:accent5>
        <a:accent6>
          <a:srgbClr val="000000"/>
        </a:accent6>
        <a:hlink>
          <a:srgbClr val="005C00"/>
        </a:hlink>
        <a:folHlink>
          <a:srgbClr val="0249FC"/>
        </a:folHlink>
      </a:clrScheme>
      <a:clrMap bg1="dk2" tx1="lt1" bg2="dk1" tx2="lt2" accent1="accent1" accent2="accent2" accent3="accent3" accent4="accent4" accent5="accent5" accent6="accent6" hlink="hlink" folHlink="folHlink"/>
    </a:extraClrScheme>
    <a:extraClrScheme>
      <a:clrScheme name="tto 4">
        <a:dk1>
          <a:srgbClr val="000000"/>
        </a:dk1>
        <a:lt1>
          <a:srgbClr val="FFFFFF"/>
        </a:lt1>
        <a:dk2>
          <a:srgbClr val="4282E0"/>
        </a:dk2>
        <a:lt2>
          <a:srgbClr val="FFFFFF"/>
        </a:lt2>
        <a:accent1>
          <a:srgbClr val="C0F6F5"/>
        </a:accent1>
        <a:accent2>
          <a:srgbClr val="FAFEDA"/>
        </a:accent2>
        <a:accent3>
          <a:srgbClr val="FFCCFF"/>
        </a:accent3>
        <a:accent4>
          <a:srgbClr val="B4FCB2"/>
        </a:accent4>
        <a:accent5>
          <a:srgbClr val="FFFF99"/>
        </a:accent5>
        <a:accent6>
          <a:srgbClr val="5DD3FF"/>
        </a:accent6>
        <a:hlink>
          <a:srgbClr val="FFCCFF"/>
        </a:hlink>
        <a:folHlink>
          <a:srgbClr val="B4FCB2"/>
        </a:folHlink>
      </a:clrScheme>
      <a:clrMap bg1="lt1" tx1="dk1" bg2="lt2" tx2="dk2" accent1="accent1" accent2="accent2" accent3="accent3" accent4="accent4" accent5="accent5" accent6="accent6" hlink="hlink" folHlink="folHlink"/>
    </a:extraClrScheme>
    <a:extraClrScheme>
      <a:clrScheme name="tto 5">
        <a:dk1>
          <a:srgbClr val="000000"/>
        </a:dk1>
        <a:lt1>
          <a:srgbClr val="FFFFFF"/>
        </a:lt1>
        <a:dk2>
          <a:srgbClr val="0066FF"/>
        </a:dk2>
        <a:lt2>
          <a:srgbClr val="FFFFFF"/>
        </a:lt2>
        <a:accent1>
          <a:srgbClr val="FFFFCC"/>
        </a:accent1>
        <a:accent2>
          <a:srgbClr val="B5E0E3"/>
        </a:accent2>
        <a:accent3>
          <a:srgbClr val="E5D093"/>
        </a:accent3>
        <a:accent4>
          <a:srgbClr val="CCB374"/>
        </a:accent4>
        <a:accent5>
          <a:srgbClr val="C7A2E3"/>
        </a:accent5>
        <a:accent6>
          <a:srgbClr val="5DD3FF"/>
        </a:accent6>
        <a:hlink>
          <a:srgbClr val="E5D093"/>
        </a:hlink>
        <a:folHlink>
          <a:srgbClr val="CCB374"/>
        </a:folHlink>
      </a:clrScheme>
      <a:clrMap bg1="lt1" tx1="dk1" bg2="lt2" tx2="dk2" accent1="accent1" accent2="accent2" accent3="accent3" accent4="accent4" accent5="accent5" accent6="accent6" hlink="hlink" folHlink="folHlink"/>
    </a:extraClrScheme>
    <a:extraClrScheme>
      <a:clrScheme name="tto 6">
        <a:dk1>
          <a:srgbClr val="000000"/>
        </a:dk1>
        <a:lt1>
          <a:srgbClr val="FFFFFF"/>
        </a:lt1>
        <a:dk2>
          <a:srgbClr val="FF0000"/>
        </a:dk2>
        <a:lt2>
          <a:srgbClr val="FFFFFF"/>
        </a:lt2>
        <a:accent1>
          <a:srgbClr val="FFFF66"/>
        </a:accent1>
        <a:accent2>
          <a:srgbClr val="99FF66"/>
        </a:accent2>
        <a:accent3>
          <a:srgbClr val="99FFCC"/>
        </a:accent3>
        <a:accent4>
          <a:srgbClr val="FF99FF"/>
        </a:accent4>
        <a:accent5>
          <a:srgbClr val="93E2FF"/>
        </a:accent5>
        <a:accent6>
          <a:srgbClr val="FFE599"/>
        </a:accent6>
        <a:hlink>
          <a:srgbClr val="99FFCC"/>
        </a:hlink>
        <a:folHlink>
          <a:srgbClr val="FF99FF"/>
        </a:folHlink>
      </a:clrScheme>
      <a:clrMap bg1="lt1" tx1="dk1" bg2="lt2" tx2="dk2" accent1="accent1" accent2="accent2" accent3="accent3" accent4="accent4" accent5="accent5" accent6="accent6" hlink="hlink" folHlink="folHlink"/>
    </a:extraClrScheme>
    <a:extraClrScheme>
      <a:clrScheme name="tto 7">
        <a:dk1>
          <a:srgbClr val="FEFFFF"/>
        </a:dk1>
        <a:lt1>
          <a:srgbClr val="000000"/>
        </a:lt1>
        <a:dk2>
          <a:srgbClr val="FEFFFF"/>
        </a:dk2>
        <a:lt2>
          <a:srgbClr val="000000"/>
        </a:lt2>
        <a:accent1>
          <a:srgbClr val="F6F6F6"/>
        </a:accent1>
        <a:accent2>
          <a:srgbClr val="AFAFAF"/>
        </a:accent2>
        <a:accent3>
          <a:srgbClr val="DEDEDE"/>
        </a:accent3>
        <a:accent4>
          <a:srgbClr val="C3C3C3"/>
        </a:accent4>
        <a:accent5>
          <a:srgbClr val="FAFAFA"/>
        </a:accent5>
        <a:accent6>
          <a:srgbClr val="000000"/>
        </a:accent6>
        <a:hlink>
          <a:srgbClr val="DEDEDE"/>
        </a:hlink>
        <a:folHlink>
          <a:srgbClr val="C3C3C3"/>
        </a:folHlink>
      </a:clrScheme>
      <a:clrMap bg1="dk2" tx1="lt1" bg2="dk1" tx2="lt2" accent1="accent1" accent2="accent2" accent3="accent3" accent4="accent4" accent5="accent5" accent6="accent6" hlink="hlink" folHlink="folHlink"/>
    </a:extraClrScheme>
    <a:extraClrScheme>
      <a:clrScheme name="tto 8">
        <a:dk1>
          <a:srgbClr val="FFFFFF"/>
        </a:dk1>
        <a:lt1>
          <a:srgbClr val="000000"/>
        </a:lt1>
        <a:dk2>
          <a:srgbClr val="FFFFFF"/>
        </a:dk2>
        <a:lt2>
          <a:srgbClr val="FF0000"/>
        </a:lt2>
        <a:accent1>
          <a:srgbClr val="00CCFF"/>
        </a:accent1>
        <a:accent2>
          <a:srgbClr val="CC9900"/>
        </a:accent2>
        <a:accent3>
          <a:srgbClr val="00CC66"/>
        </a:accent3>
        <a:accent4>
          <a:srgbClr val="FFFF99"/>
        </a:accent4>
        <a:accent5>
          <a:srgbClr val="FF99CC"/>
        </a:accent5>
        <a:accent6>
          <a:srgbClr val="000000"/>
        </a:accent6>
        <a:hlink>
          <a:srgbClr val="00CC66"/>
        </a:hlink>
        <a:folHlink>
          <a:srgbClr val="FFFF99"/>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ttoTheme</Template>
  <TotalTime>12336</TotalTime>
  <Pages>3</Pages>
  <Words>2601</Words>
  <Application>Microsoft Office PowerPoint</Application>
  <PresentationFormat>On-screen Show (4:3)</PresentationFormat>
  <Paragraphs>646</Paragraphs>
  <Slides>41</Slides>
  <Notes>25</Notes>
  <HiddenSlides>2</HiddenSlides>
  <MMClips>0</MMClips>
  <ScaleCrop>false</ScaleCrop>
  <HeadingPairs>
    <vt:vector size="4" baseType="variant">
      <vt:variant>
        <vt:lpstr>Theme</vt:lpstr>
      </vt:variant>
      <vt:variant>
        <vt:i4>1</vt:i4>
      </vt:variant>
      <vt:variant>
        <vt:lpstr>Slide Titles</vt:lpstr>
      </vt:variant>
      <vt:variant>
        <vt:i4>41</vt:i4>
      </vt:variant>
    </vt:vector>
  </HeadingPairs>
  <TitlesOfParts>
    <vt:vector size="42" baseType="lpstr">
      <vt:lpstr>ttoTheme</vt:lpstr>
      <vt:lpstr>PowerPoint Presentation</vt:lpstr>
      <vt:lpstr>Objectives</vt:lpstr>
      <vt:lpstr>Outline</vt:lpstr>
      <vt:lpstr>Static vs Dynamic Systems</vt:lpstr>
      <vt:lpstr>BIOS  Runtime Cfg – Dynamic Memory</vt:lpstr>
      <vt:lpstr>Outline</vt:lpstr>
      <vt:lpstr>Outline</vt:lpstr>
      <vt:lpstr>Dynamic Memory Usage (Heap)</vt:lpstr>
      <vt:lpstr>Dynamic Example (Heap)</vt:lpstr>
      <vt:lpstr>Dynamic Memory (Heap)</vt:lpstr>
      <vt:lpstr>Multiple Heaps</vt:lpstr>
      <vt:lpstr>Memory_alloc()</vt:lpstr>
      <vt:lpstr>Outline</vt:lpstr>
      <vt:lpstr>Creating A Heap (HeapMem)</vt:lpstr>
      <vt:lpstr>Outline</vt:lpstr>
      <vt:lpstr>Heap Types</vt:lpstr>
      <vt:lpstr>Outline</vt:lpstr>
      <vt:lpstr>HeapMem</vt:lpstr>
      <vt:lpstr>Outline</vt:lpstr>
      <vt:lpstr>HeapBuf</vt:lpstr>
      <vt:lpstr>Creating A HeapBuf</vt:lpstr>
      <vt:lpstr>Multiple HeapBufs</vt:lpstr>
      <vt:lpstr>Outline</vt:lpstr>
      <vt:lpstr>HeapMultiBuf</vt:lpstr>
      <vt:lpstr>Outline</vt:lpstr>
      <vt:lpstr>Default System Heap</vt:lpstr>
      <vt:lpstr>Outline</vt:lpstr>
      <vt:lpstr>Dynamically Creating SYS/BIOS Objects</vt:lpstr>
      <vt:lpstr>Example – Dynamic Task API</vt:lpstr>
      <vt:lpstr> What is Error Block ?</vt:lpstr>
      <vt:lpstr>Outline</vt:lpstr>
      <vt:lpstr>Custom Placement of Data and Code</vt:lpstr>
      <vt:lpstr>Making Custom Sections</vt:lpstr>
      <vt:lpstr>Linking Custom Sections</vt:lpstr>
      <vt:lpstr>Outline</vt:lpstr>
      <vt:lpstr>Lab 10 – Creating Task/Sem Dynamically</vt:lpstr>
      <vt:lpstr>PowerPoint Presentation</vt:lpstr>
      <vt:lpstr>Memory Footprint (MCU Targets)</vt:lpstr>
      <vt:lpstr>Placing a Specific Section into Memory</vt:lpstr>
      <vt:lpstr>PowerPoint Presentation</vt:lpstr>
      <vt:lpstr>Outline</vt:lpstr>
    </vt:vector>
  </TitlesOfParts>
  <Company>SC Sales &amp; Marketing</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TI-RTOS Kernel Workshop</dc:title>
  <dc:subject/>
  <dc:creator>ericw@ti.com</dc:creator>
  <cp:keywords/>
  <dc:description/>
  <cp:lastModifiedBy>Eric Wilbur</cp:lastModifiedBy>
  <cp:revision>360</cp:revision>
  <cp:lastPrinted>1601-01-01T00:00:00Z</cp:lastPrinted>
  <dcterms:created xsi:type="dcterms:W3CDTF">2001-09-20T20:19:44Z</dcterms:created>
  <dcterms:modified xsi:type="dcterms:W3CDTF">2014-04-09T18:06:43Z</dcterms:modified>
</cp:coreProperties>
</file>